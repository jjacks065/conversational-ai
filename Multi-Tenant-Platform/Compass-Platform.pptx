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7"/>
  </p:notesMasterIdLst>
  <p:sldIdLst>
    <p:sldId id="256" r:id="rId2"/>
    <p:sldId id="258" r:id="rId3"/>
    <p:sldId id="268" r:id="rId4"/>
    <p:sldId id="269" r:id="rId5"/>
    <p:sldId id="266" r:id="rId6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645106-4703-CF54-CB8C-B54CC4E0AE1B}" v="3" dt="2026-06-10T20:54:41.260"/>
    <p1510:client id="{6A7F94E6-24E9-8A41-B817-D5BCE76126BC}" v="19" dt="2026-06-10T21:55:05.401"/>
    <p1510:client id="{90F12D95-92FD-B241-8108-7E68FC412CB7}" v="226" dt="2026-06-10T21:52:36.968"/>
    <p1510:client id="{A01C370D-42EF-93CF-1C62-2798D7AB16C2}" v="1" dt="2026-06-11T03:36:45.581"/>
    <p1510:client id="{C0CAA860-372C-3DE0-ABA7-F8CD40229BB0}" v="1581" dt="2026-06-10T22:00:24.0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43"/>
    <p:restoredTop sz="94597"/>
  </p:normalViewPr>
  <p:slideViewPr>
    <p:cSldViewPr snapToGrid="0">
      <p:cViewPr varScale="1">
        <p:scale>
          <a:sx n="139" d="100"/>
          <a:sy n="139" d="100"/>
        </p:scale>
        <p:origin x="3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slik, Gregory" userId="e662f0de-de9d-432e-bd35-e19d68c24b5b" providerId="ADAL" clId="{1DF4D195-E23B-566C-92FA-3B38D97794AF}"/>
    <pc:docChg chg="modSld">
      <pc:chgData name="Ryslik, Gregory" userId="e662f0de-de9d-432e-bd35-e19d68c24b5b" providerId="ADAL" clId="{1DF4D195-E23B-566C-92FA-3B38D97794AF}" dt="2026-06-10T21:55:05.401" v="18" actId="400"/>
      <pc:docMkLst>
        <pc:docMk/>
      </pc:docMkLst>
      <pc:sldChg chg="modSp mod">
        <pc:chgData name="Ryslik, Gregory" userId="e662f0de-de9d-432e-bd35-e19d68c24b5b" providerId="ADAL" clId="{1DF4D195-E23B-566C-92FA-3B38D97794AF}" dt="2026-06-10T20:41:19.235" v="1" actId="14734"/>
        <pc:sldMkLst>
          <pc:docMk/>
          <pc:sldMk cId="1507461352" sldId="269"/>
        </pc:sldMkLst>
        <pc:graphicFrameChg chg="modGraphic">
          <ac:chgData name="Ryslik, Gregory" userId="e662f0de-de9d-432e-bd35-e19d68c24b5b" providerId="ADAL" clId="{1DF4D195-E23B-566C-92FA-3B38D97794AF}" dt="2026-06-10T20:41:19.235" v="1" actId="14734"/>
          <ac:graphicFrameMkLst>
            <pc:docMk/>
            <pc:sldMk cId="1507461352" sldId="269"/>
            <ac:graphicFrameMk id="7" creationId="{3BA2EED9-5581-CD40-0A32-C00894E13C32}"/>
          </ac:graphicFrameMkLst>
        </pc:graphicFrameChg>
      </pc:sldChg>
      <pc:sldChg chg="modSp mod">
        <pc:chgData name="Ryslik, Gregory" userId="e662f0de-de9d-432e-bd35-e19d68c24b5b" providerId="ADAL" clId="{1DF4D195-E23B-566C-92FA-3B38D97794AF}" dt="2026-06-10T21:55:05.401" v="18" actId="400"/>
        <pc:sldMkLst>
          <pc:docMk/>
          <pc:sldMk cId="3542900219" sldId="270"/>
        </pc:sldMkLst>
        <pc:graphicFrameChg chg="modGraphic">
          <ac:chgData name="Ryslik, Gregory" userId="e662f0de-de9d-432e-bd35-e19d68c24b5b" providerId="ADAL" clId="{1DF4D195-E23B-566C-92FA-3B38D97794AF}" dt="2026-06-10T21:55:05.401" v="18" actId="400"/>
          <ac:graphicFrameMkLst>
            <pc:docMk/>
            <pc:sldMk cId="3542900219" sldId="270"/>
            <ac:graphicFrameMk id="7" creationId="{C5247D82-0105-5959-DFA8-ABD220E9D713}"/>
          </ac:graphicFrameMkLst>
        </pc:graphicFrameChg>
      </pc:sldChg>
    </pc:docChg>
  </pc:docChgLst>
  <pc:docChgLst>
    <pc:chgData name="Wallis, Lee" userId="S::lwalli01@stellarus.com::9750bc47-da41-41d6-9cf2-2d8dfec5360a" providerId="AD" clId="Web-{C0CAA860-372C-3DE0-ABA7-F8CD40229BB0}"/>
    <pc:docChg chg="addSld modSld">
      <pc:chgData name="Wallis, Lee" userId="S::lwalli01@stellarus.com::9750bc47-da41-41d6-9cf2-2d8dfec5360a" providerId="AD" clId="Web-{C0CAA860-372C-3DE0-ABA7-F8CD40229BB0}" dt="2026-06-10T22:00:22.413" v="1568"/>
      <pc:docMkLst>
        <pc:docMk/>
      </pc:docMkLst>
      <pc:sldChg chg="modSp add replId">
        <pc:chgData name="Wallis, Lee" userId="S::lwalli01@stellarus.com::9750bc47-da41-41d6-9cf2-2d8dfec5360a" providerId="AD" clId="Web-{C0CAA860-372C-3DE0-ABA7-F8CD40229BB0}" dt="2026-06-10T22:00:22.413" v="1568"/>
        <pc:sldMkLst>
          <pc:docMk/>
          <pc:sldMk cId="3542900219" sldId="270"/>
        </pc:sldMkLst>
        <pc:spChg chg="mod">
          <ac:chgData name="Wallis, Lee" userId="S::lwalli01@stellarus.com::9750bc47-da41-41d6-9cf2-2d8dfec5360a" providerId="AD" clId="Web-{C0CAA860-372C-3DE0-ABA7-F8CD40229BB0}" dt="2026-06-10T21:39:03.500" v="1220" actId="20577"/>
          <ac:spMkLst>
            <pc:docMk/>
            <pc:sldMk cId="3542900219" sldId="270"/>
            <ac:spMk id="2" creationId="{86978B31-59E2-AA16-3575-89B6A6338170}"/>
          </ac:spMkLst>
        </pc:spChg>
        <pc:graphicFrameChg chg="mod modGraphic">
          <ac:chgData name="Wallis, Lee" userId="S::lwalli01@stellarus.com::9750bc47-da41-41d6-9cf2-2d8dfec5360a" providerId="AD" clId="Web-{C0CAA860-372C-3DE0-ABA7-F8CD40229BB0}" dt="2026-06-10T22:00:22.413" v="1568"/>
          <ac:graphicFrameMkLst>
            <pc:docMk/>
            <pc:sldMk cId="3542900219" sldId="270"/>
            <ac:graphicFrameMk id="7" creationId="{C5247D82-0105-5959-DFA8-ABD220E9D713}"/>
          </ac:graphicFrameMkLst>
        </pc:graphicFrameChg>
      </pc:sldChg>
    </pc:docChg>
  </pc:docChgLst>
  <pc:docChgLst>
    <pc:chgData name="Fandel, Jacob" userId="S::jfande01@stellarus.com::92368a4a-e9e1-42ec-a610-5ad2a9ccd0cd" providerId="AD" clId="Web-{90F12D95-92FD-B241-8108-7E68FC412CB7}"/>
    <pc:docChg chg="modSld">
      <pc:chgData name="Fandel, Jacob" userId="S::jfande01@stellarus.com::92368a4a-e9e1-42ec-a610-5ad2a9ccd0cd" providerId="AD" clId="Web-{90F12D95-92FD-B241-8108-7E68FC412CB7}" dt="2026-06-10T21:52:35.781" v="219"/>
      <pc:docMkLst>
        <pc:docMk/>
      </pc:docMkLst>
      <pc:sldChg chg="addSp delSp modSp">
        <pc:chgData name="Fandel, Jacob" userId="S::jfande01@stellarus.com::92368a4a-e9e1-42ec-a610-5ad2a9ccd0cd" providerId="AD" clId="Web-{90F12D95-92FD-B241-8108-7E68FC412CB7}" dt="2026-06-10T21:46:25.935" v="205" actId="1076"/>
        <pc:sldMkLst>
          <pc:docMk/>
          <pc:sldMk cId="0" sldId="266"/>
        </pc:sldMkLst>
        <pc:spChg chg="add mod">
          <ac:chgData name="Fandel, Jacob" userId="S::jfande01@stellarus.com::92368a4a-e9e1-42ec-a610-5ad2a9ccd0cd" providerId="AD" clId="Web-{90F12D95-92FD-B241-8108-7E68FC412CB7}" dt="2026-06-10T21:31:39.338" v="78" actId="14100"/>
          <ac:spMkLst>
            <pc:docMk/>
            <pc:sldMk cId="0" sldId="266"/>
            <ac:spMk id="2" creationId="{4BCB4721-38D8-7A3B-3022-C9E0A09C6343}"/>
          </ac:spMkLst>
        </pc:spChg>
        <pc:spChg chg="add del">
          <ac:chgData name="Fandel, Jacob" userId="S::jfande01@stellarus.com::92368a4a-e9e1-42ec-a610-5ad2a9ccd0cd" providerId="AD" clId="Web-{90F12D95-92FD-B241-8108-7E68FC412CB7}" dt="2026-06-10T21:31:11.963" v="67"/>
          <ac:spMkLst>
            <pc:docMk/>
            <pc:sldMk cId="0" sldId="266"/>
            <ac:spMk id="3" creationId="{C0DD000A-352F-5BC2-17B5-79EAE7FB25CF}"/>
          </ac:spMkLst>
        </pc:spChg>
        <pc:spChg chg="mod">
          <ac:chgData name="Fandel, Jacob" userId="S::jfande01@stellarus.com::92368a4a-e9e1-42ec-a610-5ad2a9ccd0cd" providerId="AD" clId="Web-{90F12D95-92FD-B241-8108-7E68FC412CB7}" dt="2026-06-10T21:45:47.201" v="198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6:04.886" v="177" actId="1076"/>
          <ac:spMkLst>
            <pc:docMk/>
            <pc:sldMk cId="0" sldId="266"/>
            <ac:spMk id="9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6:07.027" v="178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6:09.574" v="179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5:55.386" v="174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5:58.870" v="175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6:01.574" v="176" actId="1076"/>
          <ac:spMkLst>
            <pc:docMk/>
            <pc:sldMk cId="0" sldId="266"/>
            <ac:spMk id="14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5:45.011" v="171" actId="1076"/>
          <ac:spMkLst>
            <pc:docMk/>
            <pc:sldMk cId="0" sldId="266"/>
            <ac:spMk id="15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5:47.839" v="172" actId="1076"/>
          <ac:spMkLst>
            <pc:docMk/>
            <pc:sldMk cId="0" sldId="266"/>
            <ac:spMk id="16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46:25.935" v="205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0:49.619" v="63" actId="14100"/>
          <ac:spMkLst>
            <pc:docMk/>
            <pc:sldMk cId="0" sldId="266"/>
            <ac:spMk id="18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1:54.166" v="80" actId="107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Fandel, Jacob" userId="S::jfande01@stellarus.com::92368a4a-e9e1-42ec-a610-5ad2a9ccd0cd" providerId="AD" clId="Web-{90F12D95-92FD-B241-8108-7E68FC412CB7}" dt="2026-06-10T21:31:49.760" v="79" actId="1076"/>
          <ac:spMkLst>
            <pc:docMk/>
            <pc:sldMk cId="0" sldId="266"/>
            <ac:spMk id="23" creationId="{00000000-0000-0000-0000-000000000000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31:58.041" v="81" actId="1076"/>
          <ac:spMkLst>
            <pc:docMk/>
            <pc:sldMk cId="0" sldId="266"/>
            <ac:spMk id="26" creationId="{9276D2F1-AFC7-6E6C-66D1-BA73808AFE22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36:15.589" v="180" actId="1076"/>
          <ac:spMkLst>
            <pc:docMk/>
            <pc:sldMk cId="0" sldId="266"/>
            <ac:spMk id="27" creationId="{F409EEF4-37B7-30C9-1F75-6F901EB9CB3F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45:06.435" v="194" actId="14100"/>
          <ac:spMkLst>
            <pc:docMk/>
            <pc:sldMk cId="0" sldId="266"/>
            <ac:spMk id="28" creationId="{1CA7FCD6-FFA6-71AC-698E-660728B29D8D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46:06.748" v="204" actId="20577"/>
          <ac:spMkLst>
            <pc:docMk/>
            <pc:sldMk cId="0" sldId="266"/>
            <ac:spMk id="29" creationId="{895DCF03-91B8-D27C-AAB2-87902F9023B0}"/>
          </ac:spMkLst>
        </pc:spChg>
      </pc:sldChg>
      <pc:sldChg chg="addSp delSp modSp">
        <pc:chgData name="Fandel, Jacob" userId="S::jfande01@stellarus.com::92368a4a-e9e1-42ec-a610-5ad2a9ccd0cd" providerId="AD" clId="Web-{90F12D95-92FD-B241-8108-7E68FC412CB7}" dt="2026-06-10T21:50:56.358" v="216" actId="1076"/>
        <pc:sldMkLst>
          <pc:docMk/>
          <pc:sldMk cId="1507461352" sldId="269"/>
        </pc:sldMkLst>
        <pc:spChg chg="mod">
          <ac:chgData name="Fandel, Jacob" userId="S::jfande01@stellarus.com::92368a4a-e9e1-42ec-a610-5ad2a9ccd0cd" providerId="AD" clId="Web-{90F12D95-92FD-B241-8108-7E68FC412CB7}" dt="2026-06-10T21:50:46.515" v="214" actId="20577"/>
          <ac:spMkLst>
            <pc:docMk/>
            <pc:sldMk cId="1507461352" sldId="269"/>
            <ac:spMk id="2" creationId="{EBA9574E-B994-435E-FE57-7117985F02A7}"/>
          </ac:spMkLst>
        </pc:spChg>
        <pc:spChg chg="add del">
          <ac:chgData name="Fandel, Jacob" userId="S::jfande01@stellarus.com::92368a4a-e9e1-42ec-a610-5ad2a9ccd0cd" providerId="AD" clId="Web-{90F12D95-92FD-B241-8108-7E68FC412CB7}" dt="2026-06-10T21:23:10.586" v="1"/>
          <ac:spMkLst>
            <pc:docMk/>
            <pc:sldMk cId="1507461352" sldId="269"/>
            <ac:spMk id="3" creationId="{9C4F1440-F3C8-27FE-CE66-9CA03C22B419}"/>
          </ac:spMkLst>
        </pc:spChg>
        <pc:spChg chg="add del">
          <ac:chgData name="Fandel, Jacob" userId="S::jfande01@stellarus.com::92368a4a-e9e1-42ec-a610-5ad2a9ccd0cd" providerId="AD" clId="Web-{90F12D95-92FD-B241-8108-7E68FC412CB7}" dt="2026-06-10T21:23:26.586" v="3"/>
          <ac:spMkLst>
            <pc:docMk/>
            <pc:sldMk cId="1507461352" sldId="269"/>
            <ac:spMk id="5" creationId="{B9317DAA-716F-77D9-8699-85013F75CF47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27:47.697" v="15"/>
          <ac:spMkLst>
            <pc:docMk/>
            <pc:sldMk cId="1507461352" sldId="269"/>
            <ac:spMk id="6" creationId="{335FEA58-A5D6-3FC0-C622-5752113EA945}"/>
          </ac:spMkLst>
        </pc:spChg>
        <pc:spChg chg="add del mod">
          <ac:chgData name="Fandel, Jacob" userId="S::jfande01@stellarus.com::92368a4a-e9e1-42ec-a610-5ad2a9ccd0cd" providerId="AD" clId="Web-{90F12D95-92FD-B241-8108-7E68FC412CB7}" dt="2026-06-10T21:25:15.321" v="11"/>
          <ac:spMkLst>
            <pc:docMk/>
            <pc:sldMk cId="1507461352" sldId="269"/>
            <ac:spMk id="8" creationId="{F4228B0A-593D-C6BB-F028-7CD0D4CD63E0}"/>
          </ac:spMkLst>
        </pc:spChg>
        <pc:spChg chg="add mod">
          <ac:chgData name="Fandel, Jacob" userId="S::jfande01@stellarus.com::92368a4a-e9e1-42ec-a610-5ad2a9ccd0cd" providerId="AD" clId="Web-{90F12D95-92FD-B241-8108-7E68FC412CB7}" dt="2026-06-10T21:50:56.358" v="216" actId="1076"/>
          <ac:spMkLst>
            <pc:docMk/>
            <pc:sldMk cId="1507461352" sldId="269"/>
            <ac:spMk id="9" creationId="{BDAF3129-1E39-8D7D-4A0B-05267D5D8E81}"/>
          </ac:spMkLst>
        </pc:spChg>
      </pc:sldChg>
      <pc:sldChg chg="modSp">
        <pc:chgData name="Fandel, Jacob" userId="S::jfande01@stellarus.com::92368a4a-e9e1-42ec-a610-5ad2a9ccd0cd" providerId="AD" clId="Web-{90F12D95-92FD-B241-8108-7E68FC412CB7}" dt="2026-06-10T21:52:35.781" v="219"/>
        <pc:sldMkLst>
          <pc:docMk/>
          <pc:sldMk cId="3542900219" sldId="270"/>
        </pc:sldMkLst>
        <pc:spChg chg="mod">
          <ac:chgData name="Fandel, Jacob" userId="S::jfande01@stellarus.com::92368a4a-e9e1-42ec-a610-5ad2a9ccd0cd" providerId="AD" clId="Web-{90F12D95-92FD-B241-8108-7E68FC412CB7}" dt="2026-06-10T21:52:01.187" v="217" actId="20577"/>
          <ac:spMkLst>
            <pc:docMk/>
            <pc:sldMk cId="3542900219" sldId="270"/>
            <ac:spMk id="2" creationId="{86978B31-59E2-AA16-3575-89B6A6338170}"/>
          </ac:spMkLst>
        </pc:spChg>
        <pc:graphicFrameChg chg="mod modGraphic">
          <ac:chgData name="Fandel, Jacob" userId="S::jfande01@stellarus.com::92368a4a-e9e1-42ec-a610-5ad2a9ccd0cd" providerId="AD" clId="Web-{90F12D95-92FD-B241-8108-7E68FC412CB7}" dt="2026-06-10T21:52:35.781" v="219"/>
          <ac:graphicFrameMkLst>
            <pc:docMk/>
            <pc:sldMk cId="3542900219" sldId="270"/>
            <ac:graphicFrameMk id="7" creationId="{C5247D82-0105-5959-DFA8-ABD220E9D713}"/>
          </ac:graphicFrameMkLst>
        </pc:graphicFrameChg>
      </pc:sldChg>
    </pc:docChg>
  </pc:docChgLst>
  <pc:docChgLst>
    <pc:chgData name="Fandel, Jacob" userId="S::jfande01@stellarus.com::92368a4a-e9e1-42ec-a610-5ad2a9ccd0cd" providerId="AD" clId="Web-{A01C370D-42EF-93CF-1C62-2798D7AB16C2}"/>
    <pc:docChg chg="modSld">
      <pc:chgData name="Fandel, Jacob" userId="S::jfande01@stellarus.com::92368a4a-e9e1-42ec-a610-5ad2a9ccd0cd" providerId="AD" clId="Web-{A01C370D-42EF-93CF-1C62-2798D7AB16C2}" dt="2026-06-11T03:36:45.581" v="0"/>
      <pc:docMkLst>
        <pc:docMk/>
      </pc:docMkLst>
      <pc:sldChg chg="delSp">
        <pc:chgData name="Fandel, Jacob" userId="S::jfande01@stellarus.com::92368a4a-e9e1-42ec-a610-5ad2a9ccd0cd" providerId="AD" clId="Web-{A01C370D-42EF-93CF-1C62-2798D7AB16C2}" dt="2026-06-11T03:36:45.581" v="0"/>
        <pc:sldMkLst>
          <pc:docMk/>
          <pc:sldMk cId="1507461352" sldId="269"/>
        </pc:sldMkLst>
        <pc:spChg chg="del">
          <ac:chgData name="Fandel, Jacob" userId="S::jfande01@stellarus.com::92368a4a-e9e1-42ec-a610-5ad2a9ccd0cd" providerId="AD" clId="Web-{A01C370D-42EF-93CF-1C62-2798D7AB16C2}" dt="2026-06-11T03:36:45.581" v="0"/>
          <ac:spMkLst>
            <pc:docMk/>
            <pc:sldMk cId="1507461352" sldId="269"/>
            <ac:spMk id="9" creationId="{BDAF3129-1E39-8D7D-4A0B-05267D5D8E81}"/>
          </ac:spMkLst>
        </pc:spChg>
      </pc:sldChg>
    </pc:docChg>
  </pc:docChgLst>
  <pc:docChgLst>
    <pc:chgData name="Ryslik, Gregory" userId="S::grysli01@stellarus.com::e662f0de-de9d-432e-bd35-e19d68c24b5b" providerId="AD" clId="Web-{50645106-4703-CF54-CB8C-B54CC4E0AE1B}"/>
    <pc:docChg chg="modSld">
      <pc:chgData name="Ryslik, Gregory" userId="S::grysli01@stellarus.com::e662f0de-de9d-432e-bd35-e19d68c24b5b" providerId="AD" clId="Web-{50645106-4703-CF54-CB8C-B54CC4E0AE1B}" dt="2026-06-10T20:54:41.260" v="2" actId="1076"/>
      <pc:docMkLst>
        <pc:docMk/>
      </pc:docMkLst>
      <pc:sldChg chg="modSp">
        <pc:chgData name="Ryslik, Gregory" userId="S::grysli01@stellarus.com::e662f0de-de9d-432e-bd35-e19d68c24b5b" providerId="AD" clId="Web-{50645106-4703-CF54-CB8C-B54CC4E0AE1B}" dt="2026-06-10T20:54:41.260" v="2" actId="1076"/>
        <pc:sldMkLst>
          <pc:docMk/>
          <pc:sldMk cId="1507461352" sldId="269"/>
        </pc:sldMkLst>
        <pc:graphicFrameChg chg="mod modGraphic">
          <ac:chgData name="Ryslik, Gregory" userId="S::grysli01@stellarus.com::e662f0de-de9d-432e-bd35-e19d68c24b5b" providerId="AD" clId="Web-{50645106-4703-CF54-CB8C-B54CC4E0AE1B}" dt="2026-06-10T20:54:41.260" v="2" actId="1076"/>
          <ac:graphicFrameMkLst>
            <pc:docMk/>
            <pc:sldMk cId="1507461352" sldId="269"/>
            <ac:graphicFrameMk id="7" creationId="{3BA2EED9-5581-CD40-0A32-C00894E13C3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413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A5E7CD-CB7A-019B-4EBD-69DC91733B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A black and white logo&#10;&#10;AI-generated content may be incorrect.">
            <a:extLst>
              <a:ext uri="{FF2B5EF4-FFF2-40B4-BE49-F238E27FC236}">
                <a16:creationId xmlns:a16="http://schemas.microsoft.com/office/drawing/2014/main" id="{7BDFEFED-DC54-DCFF-4705-81917CDB4E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2508" y="959762"/>
            <a:ext cx="2402627" cy="55676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5684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1D9E552-59A8-1B0E-BBBB-33080B603B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4066" y="102393"/>
            <a:ext cx="17923934" cy="1008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1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1"/>
          <p:cNvSpPr/>
          <p:nvPr/>
        </p:nvSpPr>
        <p:spPr>
          <a:xfrm>
            <a:off x="3438674" y="1219200"/>
            <a:ext cx="9525" cy="323850"/>
          </a:xfrm>
          <a:prstGeom prst="rect">
            <a:avLst/>
          </a:prstGeom>
          <a:solidFill>
            <a:srgbClr val="EDF4F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2"/>
          <p:cNvSpPr/>
          <p:nvPr/>
        </p:nvSpPr>
        <p:spPr>
          <a:xfrm>
            <a:off x="3600599" y="1226344"/>
            <a:ext cx="2136651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kern="0" spc="396">
                <a:solidFill>
                  <a:srgbClr val="9DB4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800"/>
          </a:p>
        </p:txBody>
      </p:sp>
      <p:sp>
        <p:nvSpPr>
          <p:cNvPr id="7" name="Text 3"/>
          <p:cNvSpPr/>
          <p:nvPr/>
        </p:nvSpPr>
        <p:spPr>
          <a:xfrm>
            <a:off x="1238250" y="3136627"/>
            <a:ext cx="1628584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kern="0" spc="324" dirty="0">
                <a:solidFill>
                  <a:srgbClr val="F2C5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 2026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38250" y="3731940"/>
            <a:ext cx="16285845" cy="20916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7200" b="1" kern="0" spc="-24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 Platform</a:t>
            </a:r>
            <a:endParaRPr lang="en-US" sz="7200" dirty="0"/>
          </a:p>
        </p:txBody>
      </p:sp>
      <p:sp>
        <p:nvSpPr>
          <p:cNvPr id="9" name="Text 5"/>
          <p:cNvSpPr/>
          <p:nvPr/>
        </p:nvSpPr>
        <p:spPr>
          <a:xfrm>
            <a:off x="1238250" y="4777755"/>
            <a:ext cx="11576685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700"/>
          </a:p>
        </p:txBody>
      </p:sp>
      <p:sp>
        <p:nvSpPr>
          <p:cNvPr id="10" name="Shape 6"/>
          <p:cNvSpPr/>
          <p:nvPr/>
        </p:nvSpPr>
        <p:spPr>
          <a:xfrm>
            <a:off x="1238250" y="8605838"/>
            <a:ext cx="1728564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1457325" y="8720138"/>
            <a:ext cx="136661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Broker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100164" y="8605838"/>
            <a:ext cx="3673227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3319239" y="8720138"/>
            <a:ext cx="334527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</a:t>
            </a:r>
            <a:r>
              <a:rPr lang="en-US" sz="1800" b="1" dirty="0" err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stellarus</a:t>
            </a:r>
            <a:r>
              <a:rPr lang="en-US" sz="1800" b="1" dirty="0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/member-chat SDK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1238250" y="9289099"/>
            <a:ext cx="2590726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457325" y="9403399"/>
            <a:ext cx="2230297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Pluggable AI agents</a:t>
            </a:r>
            <a:endParaRPr lang="en-US" sz="1800"/>
          </a:p>
        </p:txBody>
      </p:sp>
      <p:sp>
        <p:nvSpPr>
          <p:cNvPr id="16" name="Shape 12"/>
          <p:cNvSpPr/>
          <p:nvPr/>
        </p:nvSpPr>
        <p:spPr>
          <a:xfrm>
            <a:off x="3962326" y="9289099"/>
            <a:ext cx="2196182" cy="538163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181401" y="9403399"/>
            <a:ext cx="183423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service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0">
            <a:extLst>
              <a:ext uri="{FF2B5EF4-FFF2-40B4-BE49-F238E27FC236}">
                <a16:creationId xmlns:a16="http://schemas.microsoft.com/office/drawing/2014/main" id="{8BE223A4-2277-93EA-DB69-1260C7153FB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C57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38250" y="1433513"/>
            <a:ext cx="13735050" cy="12900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b="1" kern="0" spc="-93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solution – bespoke point-solutions</a:t>
            </a:r>
          </a:p>
        </p:txBody>
      </p:sp>
      <p:sp>
        <p:nvSpPr>
          <p:cNvPr id="5" name="Shape 3"/>
          <p:cNvSpPr/>
          <p:nvPr/>
        </p:nvSpPr>
        <p:spPr>
          <a:xfrm>
            <a:off x="1238250" y="3104555"/>
            <a:ext cx="7743825" cy="6229945"/>
          </a:xfrm>
          <a:prstGeom prst="roundRect">
            <a:avLst>
              <a:gd name="adj" fmla="val 3669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FFFFFF">
                <a:alpha val="75000"/>
              </a:srgbClr>
            </a:solidFill>
            <a:prstDash val="solid"/>
          </a:ln>
          <a:effectLst>
            <a:outerShdw blurRad="419100" dist="171450" dir="5400000" algn="bl" rotWithShape="0">
              <a:srgbClr val="1626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85925" y="3552230"/>
            <a:ext cx="2073994" cy="385763"/>
          </a:xfrm>
          <a:prstGeom prst="roundRect">
            <a:avLst>
              <a:gd name="adj" fmla="val 50000"/>
            </a:avLst>
          </a:prstGeom>
          <a:solidFill>
            <a:srgbClr val="B27720">
              <a:alpha val="13000"/>
            </a:srgb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838325" y="3628430"/>
            <a:ext cx="1845394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B277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SHIPS JULY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685925" y="4223742"/>
            <a:ext cx="7053929" cy="8444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Chat</a:t>
            </a:r>
          </a:p>
          <a:p>
            <a:pPr marL="0" indent="0" algn="l">
              <a:buNone/>
            </a:pPr>
            <a:r>
              <a:rPr lang="en-US" sz="3000" b="1" kern="0" spc="-3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Non-Stellarus chat – Employees only 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85925" y="5218851"/>
            <a:ext cx="7053929" cy="706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95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+ Genesys + Sierra using the Stellarus Benefits Service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685925" y="6580972"/>
            <a:ext cx="1939900" cy="876300"/>
          </a:xfrm>
          <a:prstGeom prst="roundRect">
            <a:avLst>
              <a:gd name="adj" fmla="val 13043"/>
            </a:avLst>
          </a:prstGeom>
          <a:solidFill>
            <a:srgbClr val="EEF5FB"/>
          </a:solidFill>
          <a:ln w="9525">
            <a:solidFill>
              <a:srgbClr val="16263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85950" y="6704797"/>
            <a:ext cx="161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/ Genesys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759175" y="6842910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7E8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/>
          </a:p>
        </p:txBody>
      </p:sp>
      <p:sp>
        <p:nvSpPr>
          <p:cNvPr id="13" name="Shape 11"/>
          <p:cNvSpPr/>
          <p:nvPr/>
        </p:nvSpPr>
        <p:spPr>
          <a:xfrm>
            <a:off x="4140175" y="6580972"/>
            <a:ext cx="1939975" cy="876300"/>
          </a:xfrm>
          <a:prstGeom prst="roundRect">
            <a:avLst>
              <a:gd name="adj" fmla="val 13043"/>
            </a:avLst>
          </a:prstGeom>
          <a:solidFill>
            <a:srgbClr val="EEF5FB"/>
          </a:solidFill>
          <a:ln w="9525">
            <a:solidFill>
              <a:srgbClr val="16263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48" y="6722991"/>
            <a:ext cx="1216075" cy="5922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Sierra.ai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6213500" y="6842910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7E8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/>
          </a:p>
        </p:txBody>
      </p:sp>
      <p:sp>
        <p:nvSpPr>
          <p:cNvPr id="16" name="Shape 14"/>
          <p:cNvSpPr/>
          <p:nvPr/>
        </p:nvSpPr>
        <p:spPr>
          <a:xfrm>
            <a:off x="6594500" y="6580972"/>
            <a:ext cx="1939900" cy="876300"/>
          </a:xfrm>
          <a:prstGeom prst="roundRect">
            <a:avLst>
              <a:gd name="adj" fmla="val 13043"/>
            </a:avLst>
          </a:prstGeom>
          <a:solidFill>
            <a:srgbClr val="EEF5FB"/>
          </a:solidFill>
          <a:ln w="9525">
            <a:solidFill>
              <a:srgbClr val="16263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94525" y="6704797"/>
            <a:ext cx="161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coded rules</a:t>
            </a:r>
            <a:endParaRPr lang="en-US" sz="1800"/>
          </a:p>
        </p:txBody>
      </p:sp>
      <p:sp>
        <p:nvSpPr>
          <p:cNvPr id="20" name="Shape 18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305925" y="3104555"/>
            <a:ext cx="7743825" cy="6229945"/>
          </a:xfrm>
          <a:prstGeom prst="roundRect">
            <a:avLst>
              <a:gd name="adj" fmla="val 3669"/>
            </a:avLst>
          </a:prstGeom>
          <a:solidFill>
            <a:srgbClr val="FFFFFF">
              <a:alpha val="98000"/>
            </a:srgbClr>
          </a:solidFill>
          <a:ln w="9525">
            <a:solidFill>
              <a:srgbClr val="3C88BF">
                <a:alpha val="30000"/>
              </a:srgbClr>
            </a:solidFill>
            <a:prstDash val="solid"/>
          </a:ln>
          <a:effectLst>
            <a:outerShdw blurRad="495300" dist="209550" dir="5400000" algn="bl" rotWithShape="0">
              <a:srgbClr val="1F6AA5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53600" y="3552230"/>
            <a:ext cx="2625923" cy="385763"/>
          </a:xfrm>
          <a:prstGeom prst="roundRect">
            <a:avLst>
              <a:gd name="adj" fmla="val 50000"/>
            </a:avLst>
          </a:prstGeom>
          <a:solidFill>
            <a:srgbClr val="1F6AA5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906000" y="3628430"/>
            <a:ext cx="2399901" cy="271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kern="0" spc="135" dirty="0">
                <a:solidFill>
                  <a:srgbClr val="1F6A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in PRODUCTION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753600" y="4223742"/>
            <a:ext cx="7053929" cy="769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3000" b="1" kern="0" spc="-3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Chat</a:t>
            </a:r>
          </a:p>
          <a:p>
            <a:pPr marL="0" indent="0" algn="l">
              <a:buNone/>
            </a:pPr>
            <a:r>
              <a:rPr lang="en-US" sz="3000" b="1" kern="0" spc="-30" dirty="0">
                <a:solidFill>
                  <a:srgbClr val="16263B"/>
                </a:solidFill>
                <a:latin typeface="Arial" pitchFamily="34" charset="0"/>
                <a:cs typeface="Arial" pitchFamily="34" charset="-120"/>
              </a:rPr>
              <a:t>Single customer solution</a:t>
            </a:r>
            <a:endParaRPr lang="en-US" sz="3000" dirty="0"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E009C995-07FF-EC14-DA80-96CFA117FA64}"/>
              </a:ext>
            </a:extLst>
          </p:cNvPr>
          <p:cNvSpPr/>
          <p:nvPr/>
        </p:nvSpPr>
        <p:spPr>
          <a:xfrm>
            <a:off x="9753600" y="6580972"/>
            <a:ext cx="1939900" cy="876300"/>
          </a:xfrm>
          <a:prstGeom prst="roundRect">
            <a:avLst>
              <a:gd name="adj" fmla="val 13043"/>
            </a:avLst>
          </a:prstGeom>
          <a:solidFill>
            <a:srgbClr val="EEF5FB"/>
          </a:solidFill>
          <a:ln w="9525">
            <a:solidFill>
              <a:srgbClr val="16263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D3A621A9-CAD5-B1CD-6DF0-7BE68B00AB1C}"/>
              </a:ext>
            </a:extLst>
          </p:cNvPr>
          <p:cNvSpPr/>
          <p:nvPr/>
        </p:nvSpPr>
        <p:spPr>
          <a:xfrm>
            <a:off x="9953625" y="6704797"/>
            <a:ext cx="161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BSC / Nexus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16263B"/>
                </a:solidFill>
                <a:latin typeface="Arial" pitchFamily="34" charset="0"/>
                <a:cs typeface="Arial" pitchFamily="34" charset="-120"/>
              </a:rPr>
              <a:t>(Mira)</a:t>
            </a:r>
            <a:endParaRPr lang="en-US" sz="1800" dirty="0"/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667E52BC-B124-B19D-7B7B-374D60665CA2}"/>
              </a:ext>
            </a:extLst>
          </p:cNvPr>
          <p:cNvSpPr/>
          <p:nvPr/>
        </p:nvSpPr>
        <p:spPr>
          <a:xfrm>
            <a:off x="11826850" y="6842910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7E8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50F551CE-9AE5-266D-9260-5C27B9009EA8}"/>
              </a:ext>
            </a:extLst>
          </p:cNvPr>
          <p:cNvSpPr/>
          <p:nvPr/>
        </p:nvSpPr>
        <p:spPr>
          <a:xfrm>
            <a:off x="12207850" y="6580972"/>
            <a:ext cx="1939975" cy="876300"/>
          </a:xfrm>
          <a:prstGeom prst="roundRect">
            <a:avLst>
              <a:gd name="adj" fmla="val 13043"/>
            </a:avLst>
          </a:prstGeom>
          <a:solidFill>
            <a:srgbClr val="EEF5FB"/>
          </a:solidFill>
          <a:ln w="9525">
            <a:solidFill>
              <a:srgbClr val="16263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43F30BFA-0BBB-B8E0-3F4A-FFCB527DD3DA}"/>
              </a:ext>
            </a:extLst>
          </p:cNvPr>
          <p:cNvSpPr/>
          <p:nvPr/>
        </p:nvSpPr>
        <p:spPr>
          <a:xfrm>
            <a:off x="12350725" y="6580972"/>
            <a:ext cx="164424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Stellarus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Databricks</a:t>
            </a:r>
          </a:p>
          <a:p>
            <a:pPr marL="0" indent="0" algn="ctr">
              <a:buNone/>
            </a:pPr>
            <a:r>
              <a:rPr lang="en-US" sz="2000" b="1" dirty="0">
                <a:solidFill>
                  <a:srgbClr val="16263B"/>
                </a:solidFill>
                <a:latin typeface="Arial" pitchFamily="34" charset="0"/>
                <a:cs typeface="Arial" pitchFamily="34" charset="-120"/>
              </a:rPr>
              <a:t>APIs</a:t>
            </a:r>
            <a:endParaRPr lang="en-US" sz="20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13F99E7F-3E92-E457-72A7-9F1E1C975D53}"/>
              </a:ext>
            </a:extLst>
          </p:cNvPr>
          <p:cNvSpPr/>
          <p:nvPr/>
        </p:nvSpPr>
        <p:spPr>
          <a:xfrm>
            <a:off x="14281175" y="6842910"/>
            <a:ext cx="3238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7E8D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48AC019E-E58A-BB82-6CCF-2C02A5A227F5}"/>
              </a:ext>
            </a:extLst>
          </p:cNvPr>
          <p:cNvSpPr/>
          <p:nvPr/>
        </p:nvSpPr>
        <p:spPr>
          <a:xfrm>
            <a:off x="14662175" y="6580972"/>
            <a:ext cx="1939900" cy="876300"/>
          </a:xfrm>
          <a:prstGeom prst="roundRect">
            <a:avLst>
              <a:gd name="adj" fmla="val 13043"/>
            </a:avLst>
          </a:prstGeom>
          <a:solidFill>
            <a:srgbClr val="EEF5FB"/>
          </a:solidFill>
          <a:ln w="9525">
            <a:solidFill>
              <a:srgbClr val="16263B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9B540917-8AF3-E45B-9FF8-9255AD6A3397}"/>
              </a:ext>
            </a:extLst>
          </p:cNvPr>
          <p:cNvSpPr/>
          <p:nvPr/>
        </p:nvSpPr>
        <p:spPr>
          <a:xfrm>
            <a:off x="14862200" y="6704797"/>
            <a:ext cx="16160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Foundry</a:t>
            </a:r>
          </a:p>
          <a:p>
            <a:pPr marL="0" indent="0" algn="l">
              <a:buNone/>
            </a:pPr>
            <a:r>
              <a:rPr lang="en-US" b="1" dirty="0">
                <a:solidFill>
                  <a:srgbClr val="16263B"/>
                </a:solidFill>
                <a:latin typeface="Arial" pitchFamily="34" charset="0"/>
                <a:cs typeface="Arial" pitchFamily="34" charset="-120"/>
              </a:rPr>
              <a:t>(OpenAI)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9C3DF-EFFF-7431-C869-A0433A7A9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9B43976D-3E60-4F7E-54E2-92F8B8A35C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C57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476CD404-4610-8A25-3697-D6F3B5DABDDA}"/>
              </a:ext>
            </a:extLst>
          </p:cNvPr>
          <p:cNvSpPr/>
          <p:nvPr/>
        </p:nvSpPr>
        <p:spPr>
          <a:xfrm>
            <a:off x="520629" y="362039"/>
            <a:ext cx="16285845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kern="0" spc="-93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Stellarus Platform</a:t>
            </a:r>
            <a:endParaRPr lang="en-US" sz="32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FD02BF17-C404-B831-C572-175648731D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0629" y="1237347"/>
            <a:ext cx="7285985" cy="8762136"/>
          </a:xfrm>
          <a:prstGeom prst="roundRect">
            <a:avLst>
              <a:gd name="adj" fmla="val 4784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FFFFFF">
                <a:alpha val="75000"/>
              </a:srgbClr>
            </a:solidFill>
            <a:prstDash val="solid"/>
          </a:ln>
          <a:effectLst>
            <a:outerShdw blurRad="419100" dist="171450" dir="5400000" algn="bl" rotWithShape="0">
              <a:srgbClr val="1626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6A0E6AF-16B0-BA56-8A36-0F0D585651F5}"/>
              </a:ext>
            </a:extLst>
          </p:cNvPr>
          <p:cNvSpPr/>
          <p:nvPr/>
        </p:nvSpPr>
        <p:spPr>
          <a:xfrm>
            <a:off x="809007" y="3006533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– Broker service</a:t>
            </a:r>
            <a:endParaRPr lang="en-US" sz="20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02FF81B-ABE2-2923-33C2-C185EE949361}"/>
              </a:ext>
            </a:extLst>
          </p:cNvPr>
          <p:cNvSpPr/>
          <p:nvPr/>
        </p:nvSpPr>
        <p:spPr>
          <a:xfrm>
            <a:off x="809007" y="3300303"/>
            <a:ext cx="6936449" cy="94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agent and customers integration, telemetry, insights</a:t>
            </a: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F59C3D8A-88FD-D499-4188-93586333F4F3}"/>
              </a:ext>
            </a:extLst>
          </p:cNvPr>
          <p:cNvSpPr/>
          <p:nvPr/>
        </p:nvSpPr>
        <p:spPr>
          <a:xfrm>
            <a:off x="765258" y="4123457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services and Atlas IQ integration</a:t>
            </a:r>
            <a:endParaRPr lang="en-US" sz="200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6710317D-B0A7-B774-8CC6-7CD0349D7826}"/>
              </a:ext>
            </a:extLst>
          </p:cNvPr>
          <p:cNvSpPr/>
          <p:nvPr/>
        </p:nvSpPr>
        <p:spPr>
          <a:xfrm>
            <a:off x="765951" y="5697160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and data science collaboration</a:t>
            </a:r>
            <a:endParaRPr lang="en-US" sz="200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ED49AA0B-E785-3064-F8E9-D943259D8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0" y="-38405"/>
            <a:ext cx="8809238" cy="10363809"/>
          </a:xfrm>
          <a:prstGeom prst="rect">
            <a:avLst/>
          </a:prstGeom>
        </p:spPr>
      </p:pic>
      <p:sp>
        <p:nvSpPr>
          <p:cNvPr id="42" name="Text 9">
            <a:extLst>
              <a:ext uri="{FF2B5EF4-FFF2-40B4-BE49-F238E27FC236}">
                <a16:creationId xmlns:a16="http://schemas.microsoft.com/office/drawing/2014/main" id="{B3E0E96F-DE2D-0846-1D2E-153CB1595389}"/>
              </a:ext>
            </a:extLst>
          </p:cNvPr>
          <p:cNvSpPr/>
          <p:nvPr/>
        </p:nvSpPr>
        <p:spPr>
          <a:xfrm>
            <a:off x="808314" y="4426942"/>
            <a:ext cx="6936449" cy="821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service - All lines of business</a:t>
            </a:r>
          </a:p>
          <a:p>
            <a:pPr algn="l">
              <a:lnSpc>
                <a:spcPct val="135000"/>
              </a:lnSpc>
            </a:pPr>
            <a:r>
              <a:rPr lang="en-US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service, eligibility, claims history..</a:t>
            </a: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EFCDA686-1C76-A318-C3CD-94D31732FF23}"/>
              </a:ext>
            </a:extLst>
          </p:cNvPr>
          <p:cNvSpPr/>
          <p:nvPr/>
        </p:nvSpPr>
        <p:spPr>
          <a:xfrm>
            <a:off x="808314" y="6070973"/>
            <a:ext cx="6936449" cy="113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Sierra.ai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agent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agent</a:t>
            </a: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49D5EE4A-7D0C-6C93-06F9-3535B9B591CD}"/>
              </a:ext>
            </a:extLst>
          </p:cNvPr>
          <p:cNvSpPr/>
          <p:nvPr/>
        </p:nvSpPr>
        <p:spPr>
          <a:xfrm>
            <a:off x="765951" y="7716001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200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42510FBF-7F7F-1476-2D3D-191BF122A0EF}"/>
              </a:ext>
            </a:extLst>
          </p:cNvPr>
          <p:cNvSpPr/>
          <p:nvPr/>
        </p:nvSpPr>
        <p:spPr>
          <a:xfrm>
            <a:off x="808314" y="8089814"/>
            <a:ext cx="6936449" cy="113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labelled UI SDK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C57A099D-C524-0602-93BD-C7A1E8926A0A}"/>
              </a:ext>
            </a:extLst>
          </p:cNvPr>
          <p:cNvSpPr/>
          <p:nvPr/>
        </p:nvSpPr>
        <p:spPr>
          <a:xfrm>
            <a:off x="809007" y="1716963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Config Service</a:t>
            </a:r>
            <a:endParaRPr lang="en-US" sz="20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9536F095-8CB5-8449-A9A8-6B6DFC3324B0}"/>
              </a:ext>
            </a:extLst>
          </p:cNvPr>
          <p:cNvSpPr/>
          <p:nvPr/>
        </p:nvSpPr>
        <p:spPr>
          <a:xfrm>
            <a:off x="809007" y="2010733"/>
            <a:ext cx="6936449" cy="94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to control authentication, rules, white labeling, etc. configuration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8239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5482B-9AAF-D72F-6E24-F16C991C3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61691061-3A52-87FC-3114-DFD826001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2C572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2">
            <a:extLst>
              <a:ext uri="{FF2B5EF4-FFF2-40B4-BE49-F238E27FC236}">
                <a16:creationId xmlns:a16="http://schemas.microsoft.com/office/drawing/2014/main" id="{F9505AEB-5376-9C36-CE59-E10BC6F5F73C}"/>
              </a:ext>
            </a:extLst>
          </p:cNvPr>
          <p:cNvSpPr/>
          <p:nvPr/>
        </p:nvSpPr>
        <p:spPr>
          <a:xfrm>
            <a:off x="520629" y="362039"/>
            <a:ext cx="16285845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200" b="1" kern="0" spc="-93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Stellarus Platform</a:t>
            </a:r>
            <a:endParaRPr lang="en-US" sz="3200" dirty="0"/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6B76B9F-5021-44E9-121E-5B3491DFBE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0629" y="1237347"/>
            <a:ext cx="7285985" cy="8762136"/>
          </a:xfrm>
          <a:prstGeom prst="roundRect">
            <a:avLst>
              <a:gd name="adj" fmla="val 4784"/>
            </a:avLst>
          </a:prstGeom>
          <a:solidFill>
            <a:srgbClr val="FFFFFF">
              <a:alpha val="97000"/>
            </a:srgbClr>
          </a:solidFill>
          <a:ln w="9525">
            <a:solidFill>
              <a:srgbClr val="FFFFFF">
                <a:alpha val="75000"/>
              </a:srgbClr>
            </a:solidFill>
            <a:prstDash val="solid"/>
          </a:ln>
          <a:effectLst>
            <a:outerShdw blurRad="419100" dist="171450" dir="5400000" algn="bl" rotWithShape="0">
              <a:srgbClr val="16263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E1014A1-9BE4-B16F-98B1-6ADBBC86B130}"/>
              </a:ext>
            </a:extLst>
          </p:cNvPr>
          <p:cNvSpPr/>
          <p:nvPr/>
        </p:nvSpPr>
        <p:spPr>
          <a:xfrm>
            <a:off x="809007" y="3006533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– Broker service</a:t>
            </a:r>
            <a:endParaRPr lang="en-US" sz="20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4B671EE0-7020-618A-6F6D-17D6DB539792}"/>
              </a:ext>
            </a:extLst>
          </p:cNvPr>
          <p:cNvSpPr/>
          <p:nvPr/>
        </p:nvSpPr>
        <p:spPr>
          <a:xfrm>
            <a:off x="809007" y="3300303"/>
            <a:ext cx="6936449" cy="94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agent and customers integration, telemetry, insights</a:t>
            </a: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1B384C7F-B104-36F0-CF47-DE5323F72263}"/>
              </a:ext>
            </a:extLst>
          </p:cNvPr>
          <p:cNvSpPr/>
          <p:nvPr/>
        </p:nvSpPr>
        <p:spPr>
          <a:xfrm>
            <a:off x="765258" y="4123457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services and Atlas IQ integration</a:t>
            </a:r>
            <a:endParaRPr lang="en-US" sz="200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D817FF04-FC0F-22AF-C325-AA8C76C68461}"/>
              </a:ext>
            </a:extLst>
          </p:cNvPr>
          <p:cNvSpPr/>
          <p:nvPr/>
        </p:nvSpPr>
        <p:spPr>
          <a:xfrm>
            <a:off x="765951" y="5697160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and data science collaboration</a:t>
            </a:r>
            <a:endParaRPr lang="en-US" sz="2000"/>
          </a:p>
        </p:txBody>
      </p:sp>
      <p:pic>
        <p:nvPicPr>
          <p:cNvPr id="24" name="Graphic 23">
            <a:extLst>
              <a:ext uri="{FF2B5EF4-FFF2-40B4-BE49-F238E27FC236}">
                <a16:creationId xmlns:a16="http://schemas.microsoft.com/office/drawing/2014/main" id="{3BF354F7-277A-BA32-EE10-041B0BDE4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0" y="-38405"/>
            <a:ext cx="8809238" cy="10363809"/>
          </a:xfrm>
          <a:prstGeom prst="rect">
            <a:avLst/>
          </a:prstGeom>
        </p:spPr>
      </p:pic>
      <p:sp>
        <p:nvSpPr>
          <p:cNvPr id="42" name="Text 9">
            <a:extLst>
              <a:ext uri="{FF2B5EF4-FFF2-40B4-BE49-F238E27FC236}">
                <a16:creationId xmlns:a16="http://schemas.microsoft.com/office/drawing/2014/main" id="{25CC8921-DDB3-F60F-F389-788888BB53C2}"/>
              </a:ext>
            </a:extLst>
          </p:cNvPr>
          <p:cNvSpPr/>
          <p:nvPr/>
        </p:nvSpPr>
        <p:spPr>
          <a:xfrm>
            <a:off x="808314" y="4426942"/>
            <a:ext cx="6936449" cy="821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service - All lines of business</a:t>
            </a:r>
          </a:p>
          <a:p>
            <a:pPr algn="l">
              <a:lnSpc>
                <a:spcPct val="135000"/>
              </a:lnSpc>
            </a:pPr>
            <a:r>
              <a:rPr lang="en-US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service, eligibility, claims history..</a:t>
            </a:r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0566DBDB-C543-AA0D-E018-C35A03526E0E}"/>
              </a:ext>
            </a:extLst>
          </p:cNvPr>
          <p:cNvSpPr/>
          <p:nvPr/>
        </p:nvSpPr>
        <p:spPr>
          <a:xfrm>
            <a:off x="808314" y="6070973"/>
            <a:ext cx="6936449" cy="113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Sierra.ai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agent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agent</a:t>
            </a:r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4234BF44-9339-81D2-1DB5-444060C3B8F8}"/>
              </a:ext>
            </a:extLst>
          </p:cNvPr>
          <p:cNvSpPr/>
          <p:nvPr/>
        </p:nvSpPr>
        <p:spPr>
          <a:xfrm>
            <a:off x="765951" y="7716001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</a:t>
            </a:r>
            <a:endParaRPr lang="en-US" sz="200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2CB997AE-BF93-4B7C-9FE2-BC63C2B34C6B}"/>
              </a:ext>
            </a:extLst>
          </p:cNvPr>
          <p:cNvSpPr/>
          <p:nvPr/>
        </p:nvSpPr>
        <p:spPr>
          <a:xfrm>
            <a:off x="808314" y="8089814"/>
            <a:ext cx="6936449" cy="1130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</a:t>
            </a:r>
          </a:p>
          <a:p>
            <a:pPr algn="l">
              <a:lnSpc>
                <a:spcPct val="135000"/>
              </a:lnSpc>
            </a:pPr>
            <a:r>
              <a:rPr lang="en-US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 labelled UI SDK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B732B58-34BA-098A-AE52-1AE202965413}"/>
              </a:ext>
            </a:extLst>
          </p:cNvPr>
          <p:cNvSpPr/>
          <p:nvPr/>
        </p:nvSpPr>
        <p:spPr>
          <a:xfrm>
            <a:off x="809007" y="1716963"/>
            <a:ext cx="626762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kern="0" spc="-30" dirty="0">
                <a:solidFill>
                  <a:srgbClr val="1626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Config Service</a:t>
            </a:r>
            <a:endParaRPr lang="en-US" sz="2000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4D4CF371-A239-AEA2-9D39-5489F4A2EC1D}"/>
              </a:ext>
            </a:extLst>
          </p:cNvPr>
          <p:cNvSpPr/>
          <p:nvPr/>
        </p:nvSpPr>
        <p:spPr>
          <a:xfrm>
            <a:off x="809007" y="2010733"/>
            <a:ext cx="6936449" cy="94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35000"/>
              </a:lnSpc>
            </a:pPr>
            <a:r>
              <a:rPr lang="en-US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to control authentication, rules, white labeling, etc. configuration controls.</a:t>
            </a:r>
          </a:p>
        </p:txBody>
      </p:sp>
    </p:spTree>
    <p:extLst>
      <p:ext uri="{BB962C8B-B14F-4D97-AF65-F5344CB8AC3E}">
        <p14:creationId xmlns:p14="http://schemas.microsoft.com/office/powerpoint/2010/main" val="848179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01077" y="1835647"/>
            <a:ext cx="16285845" cy="6640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4650" b="1" kern="0" spc="-93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for member chat release</a:t>
            </a:r>
            <a:endParaRPr lang="en-US" sz="4650"/>
          </a:p>
        </p:txBody>
      </p:sp>
      <p:sp>
        <p:nvSpPr>
          <p:cNvPr id="5" name="Shape 3"/>
          <p:cNvSpPr/>
          <p:nvPr/>
        </p:nvSpPr>
        <p:spPr>
          <a:xfrm>
            <a:off x="243373" y="2908310"/>
            <a:ext cx="14546610" cy="19050"/>
          </a:xfrm>
          <a:prstGeom prst="rect">
            <a:avLst/>
          </a:prstGeom>
          <a:solidFill>
            <a:srgbClr val="3EA59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54016" y="2784485"/>
            <a:ext cx="266700" cy="266700"/>
          </a:xfrm>
          <a:prstGeom prst="ellipse">
            <a:avLst/>
          </a:prstGeom>
          <a:solidFill>
            <a:srgbClr val="3EA59B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60452" y="3279785"/>
            <a:ext cx="853827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1</a:t>
            </a:r>
            <a:endParaRPr lang="en-US" sz="2850"/>
          </a:p>
        </p:txBody>
      </p:sp>
      <p:sp>
        <p:nvSpPr>
          <p:cNvPr id="8" name="Text 6"/>
          <p:cNvSpPr/>
          <p:nvPr/>
        </p:nvSpPr>
        <p:spPr>
          <a:xfrm>
            <a:off x="30883" y="3831803"/>
            <a:ext cx="3104643" cy="2192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Non-Stellarus 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Live</a:t>
            </a:r>
            <a:endParaRPr lang="en-US" sz="1800">
              <a:solidFill>
                <a:srgbClr val="9DB4CD"/>
              </a:solidFill>
              <a:latin typeface="Arial"/>
              <a:ea typeface="Arial" pitchFamily="34" charset="-122"/>
              <a:cs typeface="Arial"/>
            </a:endParaRPr>
          </a:p>
          <a:p>
            <a:pPr algn="ctr">
              <a:lnSpc>
                <a:spcPct val="135000"/>
              </a:lnSpc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Sierra 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 member chat for BSC</a:t>
            </a:r>
          </a:p>
          <a:p>
            <a:pPr algn="ctr">
              <a:lnSpc>
                <a:spcPct val="135000"/>
              </a:lnSpc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Benefits service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 – all LoB</a:t>
            </a:r>
            <a:endParaRPr lang="en-US" sz="180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121391" y="2769039"/>
            <a:ext cx="266700" cy="266700"/>
          </a:xfrm>
          <a:prstGeom prst="ellipse">
            <a:avLst/>
          </a:prstGeom>
          <a:solidFill>
            <a:srgbClr val="3C88BF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48725" y="3279785"/>
            <a:ext cx="1012031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</a:t>
            </a:r>
            <a:endParaRPr lang="en-US" sz="2850"/>
          </a:p>
        </p:txBody>
      </p:sp>
      <p:sp>
        <p:nvSpPr>
          <p:cNvPr id="11" name="Text 9"/>
          <p:cNvSpPr/>
          <p:nvPr/>
        </p:nvSpPr>
        <p:spPr>
          <a:xfrm>
            <a:off x="5456556" y="3838224"/>
            <a:ext cx="3596368" cy="1936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Stellarus Platform 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| </a:t>
            </a: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Beta</a:t>
            </a:r>
          </a:p>
          <a:p>
            <a:pPr algn="ctr">
              <a:lnSpc>
                <a:spcPct val="135000"/>
              </a:lnSpc>
            </a:pPr>
            <a:r>
              <a:rPr lang="en-US" sz="1700">
                <a:solidFill>
                  <a:srgbClr val="9DB4CD"/>
                </a:solidFill>
                <a:latin typeface="Arial"/>
                <a:cs typeface="Arial"/>
              </a:rPr>
              <a:t>SDK with escalation</a:t>
            </a:r>
            <a:endParaRPr lang="en-US"/>
          </a:p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cs typeface="Arial"/>
              </a:rPr>
              <a:t>BSC integration start</a:t>
            </a:r>
            <a:endParaRPr lang="en-US">
              <a:solidFill>
                <a:srgbClr val="9DB4CD"/>
              </a:solidFill>
              <a:latin typeface="Arial" pitchFamily="34" charset="0"/>
              <a:cs typeface="Arial" pitchFamily="34" charset="-120"/>
            </a:endParaRPr>
          </a:p>
          <a:p>
            <a:pPr algn="ctr">
              <a:lnSpc>
                <a:spcPct val="135000"/>
              </a:lnSpc>
            </a:pPr>
            <a:endParaRPr lang="en-US" sz="1800">
              <a:solidFill>
                <a:srgbClr val="9DB4CD"/>
              </a:solidFill>
              <a:latin typeface="Arial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0224739" y="2784485"/>
            <a:ext cx="266700" cy="266700"/>
          </a:xfrm>
          <a:prstGeom prst="ellipse">
            <a:avLst/>
          </a:prstGeom>
          <a:solidFill>
            <a:srgbClr val="79A8D4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743503" y="3279785"/>
            <a:ext cx="1229097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15</a:t>
            </a:r>
            <a:endParaRPr lang="en-US" sz="2850"/>
          </a:p>
        </p:txBody>
      </p:sp>
      <p:sp>
        <p:nvSpPr>
          <p:cNvPr id="14" name="Text 12"/>
          <p:cNvSpPr/>
          <p:nvPr/>
        </p:nvSpPr>
        <p:spPr>
          <a:xfrm>
            <a:off x="8724415" y="3833392"/>
            <a:ext cx="3267347" cy="13043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Platform | Release</a:t>
            </a: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 candidate</a:t>
            </a:r>
          </a:p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cs typeface="Arial"/>
              </a:rPr>
              <a:t>Continuous testing and adjustments </a:t>
            </a:r>
          </a:p>
          <a:p>
            <a:pPr algn="ctr">
              <a:lnSpc>
                <a:spcPct val="135000"/>
              </a:lnSpc>
            </a:pPr>
            <a:endParaRPr lang="en-US">
              <a:solidFill>
                <a:srgbClr val="9DB4CD"/>
              </a:solidFill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2895601" y="2769039"/>
            <a:ext cx="266700" cy="266700"/>
          </a:xfrm>
          <a:prstGeom prst="ellipse">
            <a:avLst/>
          </a:prstGeom>
          <a:solidFill>
            <a:srgbClr val="F2C572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518205" y="3279785"/>
            <a:ext cx="990600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28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1</a:t>
            </a:r>
            <a:endParaRPr lang="en-US" sz="2850"/>
          </a:p>
        </p:txBody>
      </p:sp>
      <p:sp>
        <p:nvSpPr>
          <p:cNvPr id="17" name="Text 15"/>
          <p:cNvSpPr/>
          <p:nvPr/>
        </p:nvSpPr>
        <p:spPr>
          <a:xfrm>
            <a:off x="12515369" y="3831803"/>
            <a:ext cx="914921" cy="3466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800">
                <a:solidFill>
                  <a:srgbClr val="9DB4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</a:t>
            </a:r>
            <a:endParaRPr lang="en-US" sz="1800"/>
          </a:p>
        </p:txBody>
      </p:sp>
      <p:sp>
        <p:nvSpPr>
          <p:cNvPr id="18" name="Shape 16"/>
          <p:cNvSpPr/>
          <p:nvPr/>
        </p:nvSpPr>
        <p:spPr>
          <a:xfrm>
            <a:off x="-2446" y="6664018"/>
            <a:ext cx="18282852" cy="1528763"/>
          </a:xfrm>
          <a:prstGeom prst="roundRect">
            <a:avLst>
              <a:gd name="adj" fmla="val 11215"/>
            </a:avLst>
          </a:prstGeom>
          <a:solidFill>
            <a:srgbClr val="FFFFFF">
              <a:alpha val="5000"/>
            </a:srgbClr>
          </a:solidFill>
          <a:ln w="9525">
            <a:solidFill>
              <a:srgbClr val="8DAAC8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4890" y="6948785"/>
            <a:ext cx="15481364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kern="0" spc="120">
                <a:solidFill>
                  <a:srgbClr val="9DB4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 | PARALLEL WORK WITH APPS AND DATA SCIENCE TEAM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574890" y="7329785"/>
            <a:ext cx="1153864" cy="557213"/>
          </a:xfrm>
          <a:prstGeom prst="roundRect">
            <a:avLst>
              <a:gd name="adj" fmla="val 50000"/>
            </a:avLst>
          </a:prstGeom>
          <a:solidFill>
            <a:srgbClr val="3EA59B">
              <a:alpha val="16000"/>
            </a:srgbClr>
          </a:solidFill>
          <a:ln w="9525">
            <a:solidFill>
              <a:srgbClr val="3EA59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13015" y="7482677"/>
            <a:ext cx="753814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SDK</a:t>
            </a:r>
            <a:endParaRPr lang="en-US" sz="1800"/>
          </a:p>
        </p:txBody>
      </p:sp>
      <p:sp>
        <p:nvSpPr>
          <p:cNvPr id="22" name="Shape 20"/>
          <p:cNvSpPr/>
          <p:nvPr/>
        </p:nvSpPr>
        <p:spPr>
          <a:xfrm>
            <a:off x="1862104" y="7329785"/>
            <a:ext cx="2166714" cy="557213"/>
          </a:xfrm>
          <a:prstGeom prst="roundRect">
            <a:avLst>
              <a:gd name="adj" fmla="val 50000"/>
            </a:avLst>
          </a:prstGeom>
          <a:solidFill>
            <a:srgbClr val="3EA59B">
              <a:alpha val="16000"/>
            </a:srgbClr>
          </a:solidFill>
          <a:ln w="9525">
            <a:solidFill>
              <a:srgbClr val="3EA59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254689" y="7453610"/>
            <a:ext cx="1457745" cy="455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CSR Agent</a:t>
            </a:r>
            <a:endParaRPr lang="en-US" sz="1800"/>
          </a:p>
        </p:txBody>
      </p:sp>
      <p:sp>
        <p:nvSpPr>
          <p:cNvPr id="24" name="Shape 22"/>
          <p:cNvSpPr/>
          <p:nvPr/>
        </p:nvSpPr>
        <p:spPr>
          <a:xfrm>
            <a:off x="4162169" y="7329785"/>
            <a:ext cx="2234282" cy="557213"/>
          </a:xfrm>
          <a:prstGeom prst="roundRect">
            <a:avLst>
              <a:gd name="adj" fmla="val 50000"/>
            </a:avLst>
          </a:prstGeom>
          <a:solidFill>
            <a:srgbClr val="3EA59B">
              <a:alpha val="16000"/>
            </a:srgbClr>
          </a:solidFill>
          <a:ln w="9525">
            <a:solidFill>
              <a:srgbClr val="3EA59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400294" y="7453609"/>
            <a:ext cx="183423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CF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Agent</a:t>
            </a:r>
            <a:endParaRPr lang="en-US" sz="1800"/>
          </a:p>
        </p:txBody>
      </p:sp>
      <p:sp>
        <p:nvSpPr>
          <p:cNvPr id="2" name="Shape 22">
            <a:extLst>
              <a:ext uri="{FF2B5EF4-FFF2-40B4-BE49-F238E27FC236}">
                <a16:creationId xmlns:a16="http://schemas.microsoft.com/office/drawing/2014/main" id="{4BCB4721-38D8-7A3B-3022-C9E0A09C6343}"/>
              </a:ext>
            </a:extLst>
          </p:cNvPr>
          <p:cNvSpPr/>
          <p:nvPr/>
        </p:nvSpPr>
        <p:spPr>
          <a:xfrm>
            <a:off x="6633520" y="7329785"/>
            <a:ext cx="1508323" cy="557213"/>
          </a:xfrm>
          <a:prstGeom prst="roundRect">
            <a:avLst>
              <a:gd name="adj" fmla="val 50000"/>
            </a:avLst>
          </a:prstGeom>
          <a:solidFill>
            <a:srgbClr val="3EA59B">
              <a:alpha val="16000"/>
            </a:srgbClr>
          </a:solidFill>
          <a:ln w="9525">
            <a:solidFill>
              <a:srgbClr val="3EA59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276D2F1-AFC7-6E6C-66D1-BA73808AFE22}"/>
              </a:ext>
            </a:extLst>
          </p:cNvPr>
          <p:cNvSpPr/>
          <p:nvPr/>
        </p:nvSpPr>
        <p:spPr>
          <a:xfrm>
            <a:off x="7041550" y="7438162"/>
            <a:ext cx="922922" cy="3785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b="1">
                <a:solidFill>
                  <a:srgbClr val="CFE0F0"/>
                </a:solidFill>
                <a:latin typeface="Arial"/>
                <a:cs typeface="Arial"/>
              </a:rPr>
              <a:t>Voice</a:t>
            </a:r>
            <a:endParaRPr lang="en-US"/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F409EEF4-37B7-30C9-1F75-6F901EB9CB3F}"/>
              </a:ext>
            </a:extLst>
          </p:cNvPr>
          <p:cNvSpPr/>
          <p:nvPr/>
        </p:nvSpPr>
        <p:spPr>
          <a:xfrm>
            <a:off x="4263891" y="2799930"/>
            <a:ext cx="266700" cy="266700"/>
          </a:xfrm>
          <a:prstGeom prst="ellipse">
            <a:avLst/>
          </a:prstGeom>
          <a:solidFill>
            <a:srgbClr val="3C88BF"/>
          </a:solidFill>
          <a:ln w="38100">
            <a:solidFill>
              <a:srgbClr val="16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1CA7FCD6-FFA6-71AC-698E-660728B29D8D}"/>
              </a:ext>
            </a:extLst>
          </p:cNvPr>
          <p:cNvSpPr/>
          <p:nvPr/>
        </p:nvSpPr>
        <p:spPr>
          <a:xfrm>
            <a:off x="3705873" y="3279784"/>
            <a:ext cx="1413626" cy="500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/>
            <a:r>
              <a:rPr lang="en-US" sz="2600" b="1">
                <a:solidFill>
                  <a:srgbClr val="FFFFFF"/>
                </a:solidFill>
                <a:latin typeface="Arial"/>
                <a:cs typeface="Arial"/>
              </a:rPr>
              <a:t>July 15</a:t>
            </a:r>
            <a:endParaRPr lang="en-US" sz="260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895DCF03-91B8-D27C-AAB2-87902F9023B0}"/>
              </a:ext>
            </a:extLst>
          </p:cNvPr>
          <p:cNvSpPr/>
          <p:nvPr/>
        </p:nvSpPr>
        <p:spPr>
          <a:xfrm>
            <a:off x="3139663" y="3838224"/>
            <a:ext cx="2638719" cy="1936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en-US" sz="1800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Stellarus Platform </a:t>
            </a:r>
            <a:r>
              <a:rPr lang="en-US">
                <a:solidFill>
                  <a:srgbClr val="9DB4CD"/>
                </a:solidFill>
                <a:latin typeface="Arial"/>
                <a:ea typeface="Arial" pitchFamily="34" charset="-122"/>
                <a:cs typeface="Arial"/>
              </a:rPr>
              <a:t>| Alpha</a:t>
            </a:r>
            <a:endParaRPr lang="en-US" sz="1800">
              <a:solidFill>
                <a:srgbClr val="9DB4CD"/>
              </a:solidFill>
              <a:latin typeface="Arial"/>
              <a:ea typeface="Arial" pitchFamily="34" charset="-122"/>
              <a:cs typeface="Arial"/>
            </a:endParaRPr>
          </a:p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cs typeface="Arial"/>
              </a:rPr>
              <a:t>Demo UI</a:t>
            </a:r>
          </a:p>
          <a:p>
            <a:pPr algn="ctr">
              <a:lnSpc>
                <a:spcPct val="135000"/>
              </a:lnSpc>
            </a:pPr>
            <a:r>
              <a:rPr lang="en-US">
                <a:solidFill>
                  <a:srgbClr val="9DB4CD"/>
                </a:solidFill>
                <a:latin typeface="Arial"/>
                <a:cs typeface="Arial"/>
              </a:rPr>
              <a:t>SDK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ccc3e3a-98af-453f-8994-44e6a406a784}" enabled="0" method="" siteId="{dccc3e3a-98af-453f-8994-44e6a406a78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191</TotalTime>
  <Words>297</Words>
  <Application>Microsoft Macintosh PowerPoint</Application>
  <PresentationFormat>Custom</PresentationFormat>
  <Paragraphs>85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Jackson, Jason</cp:lastModifiedBy>
  <cp:revision>3</cp:revision>
  <dcterms:created xsi:type="dcterms:W3CDTF">2026-06-10T04:52:20Z</dcterms:created>
  <dcterms:modified xsi:type="dcterms:W3CDTF">2026-07-01T22:43:28Z</dcterms:modified>
</cp:coreProperties>
</file>