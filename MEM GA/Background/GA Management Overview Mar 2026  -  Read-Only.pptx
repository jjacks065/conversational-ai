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E0_4739CB21.xml" ContentType="application/vnd.ms-powerpoint.comments+xml"/>
  <Override PartName="/ppt/comments/modernComment_1E2_1AB399BE.xml" ContentType="application/vnd.ms-powerpoint.comments+xml"/>
  <Override PartName="/ppt/comments/modernComment_1E5_E7F31F1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sldIdLst>
    <p:sldId id="481" r:id="rId5"/>
    <p:sldId id="484" r:id="rId6"/>
    <p:sldId id="483" r:id="rId7"/>
    <p:sldId id="480" r:id="rId8"/>
    <p:sldId id="482" r:id="rId9"/>
    <p:sldId id="48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46D1F03-D8CE-E695-9F51-C680323FE162}" name="Martha Senturia" initials="MS" userId="S::martha.senturia@ptpinc.com::56b92b20-333f-4cd8-b531-ef9cb98df893" providerId="AD"/>
  <p188:author id="{1DB1001E-8C36-E046-C0AB-9D50F01943EE}" name="Hughes, Julie" initials="HJ" userId="S::jhughe03@blueshieldca.com::0e2353b5-ccb2-44df-bc74-fd2d80208484" providerId="AD"/>
  <p188:author id="{EAE9EF90-5498-C363-DF0E-FB1933765747}" name="Chance" initials="CCKW" userId="Chance"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636C"/>
    <a:srgbClr val="FFFFFF"/>
    <a:srgbClr val="00D25F"/>
    <a:srgbClr val="F8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D7524A-9650-204B-26B0-110E9D3C2161}" v="120" dt="2026-03-10T23:21:19.550"/>
    <p1510:client id="{DB071CBA-0657-BF19-04AE-909A4586284B}" v="5" dt="2026-03-11T19:39:09.653"/>
    <p1510:client id="{F257EDB7-58BE-4C26-86E2-7D1F26CD2B75}" v="157" dt="2026-03-10T23:08:30.5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11"/>
    <p:restoredTop sz="94737"/>
  </p:normalViewPr>
  <p:slideViewPr>
    <p:cSldViewPr snapToGrid="0">
      <p:cViewPr varScale="1">
        <p:scale>
          <a:sx n="85" d="100"/>
          <a:sy n="85" d="100"/>
        </p:scale>
        <p:origin x="6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omments/modernComment_1E0_4739CB21.xml><?xml version="1.0" encoding="utf-8"?>
<p188:cmLst xmlns:a="http://schemas.openxmlformats.org/drawingml/2006/main" xmlns:r="http://schemas.openxmlformats.org/officeDocument/2006/relationships" xmlns:p188="http://schemas.microsoft.com/office/powerpoint/2018/8/main">
  <p188:cm id="{5C79333B-80B2-4B49-B952-01962B4A8A55}" authorId="{A46D1F03-D8CE-E695-9F51-C680323FE162}" status="resolved" created="2026-03-05T23:28:36.772" complete="100000">
    <pc:sldMkLst xmlns:pc="http://schemas.microsoft.com/office/powerpoint/2013/main/command">
      <pc:docMk/>
      <pc:sldMk cId="1194969889" sldId="480"/>
    </pc:sldMkLst>
    <p188:replyLst>
      <p188:reply id="{B30570F4-17EE-4248-8A11-ACCB90B510D7}" authorId="{EAE9EF90-5498-C363-DF0E-FB1933765747}" created="2026-03-10T23:06:39.245">
        <p188:txBody>
          <a:bodyPr/>
          <a:lstStyle/>
          <a:p>
            <a:r>
              <a:rPr lang="en-US"/>
              <a:t>Ok if you have take one last look </a:t>
            </a:r>
          </a:p>
        </p188:txBody>
      </p188:reply>
    </p188:replyLst>
    <p188:txBody>
      <a:bodyPr/>
      <a:lstStyle/>
      <a:p>
        <a:r>
          <a:rPr lang="en-US"/>
          <a:t>[@Chance Whittley] , what does the T inside the blue circle represent?</a:t>
        </a:r>
      </a:p>
    </p188:txBody>
  </p188:cm>
</p188:cmLst>
</file>

<file path=ppt/comments/modernComment_1E2_1AB399BE.xml><?xml version="1.0" encoding="utf-8"?>
<p188:cmLst xmlns:a="http://schemas.openxmlformats.org/drawingml/2006/main" xmlns:r="http://schemas.openxmlformats.org/officeDocument/2006/relationships" xmlns:p188="http://schemas.microsoft.com/office/powerpoint/2018/8/main">
  <p188:cm id="{1ED05A0D-206A-4725-B762-0945018459C8}" authorId="{A46D1F03-D8CE-E695-9F51-C680323FE162}" status="resolved" created="2026-03-10T23:19:17.262" complete="100000">
    <ac:txMkLst xmlns:ac="http://schemas.microsoft.com/office/drawing/2013/main/command">
      <pc:docMk xmlns:pc="http://schemas.microsoft.com/office/powerpoint/2013/main/command"/>
      <pc:sldMk xmlns:pc="http://schemas.microsoft.com/office/powerpoint/2013/main/command" cId="447977918" sldId="482"/>
      <ac:spMk id="97" creationId="{F777AE63-B22B-55BD-3F3D-AC4F0BC61C49}"/>
      <ac:txMk cp="284" len="52">
        <ac:context len="640" hash="924503823"/>
      </ac:txMk>
    </ac:txMkLst>
    <p188:pos x="4585137" y="1340068"/>
    <p188:replyLst>
      <p188:reply id="{9EAF8ED2-4C5C-44FF-BB18-38C875E3C97C}" authorId="{EAE9EF90-5498-C363-DF0E-FB1933765747}" created="2026-03-11T19:09:57.100">
        <p188:txBody>
          <a:bodyPr/>
          <a:lstStyle/>
          <a:p>
            <a:r>
              <a:rPr lang="en-US"/>
              <a:t>Delegates not deletes</a:t>
            </a:r>
          </a:p>
        </p188:txBody>
      </p188:reply>
    </p188:replyLst>
    <p188:txBody>
      <a:bodyPr/>
      <a:lstStyle/>
      <a:p>
        <a:r>
          <a:rPr lang="en-US"/>
          <a:t>[@Chance Whittley] I don't understand this last piece of this paragraph</a:t>
        </a:r>
      </a:p>
    </p188:txBody>
    <p188:extLst>
      <p:ext xmlns:p="http://schemas.openxmlformats.org/presentationml/2006/main" uri="{57CB4572-C831-44C2-8A1C-0ADB6CCDFE69}">
        <p223:reactions xmlns:p223="http://schemas.microsoft.com/office/powerpoint/2022/03/main">
          <p223:rxn type="👍">
            <p223:instance time="2026-03-11T19:38:49.590" authorId="{A46D1F03-D8CE-E695-9F51-C680323FE162}"/>
          </p223:rxn>
        </p223:reactions>
      </p:ext>
    </p188:extLst>
  </p188:cm>
</p188:cmLst>
</file>

<file path=ppt/comments/modernComment_1E5_E7F31F1A.xml><?xml version="1.0" encoding="utf-8"?>
<p188:cmLst xmlns:a="http://schemas.openxmlformats.org/drawingml/2006/main" xmlns:r="http://schemas.openxmlformats.org/officeDocument/2006/relationships" xmlns:p188="http://schemas.microsoft.com/office/powerpoint/2018/8/main">
  <p188:cm id="{DA65E9A0-8466-48D9-BFF0-13FD1CE63DE4}" authorId="{A46D1F03-D8CE-E695-9F51-C680323FE162}" status="resolved" created="2026-03-10T23:17:19.800" complete="100000">
    <ac:txMkLst xmlns:ac="http://schemas.microsoft.com/office/drawing/2013/main/command">
      <pc:docMk xmlns:pc="http://schemas.microsoft.com/office/powerpoint/2013/main/command"/>
      <pc:sldMk xmlns:pc="http://schemas.microsoft.com/office/powerpoint/2013/main/command" cId="3891470106" sldId="485"/>
      <ac:spMk id="18" creationId="{8F15BA8C-C95B-0707-C176-05AE5BC985A1}"/>
      <ac:txMk cp="133" len="27">
        <ac:context len="161" hash="1803165427"/>
      </ac:txMk>
    </ac:txMkLst>
    <p188:pos x="1129862" y="1326931"/>
    <p188:replyLst>
      <p188:reply id="{57749419-C37E-4BF9-A819-737E2DDCAE6E}" authorId="{EAE9EF90-5498-C363-DF0E-FB1933765747}" created="2026-03-11T19:10:29.591">
        <p188:txBody>
          <a:bodyPr/>
          <a:lstStyle/>
          <a:p>
            <a:r>
              <a:rPr lang="en-US"/>
              <a:t>Yes the normal teams would monitoring 
</a:t>
            </a:r>
          </a:p>
        </p188:txBody>
        <p188:extLst>
          <p:ext xmlns:p="http://schemas.openxmlformats.org/presentationml/2006/main" uri="{57CB4572-C831-44C2-8A1C-0ADB6CCDFE69}">
            <p223:reactions xmlns:p223="http://schemas.microsoft.com/office/powerpoint/2022/03/main">
              <p223:rxn type="👍">
                <p223:instance time="2026-03-11T19:38:38.121" authorId="{A46D1F03-D8CE-E695-9F51-C680323FE162}"/>
              </p223:rxn>
            </p223:reactions>
          </p:ext>
        </p188:extLst>
      </p188:reply>
    </p188:replyLst>
    <p188:txBody>
      <a:bodyPr/>
      <a:lstStyle/>
      <a:p>
        <a:r>
          <a:rPr lang="en-US"/>
          <a:t>[@Chance Whittley] Not sure what BAU QA and Review refer to, if they are after deployment?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020A9-F377-C148-85DC-824008DBB39D}" type="datetimeFigureOut">
              <a:rPr lang="en-US" smtClean="0"/>
              <a:t>3/30/26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04412-D09F-C34E-AE59-09C850FD7EAA}" type="slidenum">
              <a:rPr lang="en-US" smtClean="0"/>
              <a:t>‹#›</a:t>
            </a:fld>
            <a:endParaRPr lang="en-US"/>
          </a:p>
        </p:txBody>
      </p:sp>
    </p:spTree>
    <p:extLst>
      <p:ext uri="{BB962C8B-B14F-4D97-AF65-F5344CB8AC3E}">
        <p14:creationId xmlns:p14="http://schemas.microsoft.com/office/powerpoint/2010/main" val="351966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704412-D09F-C34E-AE59-09C850FD7EAA}" type="slidenum">
              <a:rPr lang="en-US" smtClean="0"/>
              <a:t>2</a:t>
            </a:fld>
            <a:endParaRPr lang="en-US"/>
          </a:p>
        </p:txBody>
      </p:sp>
    </p:spTree>
    <p:extLst>
      <p:ext uri="{BB962C8B-B14F-4D97-AF65-F5344CB8AC3E}">
        <p14:creationId xmlns:p14="http://schemas.microsoft.com/office/powerpoint/2010/main" val="37994627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95325" y="3429000"/>
            <a:ext cx="10801350" cy="664797"/>
          </a:xfrm>
        </p:spPr>
        <p:txBody>
          <a:bodyPr anchor="b"/>
          <a:lstStyle>
            <a:lvl1pPr algn="l">
              <a:defRPr sz="4800" baseline="0">
                <a:gradFill flip="none" rotWithShape="1">
                  <a:gsLst>
                    <a:gs pos="99000">
                      <a:schemeClr val="accent3"/>
                    </a:gs>
                    <a:gs pos="0">
                      <a:schemeClr val="accent1"/>
                    </a:gs>
                  </a:gsLst>
                  <a:lin ang="0" scaled="1"/>
                  <a:tileRect/>
                </a:gradFill>
              </a:defRPr>
            </a:lvl1pPr>
          </a:lstStyle>
          <a:p>
            <a:r>
              <a:rPr lang="en-US"/>
              <a:t>Title</a:t>
            </a:r>
          </a:p>
        </p:txBody>
      </p:sp>
      <p:sp>
        <p:nvSpPr>
          <p:cNvPr id="24" name="Text Placeholder 5"/>
          <p:cNvSpPr>
            <a:spLocks noGrp="1"/>
          </p:cNvSpPr>
          <p:nvPr>
            <p:ph type="body" sz="quarter" idx="30" hasCustomPrompt="1"/>
          </p:nvPr>
        </p:nvSpPr>
        <p:spPr>
          <a:xfrm>
            <a:off x="695325" y="4160846"/>
            <a:ext cx="10801350" cy="402418"/>
          </a:xfrm>
        </p:spPr>
        <p:txBody>
          <a:bodyPr wrap="square">
            <a:spAutoFit/>
          </a:bodyPr>
          <a:lstStyle>
            <a:lvl1pPr marL="0" indent="0" algn="l">
              <a:buNone/>
              <a:defRPr sz="2400" baseline="0">
                <a:solidFill>
                  <a:schemeClr val="tx1"/>
                </a:solidFill>
              </a:defRPr>
            </a:lvl1pPr>
          </a:lstStyle>
          <a:p>
            <a:pPr lvl="0"/>
            <a:r>
              <a:rPr lang="en-US"/>
              <a:t>Subtitle</a:t>
            </a:r>
          </a:p>
        </p:txBody>
      </p:sp>
      <p:sp>
        <p:nvSpPr>
          <p:cNvPr id="10" name="Date Placeholder 9"/>
          <p:cNvSpPr>
            <a:spLocks noGrp="1"/>
          </p:cNvSpPr>
          <p:nvPr>
            <p:ph type="dt" sz="half" idx="10"/>
          </p:nvPr>
        </p:nvSpPr>
        <p:spPr>
          <a:xfrm>
            <a:off x="695324" y="5769338"/>
            <a:ext cx="1601827" cy="360000"/>
          </a:xfrm>
        </p:spPr>
        <p:txBody>
          <a:bodyPr anchor="b"/>
          <a:lstStyle>
            <a:lvl1pPr algn="l">
              <a:defRPr sz="2000">
                <a:solidFill>
                  <a:schemeClr val="tx1">
                    <a:alpha val="50000"/>
                  </a:schemeClr>
                </a:solidFill>
              </a:defRPr>
            </a:lvl1pPr>
          </a:lstStyle>
          <a:p>
            <a:endParaRPr lang="en-US"/>
          </a:p>
        </p:txBody>
      </p:sp>
      <p:grpSp>
        <p:nvGrpSpPr>
          <p:cNvPr id="5" name="Group 4"/>
          <p:cNvGrpSpPr>
            <a:grpSpLocks noChangeAspect="1"/>
          </p:cNvGrpSpPr>
          <p:nvPr userDrawn="1"/>
        </p:nvGrpSpPr>
        <p:grpSpPr>
          <a:xfrm>
            <a:off x="695325" y="728663"/>
            <a:ext cx="1865036" cy="720000"/>
            <a:chOff x="4961326" y="3094445"/>
            <a:chExt cx="2360926" cy="911439"/>
          </a:xfrm>
        </p:grpSpPr>
        <p:sp>
          <p:nvSpPr>
            <p:cNvPr id="6" name="Shape"/>
            <p:cNvSpPr>
              <a:spLocks noChangeAspect="1"/>
            </p:cNvSpPr>
            <p:nvPr/>
          </p:nvSpPr>
          <p:spPr>
            <a:xfrm>
              <a:off x="4961326" y="3205157"/>
              <a:ext cx="1287656" cy="800727"/>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lnTo>
                    <a:pt x="9703" y="4617"/>
                  </a:lnTo>
                  <a:lnTo>
                    <a:pt x="8346" y="4617"/>
                  </a:lnTo>
                  <a:lnTo>
                    <a:pt x="8346" y="6000"/>
                  </a:lnTo>
                  <a:lnTo>
                    <a:pt x="9703" y="6000"/>
                  </a:lnTo>
                  <a:lnTo>
                    <a:pt x="9697" y="13713"/>
                  </a:lnTo>
                  <a:cubicBezTo>
                    <a:pt x="9697" y="16671"/>
                    <a:pt x="10651" y="17555"/>
                    <a:pt x="11949" y="17555"/>
                  </a:cubicBezTo>
                  <a:lnTo>
                    <a:pt x="11949" y="15945"/>
                  </a:lnTo>
                  <a:cubicBezTo>
                    <a:pt x="11628" y="15945"/>
                    <a:pt x="10698" y="15945"/>
                    <a:pt x="10698" y="13713"/>
                  </a:cubicBezTo>
                  <a:lnTo>
                    <a:pt x="10698" y="6000"/>
                  </a:lnTo>
                  <a:lnTo>
                    <a:pt x="12276" y="6000"/>
                  </a:lnTo>
                  <a:lnTo>
                    <a:pt x="12276" y="4617"/>
                  </a:lnTo>
                  <a:lnTo>
                    <a:pt x="10698" y="4617"/>
                  </a:lnTo>
                  <a:lnTo>
                    <a:pt x="10698" y="0"/>
                  </a:lnTo>
                  <a:cubicBezTo>
                    <a:pt x="10698" y="0"/>
                    <a:pt x="9703" y="0"/>
                    <a:pt x="9703" y="0"/>
                  </a:cubicBezTo>
                  <a:close/>
                  <a:moveTo>
                    <a:pt x="15899" y="4949"/>
                  </a:moveTo>
                  <a:cubicBezTo>
                    <a:pt x="15388" y="5383"/>
                    <a:pt x="14936" y="6034"/>
                    <a:pt x="14543" y="6903"/>
                  </a:cubicBezTo>
                  <a:lnTo>
                    <a:pt x="14543" y="4617"/>
                  </a:lnTo>
                  <a:lnTo>
                    <a:pt x="13548" y="4617"/>
                  </a:lnTo>
                  <a:lnTo>
                    <a:pt x="13548" y="21600"/>
                  </a:lnTo>
                  <a:lnTo>
                    <a:pt x="14543" y="21600"/>
                  </a:lnTo>
                  <a:lnTo>
                    <a:pt x="14543" y="14914"/>
                  </a:lnTo>
                  <a:cubicBezTo>
                    <a:pt x="14959" y="15730"/>
                    <a:pt x="15426" y="16343"/>
                    <a:pt x="15942" y="16754"/>
                  </a:cubicBezTo>
                  <a:cubicBezTo>
                    <a:pt x="16457" y="17166"/>
                    <a:pt x="17023" y="17372"/>
                    <a:pt x="17638" y="17372"/>
                  </a:cubicBezTo>
                  <a:cubicBezTo>
                    <a:pt x="18732" y="17372"/>
                    <a:pt x="19665" y="16733"/>
                    <a:pt x="20439" y="15457"/>
                  </a:cubicBezTo>
                  <a:cubicBezTo>
                    <a:pt x="21213" y="14181"/>
                    <a:pt x="21600" y="12629"/>
                    <a:pt x="21600" y="10800"/>
                  </a:cubicBezTo>
                  <a:cubicBezTo>
                    <a:pt x="21600" y="9010"/>
                    <a:pt x="21210" y="7478"/>
                    <a:pt x="20428" y="6206"/>
                  </a:cubicBezTo>
                  <a:cubicBezTo>
                    <a:pt x="19648" y="4933"/>
                    <a:pt x="18708" y="4297"/>
                    <a:pt x="17610" y="4297"/>
                  </a:cubicBezTo>
                  <a:cubicBezTo>
                    <a:pt x="16981" y="4297"/>
                    <a:pt x="16410" y="4514"/>
                    <a:pt x="15899" y="4949"/>
                  </a:cubicBezTo>
                  <a:moveTo>
                    <a:pt x="15993" y="15235"/>
                  </a:moveTo>
                  <a:cubicBezTo>
                    <a:pt x="15504" y="14794"/>
                    <a:pt x="15128" y="14196"/>
                    <a:pt x="14865" y="13443"/>
                  </a:cubicBezTo>
                  <a:cubicBezTo>
                    <a:pt x="14603" y="12690"/>
                    <a:pt x="14472" y="11841"/>
                    <a:pt x="14472" y="10897"/>
                  </a:cubicBezTo>
                  <a:cubicBezTo>
                    <a:pt x="14472" y="9459"/>
                    <a:pt x="14766" y="8256"/>
                    <a:pt x="15355" y="7290"/>
                  </a:cubicBezTo>
                  <a:cubicBezTo>
                    <a:pt x="15943" y="6323"/>
                    <a:pt x="16667" y="5840"/>
                    <a:pt x="17528" y="5840"/>
                  </a:cubicBezTo>
                  <a:cubicBezTo>
                    <a:pt x="18081" y="5840"/>
                    <a:pt x="18591" y="6059"/>
                    <a:pt x="19059" y="6496"/>
                  </a:cubicBezTo>
                  <a:cubicBezTo>
                    <a:pt x="19527" y="6934"/>
                    <a:pt x="19899" y="7549"/>
                    <a:pt x="20176" y="8340"/>
                  </a:cubicBezTo>
                  <a:cubicBezTo>
                    <a:pt x="20453" y="9132"/>
                    <a:pt x="20591" y="9969"/>
                    <a:pt x="20591" y="10851"/>
                  </a:cubicBezTo>
                  <a:cubicBezTo>
                    <a:pt x="20591" y="11727"/>
                    <a:pt x="20451" y="12564"/>
                    <a:pt x="20172" y="13363"/>
                  </a:cubicBezTo>
                  <a:cubicBezTo>
                    <a:pt x="19894" y="14162"/>
                    <a:pt x="19519" y="14784"/>
                    <a:pt x="19049" y="15229"/>
                  </a:cubicBezTo>
                  <a:cubicBezTo>
                    <a:pt x="18578" y="15675"/>
                    <a:pt x="18076" y="15897"/>
                    <a:pt x="17542" y="15897"/>
                  </a:cubicBezTo>
                  <a:cubicBezTo>
                    <a:pt x="16998" y="15897"/>
                    <a:pt x="16482" y="15677"/>
                    <a:pt x="15993" y="15235"/>
                  </a:cubicBezTo>
                  <a:moveTo>
                    <a:pt x="2351" y="4949"/>
                  </a:moveTo>
                  <a:cubicBezTo>
                    <a:pt x="1840" y="5383"/>
                    <a:pt x="1388" y="6034"/>
                    <a:pt x="995" y="6903"/>
                  </a:cubicBezTo>
                  <a:lnTo>
                    <a:pt x="995" y="4617"/>
                  </a:lnTo>
                  <a:lnTo>
                    <a:pt x="0" y="4617"/>
                  </a:lnTo>
                  <a:lnTo>
                    <a:pt x="0" y="21600"/>
                  </a:lnTo>
                  <a:lnTo>
                    <a:pt x="995" y="21600"/>
                  </a:lnTo>
                  <a:lnTo>
                    <a:pt x="995" y="14914"/>
                  </a:lnTo>
                  <a:cubicBezTo>
                    <a:pt x="1411" y="15730"/>
                    <a:pt x="1878" y="16343"/>
                    <a:pt x="2394" y="16754"/>
                  </a:cubicBezTo>
                  <a:cubicBezTo>
                    <a:pt x="2909" y="17166"/>
                    <a:pt x="3475" y="17372"/>
                    <a:pt x="4090" y="17372"/>
                  </a:cubicBezTo>
                  <a:cubicBezTo>
                    <a:pt x="5184" y="17372"/>
                    <a:pt x="6117" y="16733"/>
                    <a:pt x="6891" y="15457"/>
                  </a:cubicBezTo>
                  <a:cubicBezTo>
                    <a:pt x="7665" y="14181"/>
                    <a:pt x="8052" y="12629"/>
                    <a:pt x="8052" y="10800"/>
                  </a:cubicBezTo>
                  <a:cubicBezTo>
                    <a:pt x="8052" y="9010"/>
                    <a:pt x="7662" y="7478"/>
                    <a:pt x="6881" y="6206"/>
                  </a:cubicBezTo>
                  <a:cubicBezTo>
                    <a:pt x="6100" y="4933"/>
                    <a:pt x="5160" y="4297"/>
                    <a:pt x="4062" y="4297"/>
                  </a:cubicBezTo>
                  <a:cubicBezTo>
                    <a:pt x="3433" y="4297"/>
                    <a:pt x="2862" y="4514"/>
                    <a:pt x="2351" y="4949"/>
                  </a:cubicBezTo>
                  <a:moveTo>
                    <a:pt x="2445" y="15235"/>
                  </a:moveTo>
                  <a:cubicBezTo>
                    <a:pt x="1955" y="14794"/>
                    <a:pt x="1580" y="14196"/>
                    <a:pt x="1317" y="13443"/>
                  </a:cubicBezTo>
                  <a:cubicBezTo>
                    <a:pt x="1055" y="12690"/>
                    <a:pt x="924" y="11841"/>
                    <a:pt x="924" y="10897"/>
                  </a:cubicBezTo>
                  <a:cubicBezTo>
                    <a:pt x="924" y="9459"/>
                    <a:pt x="1218" y="8256"/>
                    <a:pt x="1806" y="7290"/>
                  </a:cubicBezTo>
                  <a:cubicBezTo>
                    <a:pt x="2395" y="6323"/>
                    <a:pt x="3119" y="5840"/>
                    <a:pt x="3980" y="5840"/>
                  </a:cubicBezTo>
                  <a:cubicBezTo>
                    <a:pt x="4533" y="5840"/>
                    <a:pt x="5043" y="6059"/>
                    <a:pt x="5511" y="6496"/>
                  </a:cubicBezTo>
                  <a:cubicBezTo>
                    <a:pt x="5979" y="6934"/>
                    <a:pt x="6352" y="7549"/>
                    <a:pt x="6628" y="8340"/>
                  </a:cubicBezTo>
                  <a:cubicBezTo>
                    <a:pt x="6904" y="9132"/>
                    <a:pt x="7043" y="9969"/>
                    <a:pt x="7043" y="10851"/>
                  </a:cubicBezTo>
                  <a:cubicBezTo>
                    <a:pt x="7043" y="11727"/>
                    <a:pt x="6903" y="12564"/>
                    <a:pt x="6625" y="13363"/>
                  </a:cubicBezTo>
                  <a:cubicBezTo>
                    <a:pt x="6346" y="14162"/>
                    <a:pt x="5971" y="14784"/>
                    <a:pt x="5501" y="15229"/>
                  </a:cubicBezTo>
                  <a:cubicBezTo>
                    <a:pt x="5030" y="15675"/>
                    <a:pt x="4528" y="15897"/>
                    <a:pt x="3994" y="15897"/>
                  </a:cubicBezTo>
                  <a:cubicBezTo>
                    <a:pt x="3450" y="15897"/>
                    <a:pt x="2934" y="15677"/>
                    <a:pt x="2445" y="15235"/>
                  </a:cubicBezTo>
                </a:path>
              </a:pathLst>
            </a:custGeom>
            <a:gradFill flip="none" rotWithShape="1">
              <a:gsLst>
                <a:gs pos="0">
                  <a:schemeClr val="accent1"/>
                </a:gs>
                <a:gs pos="99000">
                  <a:schemeClr val="accent3"/>
                </a:gs>
              </a:gsLst>
              <a:lin ang="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7" name="Shape"/>
            <p:cNvSpPr>
              <a:spLocks noChangeAspect="1"/>
            </p:cNvSpPr>
            <p:nvPr/>
          </p:nvSpPr>
          <p:spPr>
            <a:xfrm>
              <a:off x="6213599" y="3094445"/>
              <a:ext cx="396152" cy="386779"/>
            </a:xfrm>
            <a:custGeom>
              <a:avLst/>
              <a:gdLst/>
              <a:ahLst/>
              <a:cxnLst>
                <a:cxn ang="0">
                  <a:pos x="wd2" y="hd2"/>
                </a:cxn>
                <a:cxn ang="5400000">
                  <a:pos x="wd2" y="hd2"/>
                </a:cxn>
                <a:cxn ang="10800000">
                  <a:pos x="wd2" y="hd2"/>
                </a:cxn>
                <a:cxn ang="16200000">
                  <a:pos x="wd2" y="hd2"/>
                </a:cxn>
              </a:cxnLst>
              <a:rect l="0" t="0" r="r" b="b"/>
              <a:pathLst>
                <a:path w="21600" h="21600" extrusionOk="0">
                  <a:moveTo>
                    <a:pt x="18074" y="2541"/>
                  </a:moveTo>
                  <a:cubicBezTo>
                    <a:pt x="18074" y="1138"/>
                    <a:pt x="16963" y="0"/>
                    <a:pt x="15593" y="0"/>
                  </a:cubicBezTo>
                  <a:cubicBezTo>
                    <a:pt x="14223" y="0"/>
                    <a:pt x="13112" y="1138"/>
                    <a:pt x="13112" y="2541"/>
                  </a:cubicBezTo>
                  <a:cubicBezTo>
                    <a:pt x="13112" y="3944"/>
                    <a:pt x="14223" y="5081"/>
                    <a:pt x="15593" y="5081"/>
                  </a:cubicBezTo>
                  <a:cubicBezTo>
                    <a:pt x="16963" y="5081"/>
                    <a:pt x="18074" y="3944"/>
                    <a:pt x="18074" y="2541"/>
                  </a:cubicBezTo>
                  <a:moveTo>
                    <a:pt x="21353" y="6907"/>
                  </a:moveTo>
                  <a:cubicBezTo>
                    <a:pt x="21353" y="5615"/>
                    <a:pt x="20330" y="4568"/>
                    <a:pt x="19069" y="4568"/>
                  </a:cubicBezTo>
                  <a:cubicBezTo>
                    <a:pt x="17807" y="4568"/>
                    <a:pt x="16785" y="5615"/>
                    <a:pt x="16785" y="6907"/>
                  </a:cubicBezTo>
                  <a:cubicBezTo>
                    <a:pt x="16785" y="8199"/>
                    <a:pt x="17807" y="9247"/>
                    <a:pt x="19069" y="9247"/>
                  </a:cubicBezTo>
                  <a:cubicBezTo>
                    <a:pt x="20330" y="9247"/>
                    <a:pt x="21353" y="8199"/>
                    <a:pt x="21353" y="6907"/>
                  </a:cubicBezTo>
                  <a:moveTo>
                    <a:pt x="21600" y="12564"/>
                  </a:moveTo>
                  <a:cubicBezTo>
                    <a:pt x="21600" y="11383"/>
                    <a:pt x="20665" y="10426"/>
                    <a:pt x="19512" y="10426"/>
                  </a:cubicBezTo>
                  <a:cubicBezTo>
                    <a:pt x="18359" y="10426"/>
                    <a:pt x="17424" y="11383"/>
                    <a:pt x="17424" y="12564"/>
                  </a:cubicBezTo>
                  <a:cubicBezTo>
                    <a:pt x="17424" y="13745"/>
                    <a:pt x="18359" y="14703"/>
                    <a:pt x="19512" y="14703"/>
                  </a:cubicBezTo>
                  <a:cubicBezTo>
                    <a:pt x="20665" y="14703"/>
                    <a:pt x="21600" y="13745"/>
                    <a:pt x="21600" y="12564"/>
                  </a:cubicBezTo>
                  <a:moveTo>
                    <a:pt x="18721" y="17456"/>
                  </a:moveTo>
                  <a:cubicBezTo>
                    <a:pt x="18721" y="16386"/>
                    <a:pt x="17874" y="15519"/>
                    <a:pt x="16829" y="15519"/>
                  </a:cubicBezTo>
                  <a:cubicBezTo>
                    <a:pt x="15785" y="15519"/>
                    <a:pt x="14938" y="16386"/>
                    <a:pt x="14938" y="17456"/>
                  </a:cubicBezTo>
                  <a:cubicBezTo>
                    <a:pt x="14938" y="18526"/>
                    <a:pt x="15785" y="19394"/>
                    <a:pt x="16829" y="19394"/>
                  </a:cubicBezTo>
                  <a:cubicBezTo>
                    <a:pt x="17874" y="19394"/>
                    <a:pt x="18721" y="18526"/>
                    <a:pt x="18721" y="17456"/>
                  </a:cubicBezTo>
                  <a:moveTo>
                    <a:pt x="13462" y="19864"/>
                  </a:moveTo>
                  <a:cubicBezTo>
                    <a:pt x="13462" y="18905"/>
                    <a:pt x="12703" y="18127"/>
                    <a:pt x="11767" y="18127"/>
                  </a:cubicBezTo>
                  <a:cubicBezTo>
                    <a:pt x="10831" y="18127"/>
                    <a:pt x="10072" y="18905"/>
                    <a:pt x="10072" y="19864"/>
                  </a:cubicBezTo>
                  <a:cubicBezTo>
                    <a:pt x="10072" y="20822"/>
                    <a:pt x="10831" y="21600"/>
                    <a:pt x="11767" y="21600"/>
                  </a:cubicBezTo>
                  <a:cubicBezTo>
                    <a:pt x="12703" y="21600"/>
                    <a:pt x="13462" y="20822"/>
                    <a:pt x="13462" y="19864"/>
                  </a:cubicBezTo>
                  <a:moveTo>
                    <a:pt x="7784" y="18974"/>
                  </a:moveTo>
                  <a:cubicBezTo>
                    <a:pt x="7784" y="18126"/>
                    <a:pt x="7113" y="17439"/>
                    <a:pt x="6285" y="17439"/>
                  </a:cubicBezTo>
                  <a:cubicBezTo>
                    <a:pt x="5457" y="17439"/>
                    <a:pt x="4786" y="18126"/>
                    <a:pt x="4786" y="18974"/>
                  </a:cubicBezTo>
                  <a:cubicBezTo>
                    <a:pt x="4786" y="19821"/>
                    <a:pt x="5457" y="20509"/>
                    <a:pt x="6285" y="20509"/>
                  </a:cubicBezTo>
                  <a:cubicBezTo>
                    <a:pt x="7113" y="20509"/>
                    <a:pt x="7784" y="19821"/>
                    <a:pt x="7784" y="18974"/>
                  </a:cubicBezTo>
                  <a:moveTo>
                    <a:pt x="3692" y="15169"/>
                  </a:moveTo>
                  <a:cubicBezTo>
                    <a:pt x="3692" y="14432"/>
                    <a:pt x="3108" y="13834"/>
                    <a:pt x="2389" y="13834"/>
                  </a:cubicBezTo>
                  <a:cubicBezTo>
                    <a:pt x="1670" y="13834"/>
                    <a:pt x="1087" y="14432"/>
                    <a:pt x="1087" y="15169"/>
                  </a:cubicBezTo>
                  <a:cubicBezTo>
                    <a:pt x="1087" y="15905"/>
                    <a:pt x="1670" y="16503"/>
                    <a:pt x="2389" y="16503"/>
                  </a:cubicBezTo>
                  <a:cubicBezTo>
                    <a:pt x="3108" y="16503"/>
                    <a:pt x="3692" y="15905"/>
                    <a:pt x="3692" y="15169"/>
                  </a:cubicBezTo>
                  <a:moveTo>
                    <a:pt x="2212" y="9834"/>
                  </a:moveTo>
                  <a:cubicBezTo>
                    <a:pt x="2212" y="9208"/>
                    <a:pt x="1717" y="8701"/>
                    <a:pt x="1106" y="8701"/>
                  </a:cubicBezTo>
                  <a:cubicBezTo>
                    <a:pt x="495" y="8701"/>
                    <a:pt x="0" y="9208"/>
                    <a:pt x="0" y="9834"/>
                  </a:cubicBezTo>
                  <a:cubicBezTo>
                    <a:pt x="0" y="10460"/>
                    <a:pt x="495" y="10967"/>
                    <a:pt x="1106" y="10967"/>
                  </a:cubicBezTo>
                  <a:cubicBezTo>
                    <a:pt x="1717" y="10967"/>
                    <a:pt x="2212" y="10460"/>
                    <a:pt x="2212" y="9834"/>
                  </a:cubicBezTo>
                  <a:moveTo>
                    <a:pt x="3905" y="4548"/>
                  </a:moveTo>
                  <a:cubicBezTo>
                    <a:pt x="3905" y="5062"/>
                    <a:pt x="3498" y="5480"/>
                    <a:pt x="2996" y="5480"/>
                  </a:cubicBezTo>
                  <a:cubicBezTo>
                    <a:pt x="2493" y="5480"/>
                    <a:pt x="2086" y="5062"/>
                    <a:pt x="2086" y="4548"/>
                  </a:cubicBezTo>
                  <a:cubicBezTo>
                    <a:pt x="2086" y="4033"/>
                    <a:pt x="2493" y="3616"/>
                    <a:pt x="2996" y="3616"/>
                  </a:cubicBezTo>
                  <a:cubicBezTo>
                    <a:pt x="3498" y="3616"/>
                    <a:pt x="3905" y="4033"/>
                    <a:pt x="3905" y="4548"/>
                  </a:cubicBezTo>
                </a:path>
              </a:pathLst>
            </a:custGeom>
            <a:gradFill flip="none" rotWithShape="1">
              <a:gsLst>
                <a:gs pos="0">
                  <a:schemeClr val="accent1"/>
                </a:gs>
                <a:gs pos="99000">
                  <a:schemeClr val="accent3"/>
                </a:gs>
              </a:gsLst>
              <a:lin ang="1080000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8" name="Freeform 7"/>
            <p:cNvSpPr>
              <a:spLocks noChangeAspect="1"/>
            </p:cNvSpPr>
            <p:nvPr/>
          </p:nvSpPr>
          <p:spPr>
            <a:xfrm>
              <a:off x="6331691" y="3608639"/>
              <a:ext cx="990561" cy="238871"/>
            </a:xfrm>
            <a:custGeom>
              <a:avLst/>
              <a:gdLst>
                <a:gd name="connsiteX0" fmla="*/ 3600029 w 5113330"/>
                <a:gd name="connsiteY0" fmla="*/ 1025525 h 1233068"/>
                <a:gd name="connsiteX1" fmla="*/ 3479800 w 5113330"/>
                <a:gd name="connsiteY1" fmla="*/ 1110682 h 1233068"/>
                <a:gd name="connsiteX2" fmla="*/ 3479800 w 5113330"/>
                <a:gd name="connsiteY2" fmla="*/ 1112117 h 1233068"/>
                <a:gd name="connsiteX3" fmla="*/ 3585704 w 5113330"/>
                <a:gd name="connsiteY3" fmla="*/ 1195839 h 1233068"/>
                <a:gd name="connsiteX4" fmla="*/ 3723828 w 5113330"/>
                <a:gd name="connsiteY4" fmla="*/ 1083487 h 1233068"/>
                <a:gd name="connsiteX5" fmla="*/ 3723828 w 5113330"/>
                <a:gd name="connsiteY5" fmla="*/ 1041981 h 1233068"/>
                <a:gd name="connsiteX6" fmla="*/ 3600029 w 5113330"/>
                <a:gd name="connsiteY6" fmla="*/ 1025525 h 1233068"/>
                <a:gd name="connsiteX7" fmla="*/ 717129 w 5113330"/>
                <a:gd name="connsiteY7" fmla="*/ 1025525 h 1233068"/>
                <a:gd name="connsiteX8" fmla="*/ 596900 w 5113330"/>
                <a:gd name="connsiteY8" fmla="*/ 1110682 h 1233068"/>
                <a:gd name="connsiteX9" fmla="*/ 596900 w 5113330"/>
                <a:gd name="connsiteY9" fmla="*/ 1112117 h 1233068"/>
                <a:gd name="connsiteX10" fmla="*/ 702815 w 5113330"/>
                <a:gd name="connsiteY10" fmla="*/ 1195839 h 1233068"/>
                <a:gd name="connsiteX11" fmla="*/ 840928 w 5113330"/>
                <a:gd name="connsiteY11" fmla="*/ 1083487 h 1233068"/>
                <a:gd name="connsiteX12" fmla="*/ 840928 w 5113330"/>
                <a:gd name="connsiteY12" fmla="*/ 1041981 h 1233068"/>
                <a:gd name="connsiteX13" fmla="*/ 717129 w 5113330"/>
                <a:gd name="connsiteY13" fmla="*/ 1025525 h 1233068"/>
                <a:gd name="connsiteX14" fmla="*/ 4504942 w 5113330"/>
                <a:gd name="connsiteY14" fmla="*/ 882650 h 1233068"/>
                <a:gd name="connsiteX15" fmla="*/ 4356100 w 5113330"/>
                <a:gd name="connsiteY15" fmla="*/ 1039371 h 1233068"/>
                <a:gd name="connsiteX16" fmla="*/ 4356100 w 5113330"/>
                <a:gd name="connsiteY16" fmla="*/ 1040806 h 1233068"/>
                <a:gd name="connsiteX17" fmla="*/ 4506382 w 5113330"/>
                <a:gd name="connsiteY17" fmla="*/ 1198962 h 1233068"/>
                <a:gd name="connsiteX18" fmla="*/ 4655224 w 5113330"/>
                <a:gd name="connsiteY18" fmla="*/ 1042241 h 1233068"/>
                <a:gd name="connsiteX19" fmla="*/ 4655224 w 5113330"/>
                <a:gd name="connsiteY19" fmla="*/ 1040806 h 1233068"/>
                <a:gd name="connsiteX20" fmla="*/ 4504942 w 5113330"/>
                <a:gd name="connsiteY20" fmla="*/ 882650 h 1233068"/>
                <a:gd name="connsiteX21" fmla="*/ 2206242 w 5113330"/>
                <a:gd name="connsiteY21" fmla="*/ 882650 h 1233068"/>
                <a:gd name="connsiteX22" fmla="*/ 2057400 w 5113330"/>
                <a:gd name="connsiteY22" fmla="*/ 1039371 h 1233068"/>
                <a:gd name="connsiteX23" fmla="*/ 2057400 w 5113330"/>
                <a:gd name="connsiteY23" fmla="*/ 1040806 h 1233068"/>
                <a:gd name="connsiteX24" fmla="*/ 2207682 w 5113330"/>
                <a:gd name="connsiteY24" fmla="*/ 1198962 h 1233068"/>
                <a:gd name="connsiteX25" fmla="*/ 2356524 w 5113330"/>
                <a:gd name="connsiteY25" fmla="*/ 1042241 h 1233068"/>
                <a:gd name="connsiteX26" fmla="*/ 2356524 w 5113330"/>
                <a:gd name="connsiteY26" fmla="*/ 1040806 h 1233068"/>
                <a:gd name="connsiteX27" fmla="*/ 2206242 w 5113330"/>
                <a:gd name="connsiteY27" fmla="*/ 882650 h 1233068"/>
                <a:gd name="connsiteX28" fmla="*/ 4178300 w 5113330"/>
                <a:gd name="connsiteY28" fmla="*/ 863600 h 1233068"/>
                <a:gd name="connsiteX29" fmla="*/ 4213360 w 5113330"/>
                <a:gd name="connsiteY29" fmla="*/ 863600 h 1233068"/>
                <a:gd name="connsiteX30" fmla="*/ 4213360 w 5113330"/>
                <a:gd name="connsiteY30" fmla="*/ 1228577 h 1233068"/>
                <a:gd name="connsiteX31" fmla="*/ 4178300 w 5113330"/>
                <a:gd name="connsiteY31" fmla="*/ 1228577 h 1233068"/>
                <a:gd name="connsiteX32" fmla="*/ 4178300 w 5113330"/>
                <a:gd name="connsiteY32" fmla="*/ 863600 h 1233068"/>
                <a:gd name="connsiteX33" fmla="*/ 2698695 w 5113330"/>
                <a:gd name="connsiteY33" fmla="*/ 851020 h 1233068"/>
                <a:gd name="connsiteX34" fmla="*/ 2698695 w 5113330"/>
                <a:gd name="connsiteY34" fmla="*/ 889676 h 1233068"/>
                <a:gd name="connsiteX35" fmla="*/ 2695133 w 5113330"/>
                <a:gd name="connsiteY35" fmla="*/ 889676 h 1233068"/>
                <a:gd name="connsiteX36" fmla="*/ 2536977 w 5113330"/>
                <a:gd name="connsiteY36" fmla="*/ 1072160 h 1233068"/>
                <a:gd name="connsiteX37" fmla="*/ 2536977 w 5113330"/>
                <a:gd name="connsiteY37" fmla="*/ 1221731 h 1233068"/>
                <a:gd name="connsiteX38" fmla="*/ 2501900 w 5113330"/>
                <a:gd name="connsiteY38" fmla="*/ 1221731 h 1233068"/>
                <a:gd name="connsiteX39" fmla="*/ 2501900 w 5113330"/>
                <a:gd name="connsiteY39" fmla="*/ 856745 h 1233068"/>
                <a:gd name="connsiteX40" fmla="*/ 2536977 w 5113330"/>
                <a:gd name="connsiteY40" fmla="*/ 856745 h 1233068"/>
                <a:gd name="connsiteX41" fmla="*/ 2536977 w 5113330"/>
                <a:gd name="connsiteY41" fmla="*/ 960501 h 1233068"/>
                <a:gd name="connsiteX42" fmla="*/ 2698695 w 5113330"/>
                <a:gd name="connsiteY42" fmla="*/ 851020 h 1233068"/>
                <a:gd name="connsiteX43" fmla="*/ 514314 w 5113330"/>
                <a:gd name="connsiteY43" fmla="*/ 851020 h 1233068"/>
                <a:gd name="connsiteX44" fmla="*/ 514314 w 5113330"/>
                <a:gd name="connsiteY44" fmla="*/ 889676 h 1233068"/>
                <a:gd name="connsiteX45" fmla="*/ 510733 w 5113330"/>
                <a:gd name="connsiteY45" fmla="*/ 889676 h 1233068"/>
                <a:gd name="connsiteX46" fmla="*/ 352571 w 5113330"/>
                <a:gd name="connsiteY46" fmla="*/ 1072160 h 1233068"/>
                <a:gd name="connsiteX47" fmla="*/ 352571 w 5113330"/>
                <a:gd name="connsiteY47" fmla="*/ 1221731 h 1233068"/>
                <a:gd name="connsiteX48" fmla="*/ 317500 w 5113330"/>
                <a:gd name="connsiteY48" fmla="*/ 1221731 h 1233068"/>
                <a:gd name="connsiteX49" fmla="*/ 317500 w 5113330"/>
                <a:gd name="connsiteY49" fmla="*/ 856745 h 1233068"/>
                <a:gd name="connsiteX50" fmla="*/ 352571 w 5113330"/>
                <a:gd name="connsiteY50" fmla="*/ 856745 h 1233068"/>
                <a:gd name="connsiteX51" fmla="*/ 352571 w 5113330"/>
                <a:gd name="connsiteY51" fmla="*/ 960501 h 1233068"/>
                <a:gd name="connsiteX52" fmla="*/ 514314 w 5113330"/>
                <a:gd name="connsiteY52" fmla="*/ 851020 h 1233068"/>
                <a:gd name="connsiteX53" fmla="*/ 4967346 w 5113330"/>
                <a:gd name="connsiteY53" fmla="*/ 850900 h 1233068"/>
                <a:gd name="connsiteX54" fmla="*/ 5113330 w 5113330"/>
                <a:gd name="connsiteY54" fmla="*/ 1001194 h 1233068"/>
                <a:gd name="connsiteX55" fmla="*/ 5113330 w 5113330"/>
                <a:gd name="connsiteY55" fmla="*/ 1224472 h 1233068"/>
                <a:gd name="connsiteX56" fmla="*/ 5078278 w 5113330"/>
                <a:gd name="connsiteY56" fmla="*/ 1224472 h 1233068"/>
                <a:gd name="connsiteX57" fmla="*/ 5078278 w 5113330"/>
                <a:gd name="connsiteY57" fmla="*/ 1007628 h 1233068"/>
                <a:gd name="connsiteX58" fmla="*/ 4962336 w 5113330"/>
                <a:gd name="connsiteY58" fmla="*/ 883104 h 1233068"/>
                <a:gd name="connsiteX59" fmla="*/ 4835680 w 5113330"/>
                <a:gd name="connsiteY59" fmla="*/ 1013352 h 1233068"/>
                <a:gd name="connsiteX60" fmla="*/ 4835680 w 5113330"/>
                <a:gd name="connsiteY60" fmla="*/ 1224472 h 1233068"/>
                <a:gd name="connsiteX61" fmla="*/ 4800600 w 5113330"/>
                <a:gd name="connsiteY61" fmla="*/ 1224472 h 1233068"/>
                <a:gd name="connsiteX62" fmla="*/ 4800600 w 5113330"/>
                <a:gd name="connsiteY62" fmla="*/ 859496 h 1233068"/>
                <a:gd name="connsiteX63" fmla="*/ 4835680 w 5113330"/>
                <a:gd name="connsiteY63" fmla="*/ 859496 h 1233068"/>
                <a:gd name="connsiteX64" fmla="*/ 4835680 w 5113330"/>
                <a:gd name="connsiteY64" fmla="*/ 927483 h 1233068"/>
                <a:gd name="connsiteX65" fmla="*/ 4967346 w 5113330"/>
                <a:gd name="connsiteY65" fmla="*/ 850900 h 1233068"/>
                <a:gd name="connsiteX66" fmla="*/ 4506214 w 5113330"/>
                <a:gd name="connsiteY66" fmla="*/ 850900 h 1233068"/>
                <a:gd name="connsiteX67" fmla="*/ 4693006 w 5113330"/>
                <a:gd name="connsiteY67" fmla="*/ 1040551 h 1233068"/>
                <a:gd name="connsiteX68" fmla="*/ 4693006 w 5113330"/>
                <a:gd name="connsiteY68" fmla="*/ 1041984 h 1233068"/>
                <a:gd name="connsiteX69" fmla="*/ 4504792 w 5113330"/>
                <a:gd name="connsiteY69" fmla="*/ 1233068 h 1233068"/>
                <a:gd name="connsiteX70" fmla="*/ 4318000 w 5113330"/>
                <a:gd name="connsiteY70" fmla="*/ 1043417 h 1233068"/>
                <a:gd name="connsiteX71" fmla="*/ 4318000 w 5113330"/>
                <a:gd name="connsiteY71" fmla="*/ 1041984 h 1233068"/>
                <a:gd name="connsiteX72" fmla="*/ 4506214 w 5113330"/>
                <a:gd name="connsiteY72" fmla="*/ 850900 h 1233068"/>
                <a:gd name="connsiteX73" fmla="*/ 3604148 w 5113330"/>
                <a:gd name="connsiteY73" fmla="*/ 850900 h 1233068"/>
                <a:gd name="connsiteX74" fmla="*/ 3719378 w 5113330"/>
                <a:gd name="connsiteY74" fmla="*/ 890973 h 1233068"/>
                <a:gd name="connsiteX75" fmla="*/ 3756596 w 5113330"/>
                <a:gd name="connsiteY75" fmla="*/ 994034 h 1233068"/>
                <a:gd name="connsiteX76" fmla="*/ 3756596 w 5113330"/>
                <a:gd name="connsiteY76" fmla="*/ 1221615 h 1233068"/>
                <a:gd name="connsiteX77" fmla="*/ 3722234 w 5113330"/>
                <a:gd name="connsiteY77" fmla="*/ 1221615 h 1233068"/>
                <a:gd name="connsiteX78" fmla="*/ 3722234 w 5113330"/>
                <a:gd name="connsiteY78" fmla="*/ 1160786 h 1233068"/>
                <a:gd name="connsiteX79" fmla="*/ 3582689 w 5113330"/>
                <a:gd name="connsiteY79" fmla="*/ 1230202 h 1233068"/>
                <a:gd name="connsiteX80" fmla="*/ 3441700 w 5113330"/>
                <a:gd name="connsiteY80" fmla="*/ 1115692 h 1233068"/>
                <a:gd name="connsiteX81" fmla="*/ 3441700 w 5113330"/>
                <a:gd name="connsiteY81" fmla="*/ 1114269 h 1233068"/>
                <a:gd name="connsiteX82" fmla="*/ 3601291 w 5113330"/>
                <a:gd name="connsiteY82" fmla="*/ 995474 h 1233068"/>
                <a:gd name="connsiteX83" fmla="*/ 3722234 w 5113330"/>
                <a:gd name="connsiteY83" fmla="*/ 1011208 h 1233068"/>
                <a:gd name="connsiteX84" fmla="*/ 3722234 w 5113330"/>
                <a:gd name="connsiteY84" fmla="*/ 995474 h 1233068"/>
                <a:gd name="connsiteX85" fmla="*/ 3602005 w 5113330"/>
                <a:gd name="connsiteY85" fmla="*/ 883826 h 1233068"/>
                <a:gd name="connsiteX86" fmla="*/ 3487506 w 5113330"/>
                <a:gd name="connsiteY86" fmla="*/ 913151 h 1233068"/>
                <a:gd name="connsiteX87" fmla="*/ 3474633 w 5113330"/>
                <a:gd name="connsiteY87" fmla="*/ 882403 h 1233068"/>
                <a:gd name="connsiteX88" fmla="*/ 3604148 w 5113330"/>
                <a:gd name="connsiteY88" fmla="*/ 850900 h 1233068"/>
                <a:gd name="connsiteX89" fmla="*/ 2950716 w 5113330"/>
                <a:gd name="connsiteY89" fmla="*/ 850900 h 1233068"/>
                <a:gd name="connsiteX90" fmla="*/ 3073815 w 5113330"/>
                <a:gd name="connsiteY90" fmla="*/ 929627 h 1233068"/>
                <a:gd name="connsiteX91" fmla="*/ 3205498 w 5113330"/>
                <a:gd name="connsiteY91" fmla="*/ 850900 h 1233068"/>
                <a:gd name="connsiteX92" fmla="*/ 3345763 w 5113330"/>
                <a:gd name="connsiteY92" fmla="*/ 1003338 h 1233068"/>
                <a:gd name="connsiteX93" fmla="*/ 3345763 w 5113330"/>
                <a:gd name="connsiteY93" fmla="*/ 1224472 h 1233068"/>
                <a:gd name="connsiteX94" fmla="*/ 3310716 w 5113330"/>
                <a:gd name="connsiteY94" fmla="*/ 1224472 h 1233068"/>
                <a:gd name="connsiteX95" fmla="*/ 3310716 w 5113330"/>
                <a:gd name="connsiteY95" fmla="*/ 1007628 h 1233068"/>
                <a:gd name="connsiteX96" fmla="*/ 3202637 w 5113330"/>
                <a:gd name="connsiteY96" fmla="*/ 883104 h 1233068"/>
                <a:gd name="connsiteX97" fmla="*/ 3087405 w 5113330"/>
                <a:gd name="connsiteY97" fmla="*/ 1011917 h 1233068"/>
                <a:gd name="connsiteX98" fmla="*/ 3087405 w 5113330"/>
                <a:gd name="connsiteY98" fmla="*/ 1224472 h 1233068"/>
                <a:gd name="connsiteX99" fmla="*/ 3052358 w 5113330"/>
                <a:gd name="connsiteY99" fmla="*/ 1224472 h 1233068"/>
                <a:gd name="connsiteX100" fmla="*/ 3052358 w 5113330"/>
                <a:gd name="connsiteY100" fmla="*/ 1005500 h 1233068"/>
                <a:gd name="connsiteX101" fmla="*/ 2945709 w 5113330"/>
                <a:gd name="connsiteY101" fmla="*/ 883104 h 1233068"/>
                <a:gd name="connsiteX102" fmla="*/ 2829073 w 5113330"/>
                <a:gd name="connsiteY102" fmla="*/ 1014061 h 1233068"/>
                <a:gd name="connsiteX103" fmla="*/ 2829073 w 5113330"/>
                <a:gd name="connsiteY103" fmla="*/ 1224472 h 1233068"/>
                <a:gd name="connsiteX104" fmla="*/ 2794000 w 5113330"/>
                <a:gd name="connsiteY104" fmla="*/ 1224472 h 1233068"/>
                <a:gd name="connsiteX105" fmla="*/ 2794000 w 5113330"/>
                <a:gd name="connsiteY105" fmla="*/ 859496 h 1233068"/>
                <a:gd name="connsiteX106" fmla="*/ 2829073 w 5113330"/>
                <a:gd name="connsiteY106" fmla="*/ 859496 h 1233068"/>
                <a:gd name="connsiteX107" fmla="*/ 2829073 w 5113330"/>
                <a:gd name="connsiteY107" fmla="*/ 924612 h 1233068"/>
                <a:gd name="connsiteX108" fmla="*/ 2950716 w 5113330"/>
                <a:gd name="connsiteY108" fmla="*/ 850900 h 1233068"/>
                <a:gd name="connsiteX109" fmla="*/ 2207514 w 5113330"/>
                <a:gd name="connsiteY109" fmla="*/ 850900 h 1233068"/>
                <a:gd name="connsiteX110" fmla="*/ 2394304 w 5113330"/>
                <a:gd name="connsiteY110" fmla="*/ 1040551 h 1233068"/>
                <a:gd name="connsiteX111" fmla="*/ 2394304 w 5113330"/>
                <a:gd name="connsiteY111" fmla="*/ 1041984 h 1233068"/>
                <a:gd name="connsiteX112" fmla="*/ 2206090 w 5113330"/>
                <a:gd name="connsiteY112" fmla="*/ 1233068 h 1233068"/>
                <a:gd name="connsiteX113" fmla="*/ 2019300 w 5113330"/>
                <a:gd name="connsiteY113" fmla="*/ 1043417 h 1233068"/>
                <a:gd name="connsiteX114" fmla="*/ 2019300 w 5113330"/>
                <a:gd name="connsiteY114" fmla="*/ 1041984 h 1233068"/>
                <a:gd name="connsiteX115" fmla="*/ 2207514 w 5113330"/>
                <a:gd name="connsiteY115" fmla="*/ 850900 h 1233068"/>
                <a:gd name="connsiteX116" fmla="*/ 1547819 w 5113330"/>
                <a:gd name="connsiteY116" fmla="*/ 850900 h 1233068"/>
                <a:gd name="connsiteX117" fmla="*/ 1677366 w 5113330"/>
                <a:gd name="connsiteY117" fmla="*/ 890990 h 1233068"/>
                <a:gd name="connsiteX118" fmla="*/ 1658756 w 5113330"/>
                <a:gd name="connsiteY118" fmla="*/ 920316 h 1233068"/>
                <a:gd name="connsiteX119" fmla="*/ 1546391 w 5113330"/>
                <a:gd name="connsiteY119" fmla="*/ 883826 h 1233068"/>
                <a:gd name="connsiteX120" fmla="*/ 1463376 w 5113330"/>
                <a:gd name="connsiteY120" fmla="*/ 947517 h 1233068"/>
                <a:gd name="connsiteX121" fmla="*/ 1463376 w 5113330"/>
                <a:gd name="connsiteY121" fmla="*/ 948957 h 1233068"/>
                <a:gd name="connsiteX122" fmla="*/ 1565014 w 5113330"/>
                <a:gd name="connsiteY122" fmla="*/ 1019795 h 1233068"/>
                <a:gd name="connsiteX123" fmla="*/ 1685224 w 5113330"/>
                <a:gd name="connsiteY123" fmla="*/ 1122119 h 1233068"/>
                <a:gd name="connsiteX124" fmla="*/ 1685224 w 5113330"/>
                <a:gd name="connsiteY124" fmla="*/ 1123559 h 1233068"/>
                <a:gd name="connsiteX125" fmla="*/ 1559274 w 5113330"/>
                <a:gd name="connsiteY125" fmla="*/ 1230202 h 1233068"/>
                <a:gd name="connsiteX126" fmla="*/ 1409700 w 5113330"/>
                <a:gd name="connsiteY126" fmla="*/ 1177240 h 1233068"/>
                <a:gd name="connsiteX127" fmla="*/ 1430466 w 5113330"/>
                <a:gd name="connsiteY127" fmla="*/ 1149320 h 1233068"/>
                <a:gd name="connsiteX128" fmla="*/ 1561430 w 5113330"/>
                <a:gd name="connsiteY128" fmla="*/ 1197277 h 1233068"/>
                <a:gd name="connsiteX129" fmla="*/ 1649444 w 5113330"/>
                <a:gd name="connsiteY129" fmla="*/ 1127861 h 1233068"/>
                <a:gd name="connsiteX130" fmla="*/ 1649444 w 5113330"/>
                <a:gd name="connsiteY130" fmla="*/ 1126421 h 1233068"/>
                <a:gd name="connsiteX131" fmla="*/ 1552832 w 5113330"/>
                <a:gd name="connsiteY131" fmla="*/ 1053423 h 1233068"/>
                <a:gd name="connsiteX132" fmla="*/ 1427609 w 5113330"/>
                <a:gd name="connsiteY132" fmla="*/ 953242 h 1233068"/>
                <a:gd name="connsiteX133" fmla="*/ 1427609 w 5113330"/>
                <a:gd name="connsiteY133" fmla="*/ 951819 h 1233068"/>
                <a:gd name="connsiteX134" fmla="*/ 1547819 w 5113330"/>
                <a:gd name="connsiteY134" fmla="*/ 850900 h 1233068"/>
                <a:gd name="connsiteX135" fmla="*/ 1170046 w 5113330"/>
                <a:gd name="connsiteY135" fmla="*/ 850900 h 1233068"/>
                <a:gd name="connsiteX136" fmla="*/ 1316030 w 5113330"/>
                <a:gd name="connsiteY136" fmla="*/ 1001194 h 1233068"/>
                <a:gd name="connsiteX137" fmla="*/ 1316030 w 5113330"/>
                <a:gd name="connsiteY137" fmla="*/ 1224472 h 1233068"/>
                <a:gd name="connsiteX138" fmla="*/ 1280978 w 5113330"/>
                <a:gd name="connsiteY138" fmla="*/ 1224472 h 1233068"/>
                <a:gd name="connsiteX139" fmla="*/ 1280978 w 5113330"/>
                <a:gd name="connsiteY139" fmla="*/ 1007628 h 1233068"/>
                <a:gd name="connsiteX140" fmla="*/ 1165036 w 5113330"/>
                <a:gd name="connsiteY140" fmla="*/ 883104 h 1233068"/>
                <a:gd name="connsiteX141" fmla="*/ 1038381 w 5113330"/>
                <a:gd name="connsiteY141" fmla="*/ 1013352 h 1233068"/>
                <a:gd name="connsiteX142" fmla="*/ 1038381 w 5113330"/>
                <a:gd name="connsiteY142" fmla="*/ 1224472 h 1233068"/>
                <a:gd name="connsiteX143" fmla="*/ 1003300 w 5113330"/>
                <a:gd name="connsiteY143" fmla="*/ 1224472 h 1233068"/>
                <a:gd name="connsiteX144" fmla="*/ 1003300 w 5113330"/>
                <a:gd name="connsiteY144" fmla="*/ 859496 h 1233068"/>
                <a:gd name="connsiteX145" fmla="*/ 1038381 w 5113330"/>
                <a:gd name="connsiteY145" fmla="*/ 859496 h 1233068"/>
                <a:gd name="connsiteX146" fmla="*/ 1038381 w 5113330"/>
                <a:gd name="connsiteY146" fmla="*/ 927483 h 1233068"/>
                <a:gd name="connsiteX147" fmla="*/ 1170046 w 5113330"/>
                <a:gd name="connsiteY147" fmla="*/ 850900 h 1233068"/>
                <a:gd name="connsiteX148" fmla="*/ 721249 w 5113330"/>
                <a:gd name="connsiteY148" fmla="*/ 850900 h 1233068"/>
                <a:gd name="connsiteX149" fmla="*/ 836478 w 5113330"/>
                <a:gd name="connsiteY149" fmla="*/ 890973 h 1233068"/>
                <a:gd name="connsiteX150" fmla="*/ 873697 w 5113330"/>
                <a:gd name="connsiteY150" fmla="*/ 994034 h 1233068"/>
                <a:gd name="connsiteX151" fmla="*/ 873697 w 5113330"/>
                <a:gd name="connsiteY151" fmla="*/ 1221615 h 1233068"/>
                <a:gd name="connsiteX152" fmla="*/ 839335 w 5113330"/>
                <a:gd name="connsiteY152" fmla="*/ 1221615 h 1233068"/>
                <a:gd name="connsiteX153" fmla="*/ 839335 w 5113330"/>
                <a:gd name="connsiteY153" fmla="*/ 1160786 h 1233068"/>
                <a:gd name="connsiteX154" fmla="*/ 699789 w 5113330"/>
                <a:gd name="connsiteY154" fmla="*/ 1230202 h 1233068"/>
                <a:gd name="connsiteX155" fmla="*/ 558800 w 5113330"/>
                <a:gd name="connsiteY155" fmla="*/ 1115692 h 1233068"/>
                <a:gd name="connsiteX156" fmla="*/ 558800 w 5113330"/>
                <a:gd name="connsiteY156" fmla="*/ 1114269 h 1233068"/>
                <a:gd name="connsiteX157" fmla="*/ 718392 w 5113330"/>
                <a:gd name="connsiteY157" fmla="*/ 995474 h 1233068"/>
                <a:gd name="connsiteX158" fmla="*/ 839335 w 5113330"/>
                <a:gd name="connsiteY158" fmla="*/ 1011208 h 1233068"/>
                <a:gd name="connsiteX159" fmla="*/ 839335 w 5113330"/>
                <a:gd name="connsiteY159" fmla="*/ 995474 h 1233068"/>
                <a:gd name="connsiteX160" fmla="*/ 719106 w 5113330"/>
                <a:gd name="connsiteY160" fmla="*/ 883826 h 1233068"/>
                <a:gd name="connsiteX161" fmla="*/ 604606 w 5113330"/>
                <a:gd name="connsiteY161" fmla="*/ 913151 h 1233068"/>
                <a:gd name="connsiteX162" fmla="*/ 591733 w 5113330"/>
                <a:gd name="connsiteY162" fmla="*/ 882403 h 1233068"/>
                <a:gd name="connsiteX163" fmla="*/ 721249 w 5113330"/>
                <a:gd name="connsiteY163" fmla="*/ 850900 h 1233068"/>
                <a:gd name="connsiteX164" fmla="*/ 3901048 w 5113330"/>
                <a:gd name="connsiteY164" fmla="*/ 736600 h 1233068"/>
                <a:gd name="connsiteX165" fmla="*/ 3936126 w 5113330"/>
                <a:gd name="connsiteY165" fmla="*/ 736600 h 1233068"/>
                <a:gd name="connsiteX166" fmla="*/ 3936126 w 5113330"/>
                <a:gd name="connsiteY166" fmla="*/ 853241 h 1233068"/>
                <a:gd name="connsiteX167" fmla="*/ 4064214 w 5113330"/>
                <a:gd name="connsiteY167" fmla="*/ 853241 h 1233068"/>
                <a:gd name="connsiteX168" fmla="*/ 4064214 w 5113330"/>
                <a:gd name="connsiteY168" fmla="*/ 885463 h 1233068"/>
                <a:gd name="connsiteX169" fmla="*/ 3936126 w 5113330"/>
                <a:gd name="connsiteY169" fmla="*/ 885463 h 1233068"/>
                <a:gd name="connsiteX170" fmla="*/ 3936126 w 5113330"/>
                <a:gd name="connsiteY170" fmla="*/ 1120892 h 1233068"/>
                <a:gd name="connsiteX171" fmla="*/ 4009124 w 5113330"/>
                <a:gd name="connsiteY171" fmla="*/ 1191753 h 1233068"/>
                <a:gd name="connsiteX172" fmla="*/ 4062784 w 5113330"/>
                <a:gd name="connsiteY172" fmla="*/ 1178873 h 1233068"/>
                <a:gd name="connsiteX173" fmla="*/ 4062784 w 5113330"/>
                <a:gd name="connsiteY173" fmla="*/ 1211773 h 1233068"/>
                <a:gd name="connsiteX174" fmla="*/ 4003392 w 5113330"/>
                <a:gd name="connsiteY174" fmla="*/ 1224675 h 1233068"/>
                <a:gd name="connsiteX175" fmla="*/ 3901048 w 5113330"/>
                <a:gd name="connsiteY175" fmla="*/ 1124484 h 1233068"/>
                <a:gd name="connsiteX176" fmla="*/ 3901048 w 5113330"/>
                <a:gd name="connsiteY176" fmla="*/ 885463 h 1233068"/>
                <a:gd name="connsiteX177" fmla="*/ 3848100 w 5113330"/>
                <a:gd name="connsiteY177" fmla="*/ 885463 h 1233068"/>
                <a:gd name="connsiteX178" fmla="*/ 3848100 w 5113330"/>
                <a:gd name="connsiteY178" fmla="*/ 853241 h 1233068"/>
                <a:gd name="connsiteX179" fmla="*/ 3901048 w 5113330"/>
                <a:gd name="connsiteY179" fmla="*/ 853241 h 1233068"/>
                <a:gd name="connsiteX180" fmla="*/ 52948 w 5113330"/>
                <a:gd name="connsiteY180" fmla="*/ 736600 h 1233068"/>
                <a:gd name="connsiteX181" fmla="*/ 88016 w 5113330"/>
                <a:gd name="connsiteY181" fmla="*/ 736600 h 1233068"/>
                <a:gd name="connsiteX182" fmla="*/ 88016 w 5113330"/>
                <a:gd name="connsiteY182" fmla="*/ 853241 h 1233068"/>
                <a:gd name="connsiteX183" fmla="*/ 216114 w 5113330"/>
                <a:gd name="connsiteY183" fmla="*/ 853241 h 1233068"/>
                <a:gd name="connsiteX184" fmla="*/ 216114 w 5113330"/>
                <a:gd name="connsiteY184" fmla="*/ 885463 h 1233068"/>
                <a:gd name="connsiteX185" fmla="*/ 88016 w 5113330"/>
                <a:gd name="connsiteY185" fmla="*/ 885463 h 1233068"/>
                <a:gd name="connsiteX186" fmla="*/ 88016 w 5113330"/>
                <a:gd name="connsiteY186" fmla="*/ 1120892 h 1233068"/>
                <a:gd name="connsiteX187" fmla="*/ 161025 w 5113330"/>
                <a:gd name="connsiteY187" fmla="*/ 1191753 h 1233068"/>
                <a:gd name="connsiteX188" fmla="*/ 214683 w 5113330"/>
                <a:gd name="connsiteY188" fmla="*/ 1178873 h 1233068"/>
                <a:gd name="connsiteX189" fmla="*/ 214683 w 5113330"/>
                <a:gd name="connsiteY189" fmla="*/ 1211773 h 1233068"/>
                <a:gd name="connsiteX190" fmla="*/ 155292 w 5113330"/>
                <a:gd name="connsiteY190" fmla="*/ 1224675 h 1233068"/>
                <a:gd name="connsiteX191" fmla="*/ 52948 w 5113330"/>
                <a:gd name="connsiteY191" fmla="*/ 1124484 h 1233068"/>
                <a:gd name="connsiteX192" fmla="*/ 52948 w 5113330"/>
                <a:gd name="connsiteY192" fmla="*/ 885463 h 1233068"/>
                <a:gd name="connsiteX193" fmla="*/ 0 w 5113330"/>
                <a:gd name="connsiteY193" fmla="*/ 885463 h 1233068"/>
                <a:gd name="connsiteX194" fmla="*/ 0 w 5113330"/>
                <a:gd name="connsiteY194" fmla="*/ 853241 h 1233068"/>
                <a:gd name="connsiteX195" fmla="*/ 52948 w 5113330"/>
                <a:gd name="connsiteY195" fmla="*/ 853241 h 1233068"/>
                <a:gd name="connsiteX196" fmla="*/ 4165600 w 5113330"/>
                <a:gd name="connsiteY196" fmla="*/ 711200 h 1233068"/>
                <a:gd name="connsiteX197" fmla="*/ 4209252 w 5113330"/>
                <a:gd name="connsiteY197" fmla="*/ 711200 h 1233068"/>
                <a:gd name="connsiteX198" fmla="*/ 4209252 w 5113330"/>
                <a:gd name="connsiteY198" fmla="*/ 759151 h 1233068"/>
                <a:gd name="connsiteX199" fmla="*/ 4165600 w 5113330"/>
                <a:gd name="connsiteY199" fmla="*/ 759151 h 1233068"/>
                <a:gd name="connsiteX200" fmla="*/ 4165600 w 5113330"/>
                <a:gd name="connsiteY200" fmla="*/ 711200 h 1233068"/>
                <a:gd name="connsiteX201" fmla="*/ 1927040 w 5113330"/>
                <a:gd name="connsiteY201" fmla="*/ 698500 h 1233068"/>
                <a:gd name="connsiteX202" fmla="*/ 1981433 w 5113330"/>
                <a:gd name="connsiteY202" fmla="*/ 707097 h 1233068"/>
                <a:gd name="connsiteX203" fmla="*/ 1981433 w 5113330"/>
                <a:gd name="connsiteY203" fmla="*/ 740004 h 1233068"/>
                <a:gd name="connsiteX204" fmla="*/ 1927040 w 5113330"/>
                <a:gd name="connsiteY204" fmla="*/ 730702 h 1233068"/>
                <a:gd name="connsiteX205" fmla="*/ 1853344 w 5113330"/>
                <a:gd name="connsiteY205" fmla="*/ 823011 h 1233068"/>
                <a:gd name="connsiteX206" fmla="*/ 1853344 w 5113330"/>
                <a:gd name="connsiteY206" fmla="*/ 858080 h 1233068"/>
                <a:gd name="connsiteX207" fmla="*/ 1980713 w 5113330"/>
                <a:gd name="connsiteY207" fmla="*/ 858080 h 1233068"/>
                <a:gd name="connsiteX208" fmla="*/ 1980713 w 5113330"/>
                <a:gd name="connsiteY208" fmla="*/ 890306 h 1233068"/>
                <a:gd name="connsiteX209" fmla="*/ 1853344 w 5113330"/>
                <a:gd name="connsiteY209" fmla="*/ 890306 h 1233068"/>
                <a:gd name="connsiteX210" fmla="*/ 1853344 w 5113330"/>
                <a:gd name="connsiteY210" fmla="*/ 1223065 h 1233068"/>
                <a:gd name="connsiteX211" fmla="*/ 1818263 w 5113330"/>
                <a:gd name="connsiteY211" fmla="*/ 1223065 h 1233068"/>
                <a:gd name="connsiteX212" fmla="*/ 1818263 w 5113330"/>
                <a:gd name="connsiteY212" fmla="*/ 890306 h 1233068"/>
                <a:gd name="connsiteX213" fmla="*/ 1765300 w 5113330"/>
                <a:gd name="connsiteY213" fmla="*/ 890306 h 1233068"/>
                <a:gd name="connsiteX214" fmla="*/ 1765300 w 5113330"/>
                <a:gd name="connsiteY214" fmla="*/ 858080 h 1233068"/>
                <a:gd name="connsiteX215" fmla="*/ 1818263 w 5113330"/>
                <a:gd name="connsiteY215" fmla="*/ 858080 h 1233068"/>
                <a:gd name="connsiteX216" fmla="*/ 1818263 w 5113330"/>
                <a:gd name="connsiteY216" fmla="*/ 822307 h 1233068"/>
                <a:gd name="connsiteX217" fmla="*/ 1850472 w 5113330"/>
                <a:gd name="connsiteY217" fmla="*/ 727132 h 1233068"/>
                <a:gd name="connsiteX218" fmla="*/ 1927040 w 5113330"/>
                <a:gd name="connsiteY218" fmla="*/ 698500 h 1233068"/>
                <a:gd name="connsiteX219" fmla="*/ 1025142 w 5113330"/>
                <a:gd name="connsiteY219" fmla="*/ 174625 h 1233068"/>
                <a:gd name="connsiteX220" fmla="*/ 876300 w 5113330"/>
                <a:gd name="connsiteY220" fmla="*/ 331350 h 1233068"/>
                <a:gd name="connsiteX221" fmla="*/ 876300 w 5113330"/>
                <a:gd name="connsiteY221" fmla="*/ 332779 h 1233068"/>
                <a:gd name="connsiteX222" fmla="*/ 1025142 w 5113330"/>
                <a:gd name="connsiteY222" fmla="*/ 489504 h 1233068"/>
                <a:gd name="connsiteX223" fmla="*/ 1168280 w 5113330"/>
                <a:gd name="connsiteY223" fmla="*/ 333493 h 1233068"/>
                <a:gd name="connsiteX224" fmla="*/ 1168280 w 5113330"/>
                <a:gd name="connsiteY224" fmla="*/ 332065 h 1233068"/>
                <a:gd name="connsiteX225" fmla="*/ 1025142 w 5113330"/>
                <a:gd name="connsiteY225" fmla="*/ 174625 h 1233068"/>
                <a:gd name="connsiteX226" fmla="*/ 3601643 w 5113330"/>
                <a:gd name="connsiteY226" fmla="*/ 171450 h 1233068"/>
                <a:gd name="connsiteX227" fmla="*/ 3467100 w 5113330"/>
                <a:gd name="connsiteY227" fmla="*/ 313151 h 1233068"/>
                <a:gd name="connsiteX228" fmla="*/ 3732596 w 5113330"/>
                <a:gd name="connsiteY228" fmla="*/ 313151 h 1233068"/>
                <a:gd name="connsiteX229" fmla="*/ 3601643 w 5113330"/>
                <a:gd name="connsiteY229" fmla="*/ 171450 h 1233068"/>
                <a:gd name="connsiteX230" fmla="*/ 2344343 w 5113330"/>
                <a:gd name="connsiteY230" fmla="*/ 171450 h 1233068"/>
                <a:gd name="connsiteX231" fmla="*/ 2209800 w 5113330"/>
                <a:gd name="connsiteY231" fmla="*/ 313151 h 1233068"/>
                <a:gd name="connsiteX232" fmla="*/ 2475297 w 5113330"/>
                <a:gd name="connsiteY232" fmla="*/ 313151 h 1233068"/>
                <a:gd name="connsiteX233" fmla="*/ 2344343 w 5113330"/>
                <a:gd name="connsiteY233" fmla="*/ 171450 h 1233068"/>
                <a:gd name="connsiteX234" fmla="*/ 1455344 w 5113330"/>
                <a:gd name="connsiteY234" fmla="*/ 171450 h 1233068"/>
                <a:gd name="connsiteX235" fmla="*/ 1320800 w 5113330"/>
                <a:gd name="connsiteY235" fmla="*/ 313151 h 1233068"/>
                <a:gd name="connsiteX236" fmla="*/ 1586298 w 5113330"/>
                <a:gd name="connsiteY236" fmla="*/ 313151 h 1233068"/>
                <a:gd name="connsiteX237" fmla="*/ 1455344 w 5113330"/>
                <a:gd name="connsiteY237" fmla="*/ 171450 h 1233068"/>
                <a:gd name="connsiteX238" fmla="*/ 185344 w 5113330"/>
                <a:gd name="connsiteY238" fmla="*/ 171450 h 1233068"/>
                <a:gd name="connsiteX239" fmla="*/ 50800 w 5113330"/>
                <a:gd name="connsiteY239" fmla="*/ 313151 h 1233068"/>
                <a:gd name="connsiteX240" fmla="*/ 316298 w 5113330"/>
                <a:gd name="connsiteY240" fmla="*/ 313151 h 1233068"/>
                <a:gd name="connsiteX241" fmla="*/ 185344 w 5113330"/>
                <a:gd name="connsiteY241" fmla="*/ 171450 h 1233068"/>
                <a:gd name="connsiteX242" fmla="*/ 1924014 w 5113330"/>
                <a:gd name="connsiteY242" fmla="*/ 139820 h 1233068"/>
                <a:gd name="connsiteX243" fmla="*/ 1924014 w 5113330"/>
                <a:gd name="connsiteY243" fmla="*/ 178473 h 1233068"/>
                <a:gd name="connsiteX244" fmla="*/ 1920433 w 5113330"/>
                <a:gd name="connsiteY244" fmla="*/ 178473 h 1233068"/>
                <a:gd name="connsiteX245" fmla="*/ 1762280 w 5113330"/>
                <a:gd name="connsiteY245" fmla="*/ 360966 h 1233068"/>
                <a:gd name="connsiteX246" fmla="*/ 1762280 w 5113330"/>
                <a:gd name="connsiteY246" fmla="*/ 510530 h 1233068"/>
                <a:gd name="connsiteX247" fmla="*/ 1727200 w 5113330"/>
                <a:gd name="connsiteY247" fmla="*/ 510530 h 1233068"/>
                <a:gd name="connsiteX248" fmla="*/ 1727200 w 5113330"/>
                <a:gd name="connsiteY248" fmla="*/ 145544 h 1233068"/>
                <a:gd name="connsiteX249" fmla="*/ 1762280 w 5113330"/>
                <a:gd name="connsiteY249" fmla="*/ 145544 h 1233068"/>
                <a:gd name="connsiteX250" fmla="*/ 1762280 w 5113330"/>
                <a:gd name="connsiteY250" fmla="*/ 249312 h 1233068"/>
                <a:gd name="connsiteX251" fmla="*/ 1924014 w 5113330"/>
                <a:gd name="connsiteY251" fmla="*/ 139820 h 1233068"/>
                <a:gd name="connsiteX252" fmla="*/ 3602193 w 5113330"/>
                <a:gd name="connsiteY252" fmla="*/ 139700 h 1233068"/>
                <a:gd name="connsiteX253" fmla="*/ 3769644 w 5113330"/>
                <a:gd name="connsiteY253" fmla="*/ 330779 h 1233068"/>
                <a:gd name="connsiteX254" fmla="*/ 3768936 w 5113330"/>
                <a:gd name="connsiteY254" fmla="*/ 345074 h 1233068"/>
                <a:gd name="connsiteX255" fmla="*/ 3466219 w 5113330"/>
                <a:gd name="connsiteY255" fmla="*/ 345074 h 1233068"/>
                <a:gd name="connsiteX256" fmla="*/ 3609336 w 5113330"/>
                <a:gd name="connsiteY256" fmla="*/ 488932 h 1233068"/>
                <a:gd name="connsiteX257" fmla="*/ 3734586 w 5113330"/>
                <a:gd name="connsiteY257" fmla="*/ 431679 h 1233068"/>
                <a:gd name="connsiteX258" fmla="*/ 3758920 w 5113330"/>
                <a:gd name="connsiteY258" fmla="*/ 453157 h 1233068"/>
                <a:gd name="connsiteX259" fmla="*/ 3607902 w 5113330"/>
                <a:gd name="connsiteY259" fmla="*/ 521857 h 1233068"/>
                <a:gd name="connsiteX260" fmla="*/ 3429000 w 5113330"/>
                <a:gd name="connsiteY260" fmla="*/ 331486 h 1233068"/>
                <a:gd name="connsiteX261" fmla="*/ 3429000 w 5113330"/>
                <a:gd name="connsiteY261" fmla="*/ 330053 h 1233068"/>
                <a:gd name="connsiteX262" fmla="*/ 3602193 w 5113330"/>
                <a:gd name="connsiteY262" fmla="*/ 139700 h 1233068"/>
                <a:gd name="connsiteX263" fmla="*/ 3208674 w 5113330"/>
                <a:gd name="connsiteY263" fmla="*/ 139700 h 1233068"/>
                <a:gd name="connsiteX264" fmla="*/ 3354665 w 5113330"/>
                <a:gd name="connsiteY264" fmla="*/ 206966 h 1233068"/>
                <a:gd name="connsiteX265" fmla="*/ 3329623 w 5113330"/>
                <a:gd name="connsiteY265" fmla="*/ 232727 h 1233068"/>
                <a:gd name="connsiteX266" fmla="*/ 3207961 w 5113330"/>
                <a:gd name="connsiteY266" fmla="*/ 172625 h 1233068"/>
                <a:gd name="connsiteX267" fmla="*/ 3060544 w 5113330"/>
                <a:gd name="connsiteY267" fmla="*/ 329345 h 1233068"/>
                <a:gd name="connsiteX268" fmla="*/ 3060544 w 5113330"/>
                <a:gd name="connsiteY268" fmla="*/ 330778 h 1233068"/>
                <a:gd name="connsiteX269" fmla="*/ 3210814 w 5113330"/>
                <a:gd name="connsiteY269" fmla="*/ 488931 h 1233068"/>
                <a:gd name="connsiteX270" fmla="*/ 3333205 w 5113330"/>
                <a:gd name="connsiteY270" fmla="*/ 428104 h 1233068"/>
                <a:gd name="connsiteX271" fmla="*/ 3357534 w 5113330"/>
                <a:gd name="connsiteY271" fmla="*/ 449565 h 1233068"/>
                <a:gd name="connsiteX272" fmla="*/ 3208674 w 5113330"/>
                <a:gd name="connsiteY272" fmla="*/ 521857 h 1233068"/>
                <a:gd name="connsiteX273" fmla="*/ 3022600 w 5113330"/>
                <a:gd name="connsiteY273" fmla="*/ 332211 h 1233068"/>
                <a:gd name="connsiteX274" fmla="*/ 3022600 w 5113330"/>
                <a:gd name="connsiteY274" fmla="*/ 330778 h 1233068"/>
                <a:gd name="connsiteX275" fmla="*/ 3208674 w 5113330"/>
                <a:gd name="connsiteY275" fmla="*/ 139700 h 1233068"/>
                <a:gd name="connsiteX276" fmla="*/ 2782946 w 5113330"/>
                <a:gd name="connsiteY276" fmla="*/ 139700 h 1233068"/>
                <a:gd name="connsiteX277" fmla="*/ 2928930 w 5113330"/>
                <a:gd name="connsiteY277" fmla="*/ 289990 h 1233068"/>
                <a:gd name="connsiteX278" fmla="*/ 2928930 w 5113330"/>
                <a:gd name="connsiteY278" fmla="*/ 513263 h 1233068"/>
                <a:gd name="connsiteX279" fmla="*/ 2893878 w 5113330"/>
                <a:gd name="connsiteY279" fmla="*/ 513263 h 1233068"/>
                <a:gd name="connsiteX280" fmla="*/ 2893878 w 5113330"/>
                <a:gd name="connsiteY280" fmla="*/ 296406 h 1233068"/>
                <a:gd name="connsiteX281" fmla="*/ 2777936 w 5113330"/>
                <a:gd name="connsiteY281" fmla="*/ 171902 h 1233068"/>
                <a:gd name="connsiteX282" fmla="*/ 2651281 w 5113330"/>
                <a:gd name="connsiteY282" fmla="*/ 302148 h 1233068"/>
                <a:gd name="connsiteX283" fmla="*/ 2651281 w 5113330"/>
                <a:gd name="connsiteY283" fmla="*/ 513263 h 1233068"/>
                <a:gd name="connsiteX284" fmla="*/ 2616200 w 5113330"/>
                <a:gd name="connsiteY284" fmla="*/ 513263 h 1233068"/>
                <a:gd name="connsiteX285" fmla="*/ 2616200 w 5113330"/>
                <a:gd name="connsiteY285" fmla="*/ 148278 h 1233068"/>
                <a:gd name="connsiteX286" fmla="*/ 2651281 w 5113330"/>
                <a:gd name="connsiteY286" fmla="*/ 148278 h 1233068"/>
                <a:gd name="connsiteX287" fmla="*/ 2651281 w 5113330"/>
                <a:gd name="connsiteY287" fmla="*/ 216263 h 1233068"/>
                <a:gd name="connsiteX288" fmla="*/ 2782946 w 5113330"/>
                <a:gd name="connsiteY288" fmla="*/ 139700 h 1233068"/>
                <a:gd name="connsiteX289" fmla="*/ 2344893 w 5113330"/>
                <a:gd name="connsiteY289" fmla="*/ 139700 h 1233068"/>
                <a:gd name="connsiteX290" fmla="*/ 2512345 w 5113330"/>
                <a:gd name="connsiteY290" fmla="*/ 330779 h 1233068"/>
                <a:gd name="connsiteX291" fmla="*/ 2511635 w 5113330"/>
                <a:gd name="connsiteY291" fmla="*/ 345074 h 1233068"/>
                <a:gd name="connsiteX292" fmla="*/ 2208919 w 5113330"/>
                <a:gd name="connsiteY292" fmla="*/ 345074 h 1233068"/>
                <a:gd name="connsiteX293" fmla="*/ 2352037 w 5113330"/>
                <a:gd name="connsiteY293" fmla="*/ 488932 h 1233068"/>
                <a:gd name="connsiteX294" fmla="*/ 2477287 w 5113330"/>
                <a:gd name="connsiteY294" fmla="*/ 431679 h 1233068"/>
                <a:gd name="connsiteX295" fmla="*/ 2501621 w 5113330"/>
                <a:gd name="connsiteY295" fmla="*/ 453157 h 1233068"/>
                <a:gd name="connsiteX296" fmla="*/ 2350602 w 5113330"/>
                <a:gd name="connsiteY296" fmla="*/ 521857 h 1233068"/>
                <a:gd name="connsiteX297" fmla="*/ 2171700 w 5113330"/>
                <a:gd name="connsiteY297" fmla="*/ 331486 h 1233068"/>
                <a:gd name="connsiteX298" fmla="*/ 2171700 w 5113330"/>
                <a:gd name="connsiteY298" fmla="*/ 330053 h 1233068"/>
                <a:gd name="connsiteX299" fmla="*/ 2344893 w 5113330"/>
                <a:gd name="connsiteY299" fmla="*/ 139700 h 1233068"/>
                <a:gd name="connsiteX300" fmla="*/ 2019300 w 5113330"/>
                <a:gd name="connsiteY300" fmla="*/ 139700 h 1233068"/>
                <a:gd name="connsiteX301" fmla="*/ 2054359 w 5113330"/>
                <a:gd name="connsiteY301" fmla="*/ 139700 h 1233068"/>
                <a:gd name="connsiteX302" fmla="*/ 2054359 w 5113330"/>
                <a:gd name="connsiteY302" fmla="*/ 504677 h 1233068"/>
                <a:gd name="connsiteX303" fmla="*/ 2019300 w 5113330"/>
                <a:gd name="connsiteY303" fmla="*/ 504677 h 1233068"/>
                <a:gd name="connsiteX304" fmla="*/ 2019300 w 5113330"/>
                <a:gd name="connsiteY304" fmla="*/ 139700 h 1233068"/>
                <a:gd name="connsiteX305" fmla="*/ 1455892 w 5113330"/>
                <a:gd name="connsiteY305" fmla="*/ 139700 h 1233068"/>
                <a:gd name="connsiteX306" fmla="*/ 1623344 w 5113330"/>
                <a:gd name="connsiteY306" fmla="*/ 330779 h 1233068"/>
                <a:gd name="connsiteX307" fmla="*/ 1622634 w 5113330"/>
                <a:gd name="connsiteY307" fmla="*/ 345074 h 1233068"/>
                <a:gd name="connsiteX308" fmla="*/ 1319919 w 5113330"/>
                <a:gd name="connsiteY308" fmla="*/ 345074 h 1233068"/>
                <a:gd name="connsiteX309" fmla="*/ 1463036 w 5113330"/>
                <a:gd name="connsiteY309" fmla="*/ 488932 h 1233068"/>
                <a:gd name="connsiteX310" fmla="*/ 1588286 w 5113330"/>
                <a:gd name="connsiteY310" fmla="*/ 431679 h 1233068"/>
                <a:gd name="connsiteX311" fmla="*/ 1612620 w 5113330"/>
                <a:gd name="connsiteY311" fmla="*/ 453157 h 1233068"/>
                <a:gd name="connsiteX312" fmla="*/ 1461601 w 5113330"/>
                <a:gd name="connsiteY312" fmla="*/ 521857 h 1233068"/>
                <a:gd name="connsiteX313" fmla="*/ 1282700 w 5113330"/>
                <a:gd name="connsiteY313" fmla="*/ 331486 h 1233068"/>
                <a:gd name="connsiteX314" fmla="*/ 1282700 w 5113330"/>
                <a:gd name="connsiteY314" fmla="*/ 330053 h 1233068"/>
                <a:gd name="connsiteX315" fmla="*/ 1455892 w 5113330"/>
                <a:gd name="connsiteY315" fmla="*/ 139700 h 1233068"/>
                <a:gd name="connsiteX316" fmla="*/ 1023545 w 5113330"/>
                <a:gd name="connsiteY316" fmla="*/ 139700 h 1233068"/>
                <a:gd name="connsiteX317" fmla="*/ 1201029 w 5113330"/>
                <a:gd name="connsiteY317" fmla="*/ 329346 h 1233068"/>
                <a:gd name="connsiteX318" fmla="*/ 1201029 w 5113330"/>
                <a:gd name="connsiteY318" fmla="*/ 330769 h 1233068"/>
                <a:gd name="connsiteX319" fmla="*/ 1023545 w 5113330"/>
                <a:gd name="connsiteY319" fmla="*/ 521861 h 1233068"/>
                <a:gd name="connsiteX320" fmla="*/ 873273 w 5113330"/>
                <a:gd name="connsiteY320" fmla="*/ 434529 h 1233068"/>
                <a:gd name="connsiteX321" fmla="*/ 873273 w 5113330"/>
                <a:gd name="connsiteY321" fmla="*/ 627767 h 1233068"/>
                <a:gd name="connsiteX322" fmla="*/ 838200 w 5113330"/>
                <a:gd name="connsiteY322" fmla="*/ 627767 h 1233068"/>
                <a:gd name="connsiteX323" fmla="*/ 838200 w 5113330"/>
                <a:gd name="connsiteY323" fmla="*/ 148287 h 1233068"/>
                <a:gd name="connsiteX324" fmla="*/ 873273 w 5113330"/>
                <a:gd name="connsiteY324" fmla="*/ 148287 h 1233068"/>
                <a:gd name="connsiteX325" fmla="*/ 873273 w 5113330"/>
                <a:gd name="connsiteY325" fmla="*/ 229857 h 1233068"/>
                <a:gd name="connsiteX326" fmla="*/ 1023545 w 5113330"/>
                <a:gd name="connsiteY326" fmla="*/ 139700 h 1233068"/>
                <a:gd name="connsiteX327" fmla="*/ 399409 w 5113330"/>
                <a:gd name="connsiteY327" fmla="*/ 139700 h 1233068"/>
                <a:gd name="connsiteX328" fmla="*/ 443064 w 5113330"/>
                <a:gd name="connsiteY328" fmla="*/ 139700 h 1233068"/>
                <a:gd name="connsiteX329" fmla="*/ 565439 w 5113330"/>
                <a:gd name="connsiteY329" fmla="*/ 294274 h 1233068"/>
                <a:gd name="connsiteX330" fmla="*/ 689261 w 5113330"/>
                <a:gd name="connsiteY330" fmla="*/ 139700 h 1233068"/>
                <a:gd name="connsiteX331" fmla="*/ 731484 w 5113330"/>
                <a:gd name="connsiteY331" fmla="*/ 139700 h 1233068"/>
                <a:gd name="connsiteX332" fmla="*/ 587624 w 5113330"/>
                <a:gd name="connsiteY332" fmla="*/ 317896 h 1233068"/>
                <a:gd name="connsiteX333" fmla="*/ 737209 w 5113330"/>
                <a:gd name="connsiteY333" fmla="*/ 504677 h 1233068"/>
                <a:gd name="connsiteX334" fmla="*/ 693539 w 5113330"/>
                <a:gd name="connsiteY334" fmla="*/ 504677 h 1233068"/>
                <a:gd name="connsiteX335" fmla="*/ 564723 w 5113330"/>
                <a:gd name="connsiteY335" fmla="*/ 342228 h 1233068"/>
                <a:gd name="connsiteX336" fmla="*/ 435923 w 5113330"/>
                <a:gd name="connsiteY336" fmla="*/ 504677 h 1233068"/>
                <a:gd name="connsiteX337" fmla="*/ 393700 w 5113330"/>
                <a:gd name="connsiteY337" fmla="*/ 504677 h 1233068"/>
                <a:gd name="connsiteX338" fmla="*/ 542538 w 5113330"/>
                <a:gd name="connsiteY338" fmla="*/ 318606 h 1233068"/>
                <a:gd name="connsiteX339" fmla="*/ 185893 w 5113330"/>
                <a:gd name="connsiteY339" fmla="*/ 139700 h 1233068"/>
                <a:gd name="connsiteX340" fmla="*/ 353345 w 5113330"/>
                <a:gd name="connsiteY340" fmla="*/ 330779 h 1233068"/>
                <a:gd name="connsiteX341" fmla="*/ 352635 w 5113330"/>
                <a:gd name="connsiteY341" fmla="*/ 345074 h 1233068"/>
                <a:gd name="connsiteX342" fmla="*/ 49919 w 5113330"/>
                <a:gd name="connsiteY342" fmla="*/ 345074 h 1233068"/>
                <a:gd name="connsiteX343" fmla="*/ 193037 w 5113330"/>
                <a:gd name="connsiteY343" fmla="*/ 488932 h 1233068"/>
                <a:gd name="connsiteX344" fmla="*/ 318287 w 5113330"/>
                <a:gd name="connsiteY344" fmla="*/ 431679 h 1233068"/>
                <a:gd name="connsiteX345" fmla="*/ 342621 w 5113330"/>
                <a:gd name="connsiteY345" fmla="*/ 453157 h 1233068"/>
                <a:gd name="connsiteX346" fmla="*/ 191602 w 5113330"/>
                <a:gd name="connsiteY346" fmla="*/ 521857 h 1233068"/>
                <a:gd name="connsiteX347" fmla="*/ 12700 w 5113330"/>
                <a:gd name="connsiteY347" fmla="*/ 331486 h 1233068"/>
                <a:gd name="connsiteX348" fmla="*/ 12700 w 5113330"/>
                <a:gd name="connsiteY348" fmla="*/ 330053 h 1233068"/>
                <a:gd name="connsiteX349" fmla="*/ 185893 w 5113330"/>
                <a:gd name="connsiteY349" fmla="*/ 139700 h 1233068"/>
                <a:gd name="connsiteX350" fmla="*/ 2019300 w 5113330"/>
                <a:gd name="connsiteY350" fmla="*/ 0 h 1233068"/>
                <a:gd name="connsiteX351" fmla="*/ 2062954 w 5113330"/>
                <a:gd name="connsiteY351" fmla="*/ 0 h 1233068"/>
                <a:gd name="connsiteX352" fmla="*/ 2062954 w 5113330"/>
                <a:gd name="connsiteY352" fmla="*/ 47951 h 1233068"/>
                <a:gd name="connsiteX353" fmla="*/ 2019300 w 5113330"/>
                <a:gd name="connsiteY353" fmla="*/ 47951 h 1233068"/>
                <a:gd name="connsiteX354" fmla="*/ 2019300 w 5113330"/>
                <a:gd name="connsiteY354" fmla="*/ 0 h 1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5113330" h="1233068">
                  <a:moveTo>
                    <a:pt x="3600029" y="1025525"/>
                  </a:moveTo>
                  <a:cubicBezTo>
                    <a:pt x="3522742" y="1025525"/>
                    <a:pt x="3479800" y="1059864"/>
                    <a:pt x="3479800" y="1110682"/>
                  </a:cubicBezTo>
                  <a:lnTo>
                    <a:pt x="3479800" y="1112117"/>
                  </a:lnTo>
                  <a:cubicBezTo>
                    <a:pt x="3479800" y="1165057"/>
                    <a:pt x="3529894" y="1195839"/>
                    <a:pt x="3585704" y="1195839"/>
                  </a:cubicBezTo>
                  <a:cubicBezTo>
                    <a:pt x="3660144" y="1195839"/>
                    <a:pt x="3723828" y="1150036"/>
                    <a:pt x="3723828" y="1083487"/>
                  </a:cubicBezTo>
                  <a:lnTo>
                    <a:pt x="3723828" y="1041981"/>
                  </a:lnTo>
                  <a:cubicBezTo>
                    <a:pt x="3693054" y="1034104"/>
                    <a:pt x="3652258" y="1025525"/>
                    <a:pt x="3600029" y="1025525"/>
                  </a:cubicBezTo>
                  <a:close/>
                  <a:moveTo>
                    <a:pt x="717129" y="1025525"/>
                  </a:moveTo>
                  <a:cubicBezTo>
                    <a:pt x="639842" y="1025525"/>
                    <a:pt x="596900" y="1059864"/>
                    <a:pt x="596900" y="1110682"/>
                  </a:cubicBezTo>
                  <a:lnTo>
                    <a:pt x="596900" y="1112117"/>
                  </a:lnTo>
                  <a:cubicBezTo>
                    <a:pt x="596900" y="1165057"/>
                    <a:pt x="646994" y="1195839"/>
                    <a:pt x="702815" y="1195839"/>
                  </a:cubicBezTo>
                  <a:cubicBezTo>
                    <a:pt x="777243" y="1195839"/>
                    <a:pt x="840928" y="1150036"/>
                    <a:pt x="840928" y="1083487"/>
                  </a:cubicBezTo>
                  <a:lnTo>
                    <a:pt x="840928" y="1041981"/>
                  </a:lnTo>
                  <a:cubicBezTo>
                    <a:pt x="810153" y="1034104"/>
                    <a:pt x="769358" y="1025525"/>
                    <a:pt x="717129" y="1025525"/>
                  </a:cubicBezTo>
                  <a:close/>
                  <a:moveTo>
                    <a:pt x="4504942" y="882650"/>
                  </a:moveTo>
                  <a:cubicBezTo>
                    <a:pt x="4418362" y="882650"/>
                    <a:pt x="4356100" y="953498"/>
                    <a:pt x="4356100" y="1039371"/>
                  </a:cubicBezTo>
                  <a:lnTo>
                    <a:pt x="4356100" y="1040806"/>
                  </a:lnTo>
                  <a:cubicBezTo>
                    <a:pt x="4356100" y="1128832"/>
                    <a:pt x="4421934" y="1198962"/>
                    <a:pt x="4506382" y="1198962"/>
                  </a:cubicBezTo>
                  <a:cubicBezTo>
                    <a:pt x="4592962" y="1198962"/>
                    <a:pt x="4655224" y="1128114"/>
                    <a:pt x="4655224" y="1042241"/>
                  </a:cubicBezTo>
                  <a:lnTo>
                    <a:pt x="4655224" y="1040806"/>
                  </a:lnTo>
                  <a:cubicBezTo>
                    <a:pt x="4655224" y="952781"/>
                    <a:pt x="4589390" y="882650"/>
                    <a:pt x="4504942" y="882650"/>
                  </a:cubicBezTo>
                  <a:close/>
                  <a:moveTo>
                    <a:pt x="2206242" y="882650"/>
                  </a:moveTo>
                  <a:cubicBezTo>
                    <a:pt x="2119662" y="882650"/>
                    <a:pt x="2057400" y="953498"/>
                    <a:pt x="2057400" y="1039371"/>
                  </a:cubicBezTo>
                  <a:lnTo>
                    <a:pt x="2057400" y="1040806"/>
                  </a:lnTo>
                  <a:cubicBezTo>
                    <a:pt x="2057400" y="1128832"/>
                    <a:pt x="2123235" y="1198962"/>
                    <a:pt x="2207682" y="1198962"/>
                  </a:cubicBezTo>
                  <a:cubicBezTo>
                    <a:pt x="2294262" y="1198962"/>
                    <a:pt x="2356524" y="1128114"/>
                    <a:pt x="2356524" y="1042241"/>
                  </a:cubicBezTo>
                  <a:lnTo>
                    <a:pt x="2356524" y="1040806"/>
                  </a:lnTo>
                  <a:cubicBezTo>
                    <a:pt x="2356524" y="952781"/>
                    <a:pt x="2290689" y="882650"/>
                    <a:pt x="2206242" y="882650"/>
                  </a:cubicBezTo>
                  <a:close/>
                  <a:moveTo>
                    <a:pt x="4178300" y="863600"/>
                  </a:moveTo>
                  <a:lnTo>
                    <a:pt x="4213360" y="863600"/>
                  </a:lnTo>
                  <a:lnTo>
                    <a:pt x="4213360" y="1228577"/>
                  </a:lnTo>
                  <a:lnTo>
                    <a:pt x="4178300" y="1228577"/>
                  </a:lnTo>
                  <a:cubicBezTo>
                    <a:pt x="4178300" y="1228577"/>
                    <a:pt x="4178300" y="863600"/>
                    <a:pt x="4178300" y="863600"/>
                  </a:cubicBezTo>
                  <a:close/>
                  <a:moveTo>
                    <a:pt x="2698695" y="851020"/>
                  </a:moveTo>
                  <a:lnTo>
                    <a:pt x="2698695" y="889676"/>
                  </a:lnTo>
                  <a:lnTo>
                    <a:pt x="2695133" y="889676"/>
                  </a:lnTo>
                  <a:cubicBezTo>
                    <a:pt x="2610675" y="889676"/>
                    <a:pt x="2536977" y="953358"/>
                    <a:pt x="2536977" y="1072160"/>
                  </a:cubicBezTo>
                  <a:lnTo>
                    <a:pt x="2536977" y="1221731"/>
                  </a:lnTo>
                  <a:lnTo>
                    <a:pt x="2501900" y="1221731"/>
                  </a:lnTo>
                  <a:cubicBezTo>
                    <a:pt x="2501900" y="1221731"/>
                    <a:pt x="2501900" y="856745"/>
                    <a:pt x="2501900" y="856745"/>
                  </a:cubicBezTo>
                  <a:lnTo>
                    <a:pt x="2536977" y="856745"/>
                  </a:lnTo>
                  <a:lnTo>
                    <a:pt x="2536977" y="960501"/>
                  </a:lnTo>
                  <a:cubicBezTo>
                    <a:pt x="2565585" y="895383"/>
                    <a:pt x="2626428" y="848149"/>
                    <a:pt x="2698695" y="851020"/>
                  </a:cubicBezTo>
                  <a:close/>
                  <a:moveTo>
                    <a:pt x="514314" y="851020"/>
                  </a:moveTo>
                  <a:lnTo>
                    <a:pt x="514314" y="889676"/>
                  </a:lnTo>
                  <a:lnTo>
                    <a:pt x="510733" y="889676"/>
                  </a:lnTo>
                  <a:cubicBezTo>
                    <a:pt x="426276" y="889676"/>
                    <a:pt x="352571" y="953358"/>
                    <a:pt x="352571" y="1072160"/>
                  </a:cubicBezTo>
                  <a:lnTo>
                    <a:pt x="352571" y="1221731"/>
                  </a:lnTo>
                  <a:lnTo>
                    <a:pt x="317500" y="1221731"/>
                  </a:lnTo>
                  <a:cubicBezTo>
                    <a:pt x="317500" y="1221731"/>
                    <a:pt x="317500" y="856745"/>
                    <a:pt x="317500" y="856745"/>
                  </a:cubicBezTo>
                  <a:lnTo>
                    <a:pt x="352571" y="856745"/>
                  </a:lnTo>
                  <a:lnTo>
                    <a:pt x="352571" y="960501"/>
                  </a:lnTo>
                  <a:cubicBezTo>
                    <a:pt x="381191" y="895383"/>
                    <a:pt x="442030" y="848149"/>
                    <a:pt x="514314" y="851020"/>
                  </a:cubicBezTo>
                  <a:close/>
                  <a:moveTo>
                    <a:pt x="4967346" y="850900"/>
                  </a:moveTo>
                  <a:cubicBezTo>
                    <a:pt x="5059674" y="850900"/>
                    <a:pt x="5113330" y="913889"/>
                    <a:pt x="5113330" y="1001194"/>
                  </a:cubicBezTo>
                  <a:lnTo>
                    <a:pt x="5113330" y="1224472"/>
                  </a:lnTo>
                  <a:lnTo>
                    <a:pt x="5078278" y="1224472"/>
                  </a:lnTo>
                  <a:lnTo>
                    <a:pt x="5078278" y="1007628"/>
                  </a:lnTo>
                  <a:cubicBezTo>
                    <a:pt x="5078278" y="932498"/>
                    <a:pt x="5036046" y="883104"/>
                    <a:pt x="4962336" y="883104"/>
                  </a:cubicBezTo>
                  <a:cubicBezTo>
                    <a:pt x="4890770" y="883104"/>
                    <a:pt x="4835680" y="937514"/>
                    <a:pt x="4835680" y="1013352"/>
                  </a:cubicBezTo>
                  <a:lnTo>
                    <a:pt x="4835680" y="1224472"/>
                  </a:lnTo>
                  <a:lnTo>
                    <a:pt x="4800600" y="1224472"/>
                  </a:lnTo>
                  <a:cubicBezTo>
                    <a:pt x="4800600" y="1224472"/>
                    <a:pt x="4800600" y="859496"/>
                    <a:pt x="4800600" y="859496"/>
                  </a:cubicBezTo>
                  <a:lnTo>
                    <a:pt x="4835680" y="859496"/>
                  </a:lnTo>
                  <a:lnTo>
                    <a:pt x="4835680" y="927483"/>
                  </a:lnTo>
                  <a:cubicBezTo>
                    <a:pt x="4860004" y="884539"/>
                    <a:pt x="4900804" y="850900"/>
                    <a:pt x="4967346" y="850900"/>
                  </a:cubicBezTo>
                  <a:close/>
                  <a:moveTo>
                    <a:pt x="4506214" y="850900"/>
                  </a:moveTo>
                  <a:cubicBezTo>
                    <a:pt x="4614272" y="850900"/>
                    <a:pt x="4693006" y="938233"/>
                    <a:pt x="4693006" y="1040551"/>
                  </a:cubicBezTo>
                  <a:lnTo>
                    <a:pt x="4693006" y="1041984"/>
                  </a:lnTo>
                  <a:cubicBezTo>
                    <a:pt x="4693006" y="1144320"/>
                    <a:pt x="4613560" y="1233068"/>
                    <a:pt x="4504792" y="1233068"/>
                  </a:cubicBezTo>
                  <a:cubicBezTo>
                    <a:pt x="4396734" y="1233068"/>
                    <a:pt x="4318000" y="1145736"/>
                    <a:pt x="4318000" y="1043417"/>
                  </a:cubicBezTo>
                  <a:lnTo>
                    <a:pt x="4318000" y="1041984"/>
                  </a:lnTo>
                  <a:cubicBezTo>
                    <a:pt x="4318000" y="939630"/>
                    <a:pt x="4397446" y="850900"/>
                    <a:pt x="4506214" y="850900"/>
                  </a:cubicBezTo>
                  <a:close/>
                  <a:moveTo>
                    <a:pt x="3604148" y="850900"/>
                  </a:moveTo>
                  <a:cubicBezTo>
                    <a:pt x="3653540" y="850900"/>
                    <a:pt x="3692888" y="864509"/>
                    <a:pt x="3719378" y="890973"/>
                  </a:cubicBezTo>
                  <a:cubicBezTo>
                    <a:pt x="3743708" y="915311"/>
                    <a:pt x="3756596" y="948957"/>
                    <a:pt x="3756596" y="994034"/>
                  </a:cubicBezTo>
                  <a:lnTo>
                    <a:pt x="3756596" y="1221615"/>
                  </a:lnTo>
                  <a:lnTo>
                    <a:pt x="3722234" y="1221615"/>
                  </a:lnTo>
                  <a:lnTo>
                    <a:pt x="3722234" y="1160786"/>
                  </a:lnTo>
                  <a:cubicBezTo>
                    <a:pt x="3697188" y="1195837"/>
                    <a:pt x="3652098" y="1230202"/>
                    <a:pt x="3582689" y="1230202"/>
                  </a:cubicBezTo>
                  <a:cubicBezTo>
                    <a:pt x="3514695" y="1230202"/>
                    <a:pt x="3441700" y="1191552"/>
                    <a:pt x="3441700" y="1115692"/>
                  </a:cubicBezTo>
                  <a:lnTo>
                    <a:pt x="3441700" y="1114269"/>
                  </a:lnTo>
                  <a:cubicBezTo>
                    <a:pt x="3441700" y="1038409"/>
                    <a:pt x="3506837" y="995474"/>
                    <a:pt x="3601291" y="995474"/>
                  </a:cubicBezTo>
                  <a:cubicBezTo>
                    <a:pt x="3652098" y="995474"/>
                    <a:pt x="3687174" y="1001919"/>
                    <a:pt x="3722234" y="1011208"/>
                  </a:cubicBezTo>
                  <a:lnTo>
                    <a:pt x="3722234" y="995474"/>
                  </a:lnTo>
                  <a:cubicBezTo>
                    <a:pt x="3722234" y="921756"/>
                    <a:pt x="3677158" y="883826"/>
                    <a:pt x="3602005" y="883826"/>
                  </a:cubicBezTo>
                  <a:cubicBezTo>
                    <a:pt x="3557643" y="883826"/>
                    <a:pt x="3521138" y="895977"/>
                    <a:pt x="3487506" y="913151"/>
                  </a:cubicBezTo>
                  <a:lnTo>
                    <a:pt x="3474633" y="882403"/>
                  </a:lnTo>
                  <a:cubicBezTo>
                    <a:pt x="3514695" y="863789"/>
                    <a:pt x="3554071" y="850900"/>
                    <a:pt x="3604148" y="850900"/>
                  </a:cubicBezTo>
                  <a:close/>
                  <a:moveTo>
                    <a:pt x="2950716" y="850900"/>
                  </a:moveTo>
                  <a:cubicBezTo>
                    <a:pt x="3014399" y="850900"/>
                    <a:pt x="3053788" y="887410"/>
                    <a:pt x="3073815" y="929627"/>
                  </a:cubicBezTo>
                  <a:cubicBezTo>
                    <a:pt x="3097444" y="888845"/>
                    <a:pt x="3136783" y="850900"/>
                    <a:pt x="3205498" y="850900"/>
                  </a:cubicBezTo>
                  <a:cubicBezTo>
                    <a:pt x="3292094" y="850900"/>
                    <a:pt x="3345763" y="911744"/>
                    <a:pt x="3345763" y="1003338"/>
                  </a:cubicBezTo>
                  <a:lnTo>
                    <a:pt x="3345763" y="1224472"/>
                  </a:lnTo>
                  <a:lnTo>
                    <a:pt x="3310716" y="1224472"/>
                  </a:lnTo>
                  <a:lnTo>
                    <a:pt x="3310716" y="1007628"/>
                  </a:lnTo>
                  <a:cubicBezTo>
                    <a:pt x="3310716" y="928918"/>
                    <a:pt x="3269896" y="883104"/>
                    <a:pt x="3202637" y="883104"/>
                  </a:cubicBezTo>
                  <a:cubicBezTo>
                    <a:pt x="3141100" y="883104"/>
                    <a:pt x="3087405" y="930353"/>
                    <a:pt x="3087405" y="1011917"/>
                  </a:cubicBezTo>
                  <a:lnTo>
                    <a:pt x="3087405" y="1224472"/>
                  </a:lnTo>
                  <a:lnTo>
                    <a:pt x="3052358" y="1224472"/>
                  </a:lnTo>
                  <a:lnTo>
                    <a:pt x="3052358" y="1005500"/>
                  </a:lnTo>
                  <a:cubicBezTo>
                    <a:pt x="3052358" y="929627"/>
                    <a:pt x="3010848" y="883104"/>
                    <a:pt x="2945709" y="883104"/>
                  </a:cubicBezTo>
                  <a:cubicBezTo>
                    <a:pt x="2880596" y="883104"/>
                    <a:pt x="2829073" y="940350"/>
                    <a:pt x="2829073" y="1014061"/>
                  </a:cubicBezTo>
                  <a:lnTo>
                    <a:pt x="2829073" y="1224472"/>
                  </a:lnTo>
                  <a:lnTo>
                    <a:pt x="2794000" y="1224472"/>
                  </a:lnTo>
                  <a:cubicBezTo>
                    <a:pt x="2794000" y="1224472"/>
                    <a:pt x="2794000" y="859496"/>
                    <a:pt x="2794000" y="859496"/>
                  </a:cubicBezTo>
                  <a:lnTo>
                    <a:pt x="2829073" y="859496"/>
                  </a:lnTo>
                  <a:lnTo>
                    <a:pt x="2829073" y="924612"/>
                  </a:lnTo>
                  <a:cubicBezTo>
                    <a:pt x="2852701" y="886701"/>
                    <a:pt x="2885603" y="850900"/>
                    <a:pt x="2950716" y="850900"/>
                  </a:cubicBezTo>
                  <a:close/>
                  <a:moveTo>
                    <a:pt x="2207514" y="850900"/>
                  </a:moveTo>
                  <a:cubicBezTo>
                    <a:pt x="2315571" y="850900"/>
                    <a:pt x="2394304" y="938233"/>
                    <a:pt x="2394304" y="1040551"/>
                  </a:cubicBezTo>
                  <a:lnTo>
                    <a:pt x="2394304" y="1041984"/>
                  </a:lnTo>
                  <a:cubicBezTo>
                    <a:pt x="2394304" y="1144320"/>
                    <a:pt x="2314859" y="1233068"/>
                    <a:pt x="2206090" y="1233068"/>
                  </a:cubicBezTo>
                  <a:cubicBezTo>
                    <a:pt x="2098033" y="1233068"/>
                    <a:pt x="2019300" y="1145736"/>
                    <a:pt x="2019300" y="1043417"/>
                  </a:cubicBezTo>
                  <a:lnTo>
                    <a:pt x="2019300" y="1041984"/>
                  </a:lnTo>
                  <a:cubicBezTo>
                    <a:pt x="2019300" y="939630"/>
                    <a:pt x="2098745" y="850900"/>
                    <a:pt x="2207514" y="850900"/>
                  </a:cubicBezTo>
                  <a:close/>
                  <a:moveTo>
                    <a:pt x="1547819" y="850900"/>
                  </a:moveTo>
                  <a:cubicBezTo>
                    <a:pt x="1591495" y="850900"/>
                    <a:pt x="1640860" y="866652"/>
                    <a:pt x="1677366" y="890990"/>
                  </a:cubicBezTo>
                  <a:lnTo>
                    <a:pt x="1658756" y="920316"/>
                  </a:lnTo>
                  <a:cubicBezTo>
                    <a:pt x="1625119" y="898137"/>
                    <a:pt x="1585040" y="883826"/>
                    <a:pt x="1546391" y="883826"/>
                  </a:cubicBezTo>
                  <a:cubicBezTo>
                    <a:pt x="1496311" y="883826"/>
                    <a:pt x="1463376" y="911027"/>
                    <a:pt x="1463376" y="947517"/>
                  </a:cubicBezTo>
                  <a:lnTo>
                    <a:pt x="1463376" y="948957"/>
                  </a:lnTo>
                  <a:cubicBezTo>
                    <a:pt x="1463376" y="989732"/>
                    <a:pt x="1512766" y="1004781"/>
                    <a:pt x="1565014" y="1019795"/>
                  </a:cubicBezTo>
                  <a:cubicBezTo>
                    <a:pt x="1623678" y="1036249"/>
                    <a:pt x="1685224" y="1057725"/>
                    <a:pt x="1685224" y="1122119"/>
                  </a:cubicBezTo>
                  <a:lnTo>
                    <a:pt x="1685224" y="1123559"/>
                  </a:lnTo>
                  <a:cubicBezTo>
                    <a:pt x="1685224" y="1188672"/>
                    <a:pt x="1629418" y="1230202"/>
                    <a:pt x="1559274" y="1230202"/>
                  </a:cubicBezTo>
                  <a:cubicBezTo>
                    <a:pt x="1506312" y="1230202"/>
                    <a:pt x="1448363" y="1208726"/>
                    <a:pt x="1409700" y="1177240"/>
                  </a:cubicBezTo>
                  <a:lnTo>
                    <a:pt x="1430466" y="1149320"/>
                  </a:lnTo>
                  <a:cubicBezTo>
                    <a:pt x="1470545" y="1180103"/>
                    <a:pt x="1514909" y="1197277"/>
                    <a:pt x="1561430" y="1197277"/>
                  </a:cubicBezTo>
                  <a:cubicBezTo>
                    <a:pt x="1610807" y="1197277"/>
                    <a:pt x="1649444" y="1170076"/>
                    <a:pt x="1649444" y="1127861"/>
                  </a:cubicBezTo>
                  <a:lnTo>
                    <a:pt x="1649444" y="1126421"/>
                  </a:lnTo>
                  <a:cubicBezTo>
                    <a:pt x="1649444" y="1083486"/>
                    <a:pt x="1603651" y="1067752"/>
                    <a:pt x="1552832" y="1053423"/>
                  </a:cubicBezTo>
                  <a:cubicBezTo>
                    <a:pt x="1493441" y="1036249"/>
                    <a:pt x="1427609" y="1018373"/>
                    <a:pt x="1427609" y="953242"/>
                  </a:cubicBezTo>
                  <a:lnTo>
                    <a:pt x="1427609" y="951819"/>
                  </a:lnTo>
                  <a:cubicBezTo>
                    <a:pt x="1427609" y="893115"/>
                    <a:pt x="1476987" y="850900"/>
                    <a:pt x="1547819" y="850900"/>
                  </a:cubicBezTo>
                  <a:close/>
                  <a:moveTo>
                    <a:pt x="1170046" y="850900"/>
                  </a:moveTo>
                  <a:cubicBezTo>
                    <a:pt x="1262374" y="850900"/>
                    <a:pt x="1316030" y="913889"/>
                    <a:pt x="1316030" y="1001194"/>
                  </a:cubicBezTo>
                  <a:lnTo>
                    <a:pt x="1316030" y="1224472"/>
                  </a:lnTo>
                  <a:lnTo>
                    <a:pt x="1280978" y="1224472"/>
                  </a:lnTo>
                  <a:lnTo>
                    <a:pt x="1280978" y="1007628"/>
                  </a:lnTo>
                  <a:cubicBezTo>
                    <a:pt x="1280978" y="932498"/>
                    <a:pt x="1238760" y="883104"/>
                    <a:pt x="1165036" y="883104"/>
                  </a:cubicBezTo>
                  <a:cubicBezTo>
                    <a:pt x="1093470" y="883104"/>
                    <a:pt x="1038381" y="937514"/>
                    <a:pt x="1038381" y="1013352"/>
                  </a:cubicBezTo>
                  <a:lnTo>
                    <a:pt x="1038381" y="1224472"/>
                  </a:lnTo>
                  <a:lnTo>
                    <a:pt x="1003300" y="1224472"/>
                  </a:lnTo>
                  <a:cubicBezTo>
                    <a:pt x="1003300" y="1224472"/>
                    <a:pt x="1003300" y="859496"/>
                    <a:pt x="1003300" y="859496"/>
                  </a:cubicBezTo>
                  <a:lnTo>
                    <a:pt x="1038381" y="859496"/>
                  </a:lnTo>
                  <a:lnTo>
                    <a:pt x="1038381" y="927483"/>
                  </a:lnTo>
                  <a:cubicBezTo>
                    <a:pt x="1062704" y="884539"/>
                    <a:pt x="1103504" y="850900"/>
                    <a:pt x="1170046" y="850900"/>
                  </a:cubicBezTo>
                  <a:close/>
                  <a:moveTo>
                    <a:pt x="721249" y="850900"/>
                  </a:moveTo>
                  <a:cubicBezTo>
                    <a:pt x="770641" y="850900"/>
                    <a:pt x="809989" y="864509"/>
                    <a:pt x="836478" y="890973"/>
                  </a:cubicBezTo>
                  <a:cubicBezTo>
                    <a:pt x="860810" y="915311"/>
                    <a:pt x="873697" y="948957"/>
                    <a:pt x="873697" y="994034"/>
                  </a:cubicBezTo>
                  <a:lnTo>
                    <a:pt x="873697" y="1221615"/>
                  </a:lnTo>
                  <a:lnTo>
                    <a:pt x="839335" y="1221615"/>
                  </a:lnTo>
                  <a:lnTo>
                    <a:pt x="839335" y="1160786"/>
                  </a:lnTo>
                  <a:cubicBezTo>
                    <a:pt x="814289" y="1195837"/>
                    <a:pt x="769198" y="1230202"/>
                    <a:pt x="699789" y="1230202"/>
                  </a:cubicBezTo>
                  <a:cubicBezTo>
                    <a:pt x="631795" y="1230202"/>
                    <a:pt x="558800" y="1191552"/>
                    <a:pt x="558800" y="1115692"/>
                  </a:cubicBezTo>
                  <a:lnTo>
                    <a:pt x="558800" y="1114269"/>
                  </a:lnTo>
                  <a:cubicBezTo>
                    <a:pt x="558800" y="1038409"/>
                    <a:pt x="623937" y="995474"/>
                    <a:pt x="718392" y="995474"/>
                  </a:cubicBezTo>
                  <a:cubicBezTo>
                    <a:pt x="769198" y="995474"/>
                    <a:pt x="804274" y="1001919"/>
                    <a:pt x="839335" y="1011208"/>
                  </a:cubicBezTo>
                  <a:lnTo>
                    <a:pt x="839335" y="995474"/>
                  </a:lnTo>
                  <a:cubicBezTo>
                    <a:pt x="839335" y="921756"/>
                    <a:pt x="794258" y="883826"/>
                    <a:pt x="719106" y="883826"/>
                  </a:cubicBezTo>
                  <a:cubicBezTo>
                    <a:pt x="674729" y="883826"/>
                    <a:pt x="638239" y="895977"/>
                    <a:pt x="604606" y="913151"/>
                  </a:cubicBezTo>
                  <a:lnTo>
                    <a:pt x="591733" y="882403"/>
                  </a:lnTo>
                  <a:cubicBezTo>
                    <a:pt x="631795" y="863789"/>
                    <a:pt x="671157" y="850900"/>
                    <a:pt x="721249" y="850900"/>
                  </a:cubicBezTo>
                  <a:close/>
                  <a:moveTo>
                    <a:pt x="3901048" y="736600"/>
                  </a:moveTo>
                  <a:lnTo>
                    <a:pt x="3936126" y="736600"/>
                  </a:lnTo>
                  <a:lnTo>
                    <a:pt x="3936126" y="853241"/>
                  </a:lnTo>
                  <a:lnTo>
                    <a:pt x="4064214" y="853241"/>
                  </a:lnTo>
                  <a:lnTo>
                    <a:pt x="4064214" y="885463"/>
                  </a:lnTo>
                  <a:lnTo>
                    <a:pt x="3936126" y="885463"/>
                  </a:lnTo>
                  <a:lnTo>
                    <a:pt x="3936126" y="1120892"/>
                  </a:lnTo>
                  <a:cubicBezTo>
                    <a:pt x="3936126" y="1173134"/>
                    <a:pt x="3966882" y="1191753"/>
                    <a:pt x="4009124" y="1191753"/>
                  </a:cubicBezTo>
                  <a:cubicBezTo>
                    <a:pt x="4027004" y="1191753"/>
                    <a:pt x="4042032" y="1188160"/>
                    <a:pt x="4062784" y="1178873"/>
                  </a:cubicBezTo>
                  <a:lnTo>
                    <a:pt x="4062784" y="1211773"/>
                  </a:lnTo>
                  <a:cubicBezTo>
                    <a:pt x="4044184" y="1220382"/>
                    <a:pt x="4026294" y="1224675"/>
                    <a:pt x="4003392" y="1224675"/>
                  </a:cubicBezTo>
                  <a:cubicBezTo>
                    <a:pt x="3946852" y="1224675"/>
                    <a:pt x="3901048" y="1193899"/>
                    <a:pt x="3901048" y="1124484"/>
                  </a:cubicBezTo>
                  <a:lnTo>
                    <a:pt x="3901048" y="885463"/>
                  </a:lnTo>
                  <a:lnTo>
                    <a:pt x="3848100" y="885463"/>
                  </a:lnTo>
                  <a:lnTo>
                    <a:pt x="3848100" y="853241"/>
                  </a:lnTo>
                  <a:lnTo>
                    <a:pt x="3901048" y="853241"/>
                  </a:lnTo>
                  <a:close/>
                  <a:moveTo>
                    <a:pt x="52948" y="736600"/>
                  </a:moveTo>
                  <a:lnTo>
                    <a:pt x="88016" y="736600"/>
                  </a:lnTo>
                  <a:lnTo>
                    <a:pt x="88016" y="853241"/>
                  </a:lnTo>
                  <a:lnTo>
                    <a:pt x="216114" y="853241"/>
                  </a:lnTo>
                  <a:lnTo>
                    <a:pt x="216114" y="885463"/>
                  </a:lnTo>
                  <a:lnTo>
                    <a:pt x="88016" y="885463"/>
                  </a:lnTo>
                  <a:lnTo>
                    <a:pt x="88016" y="1120892"/>
                  </a:lnTo>
                  <a:cubicBezTo>
                    <a:pt x="88016" y="1173134"/>
                    <a:pt x="118783" y="1191753"/>
                    <a:pt x="161025" y="1191753"/>
                  </a:cubicBezTo>
                  <a:cubicBezTo>
                    <a:pt x="178904" y="1191753"/>
                    <a:pt x="193932" y="1188160"/>
                    <a:pt x="214683" y="1178873"/>
                  </a:cubicBezTo>
                  <a:lnTo>
                    <a:pt x="214683" y="1211773"/>
                  </a:lnTo>
                  <a:cubicBezTo>
                    <a:pt x="196083" y="1220382"/>
                    <a:pt x="178194" y="1224675"/>
                    <a:pt x="155292" y="1224675"/>
                  </a:cubicBezTo>
                  <a:cubicBezTo>
                    <a:pt x="98752" y="1224675"/>
                    <a:pt x="52948" y="1193899"/>
                    <a:pt x="52948" y="1124484"/>
                  </a:cubicBezTo>
                  <a:lnTo>
                    <a:pt x="52948" y="885463"/>
                  </a:lnTo>
                  <a:lnTo>
                    <a:pt x="0" y="885463"/>
                  </a:lnTo>
                  <a:lnTo>
                    <a:pt x="0" y="853241"/>
                  </a:lnTo>
                  <a:lnTo>
                    <a:pt x="52948" y="853241"/>
                  </a:lnTo>
                  <a:close/>
                  <a:moveTo>
                    <a:pt x="4165600" y="711200"/>
                  </a:moveTo>
                  <a:lnTo>
                    <a:pt x="4209252" y="711200"/>
                  </a:lnTo>
                  <a:lnTo>
                    <a:pt x="4209252" y="759151"/>
                  </a:lnTo>
                  <a:lnTo>
                    <a:pt x="4165600" y="759151"/>
                  </a:lnTo>
                  <a:cubicBezTo>
                    <a:pt x="4165600" y="759151"/>
                    <a:pt x="4165600" y="711200"/>
                    <a:pt x="4165600" y="711200"/>
                  </a:cubicBezTo>
                  <a:close/>
                  <a:moveTo>
                    <a:pt x="1927040" y="698500"/>
                  </a:moveTo>
                  <a:cubicBezTo>
                    <a:pt x="1949223" y="698500"/>
                    <a:pt x="1964983" y="701365"/>
                    <a:pt x="1981433" y="707097"/>
                  </a:cubicBezTo>
                  <a:lnTo>
                    <a:pt x="1981433" y="740004"/>
                  </a:lnTo>
                  <a:cubicBezTo>
                    <a:pt x="1960680" y="733568"/>
                    <a:pt x="1945661" y="730702"/>
                    <a:pt x="1927040" y="730702"/>
                  </a:cubicBezTo>
                  <a:cubicBezTo>
                    <a:pt x="1876959" y="730702"/>
                    <a:pt x="1853344" y="760768"/>
                    <a:pt x="1853344" y="823011"/>
                  </a:cubicBezTo>
                  <a:lnTo>
                    <a:pt x="1853344" y="858080"/>
                  </a:lnTo>
                  <a:lnTo>
                    <a:pt x="1980713" y="858080"/>
                  </a:lnTo>
                  <a:lnTo>
                    <a:pt x="1980713" y="890306"/>
                  </a:lnTo>
                  <a:lnTo>
                    <a:pt x="1853344" y="890306"/>
                  </a:lnTo>
                  <a:lnTo>
                    <a:pt x="1853344" y="1223065"/>
                  </a:lnTo>
                  <a:lnTo>
                    <a:pt x="1818263" y="1223065"/>
                  </a:lnTo>
                  <a:cubicBezTo>
                    <a:pt x="1818263" y="1223065"/>
                    <a:pt x="1818263" y="890306"/>
                    <a:pt x="1818263" y="890306"/>
                  </a:cubicBezTo>
                  <a:lnTo>
                    <a:pt x="1765300" y="890306"/>
                  </a:lnTo>
                  <a:lnTo>
                    <a:pt x="1765300" y="858080"/>
                  </a:lnTo>
                  <a:lnTo>
                    <a:pt x="1818263" y="858080"/>
                  </a:lnTo>
                  <a:lnTo>
                    <a:pt x="1818263" y="822307"/>
                  </a:lnTo>
                  <a:cubicBezTo>
                    <a:pt x="1818263" y="780803"/>
                    <a:pt x="1829720" y="747872"/>
                    <a:pt x="1850472" y="727132"/>
                  </a:cubicBezTo>
                  <a:cubicBezTo>
                    <a:pt x="1869074" y="708505"/>
                    <a:pt x="1894840" y="698500"/>
                    <a:pt x="1927040" y="698500"/>
                  </a:cubicBezTo>
                  <a:close/>
                  <a:moveTo>
                    <a:pt x="1025142" y="174625"/>
                  </a:moveTo>
                  <a:cubicBezTo>
                    <a:pt x="949281" y="174625"/>
                    <a:pt x="876300" y="238315"/>
                    <a:pt x="876300" y="331350"/>
                  </a:cubicBezTo>
                  <a:lnTo>
                    <a:pt x="876300" y="332779"/>
                  </a:lnTo>
                  <a:cubicBezTo>
                    <a:pt x="876300" y="426528"/>
                    <a:pt x="949281" y="489504"/>
                    <a:pt x="1025142" y="489504"/>
                  </a:cubicBezTo>
                  <a:cubicBezTo>
                    <a:pt x="1104585" y="489504"/>
                    <a:pt x="1168280" y="431543"/>
                    <a:pt x="1168280" y="333493"/>
                  </a:cubicBezTo>
                  <a:lnTo>
                    <a:pt x="1168280" y="332065"/>
                  </a:lnTo>
                  <a:cubicBezTo>
                    <a:pt x="1168280" y="236172"/>
                    <a:pt x="1101719" y="174625"/>
                    <a:pt x="1025142" y="174625"/>
                  </a:cubicBezTo>
                  <a:close/>
                  <a:moveTo>
                    <a:pt x="3601643" y="171450"/>
                  </a:moveTo>
                  <a:cubicBezTo>
                    <a:pt x="3529357" y="171450"/>
                    <a:pt x="3473528" y="232277"/>
                    <a:pt x="3467100" y="313151"/>
                  </a:cubicBezTo>
                  <a:cubicBezTo>
                    <a:pt x="3467100" y="313151"/>
                    <a:pt x="3732596" y="313151"/>
                    <a:pt x="3732596" y="313151"/>
                  </a:cubicBezTo>
                  <a:cubicBezTo>
                    <a:pt x="3727582" y="239434"/>
                    <a:pt x="3685360" y="171450"/>
                    <a:pt x="3601643" y="171450"/>
                  </a:cubicBezTo>
                  <a:close/>
                  <a:moveTo>
                    <a:pt x="2344343" y="171450"/>
                  </a:moveTo>
                  <a:cubicBezTo>
                    <a:pt x="2272057" y="171450"/>
                    <a:pt x="2216228" y="232277"/>
                    <a:pt x="2209800" y="313151"/>
                  </a:cubicBezTo>
                  <a:cubicBezTo>
                    <a:pt x="2209800" y="313151"/>
                    <a:pt x="2475297" y="313151"/>
                    <a:pt x="2475297" y="313151"/>
                  </a:cubicBezTo>
                  <a:cubicBezTo>
                    <a:pt x="2470282" y="239434"/>
                    <a:pt x="2428061" y="171450"/>
                    <a:pt x="2344343" y="171450"/>
                  </a:cubicBezTo>
                  <a:close/>
                  <a:moveTo>
                    <a:pt x="1455344" y="171450"/>
                  </a:moveTo>
                  <a:cubicBezTo>
                    <a:pt x="1383057" y="171450"/>
                    <a:pt x="1327228" y="232277"/>
                    <a:pt x="1320800" y="313151"/>
                  </a:cubicBezTo>
                  <a:cubicBezTo>
                    <a:pt x="1320800" y="313151"/>
                    <a:pt x="1586298" y="313151"/>
                    <a:pt x="1586298" y="313151"/>
                  </a:cubicBezTo>
                  <a:cubicBezTo>
                    <a:pt x="1581283" y="239434"/>
                    <a:pt x="1539061" y="171450"/>
                    <a:pt x="1455344" y="171450"/>
                  </a:cubicBezTo>
                  <a:close/>
                  <a:moveTo>
                    <a:pt x="185344" y="171450"/>
                  </a:moveTo>
                  <a:cubicBezTo>
                    <a:pt x="113057" y="171450"/>
                    <a:pt x="57228" y="232277"/>
                    <a:pt x="50800" y="313151"/>
                  </a:cubicBezTo>
                  <a:cubicBezTo>
                    <a:pt x="50800" y="313151"/>
                    <a:pt x="316298" y="313151"/>
                    <a:pt x="316298" y="313151"/>
                  </a:cubicBezTo>
                  <a:cubicBezTo>
                    <a:pt x="311283" y="239434"/>
                    <a:pt x="269061" y="171450"/>
                    <a:pt x="185344" y="171450"/>
                  </a:cubicBezTo>
                  <a:close/>
                  <a:moveTo>
                    <a:pt x="1924014" y="139820"/>
                  </a:moveTo>
                  <a:lnTo>
                    <a:pt x="1924014" y="178473"/>
                  </a:lnTo>
                  <a:lnTo>
                    <a:pt x="1920433" y="178473"/>
                  </a:lnTo>
                  <a:cubicBezTo>
                    <a:pt x="1835976" y="178473"/>
                    <a:pt x="1762280" y="242169"/>
                    <a:pt x="1762280" y="360966"/>
                  </a:cubicBezTo>
                  <a:lnTo>
                    <a:pt x="1762280" y="510530"/>
                  </a:lnTo>
                  <a:lnTo>
                    <a:pt x="1727200" y="510530"/>
                  </a:lnTo>
                  <a:cubicBezTo>
                    <a:pt x="1727200" y="510530"/>
                    <a:pt x="1727200" y="145544"/>
                    <a:pt x="1727200" y="145544"/>
                  </a:cubicBezTo>
                  <a:lnTo>
                    <a:pt x="1762280" y="145544"/>
                  </a:lnTo>
                  <a:lnTo>
                    <a:pt x="1762280" y="249312"/>
                  </a:lnTo>
                  <a:cubicBezTo>
                    <a:pt x="1790891" y="184198"/>
                    <a:pt x="1851730" y="136966"/>
                    <a:pt x="1924014" y="139820"/>
                  </a:cubicBezTo>
                  <a:close/>
                  <a:moveTo>
                    <a:pt x="3602193" y="139700"/>
                  </a:moveTo>
                  <a:cubicBezTo>
                    <a:pt x="3704528" y="139700"/>
                    <a:pt x="3769644" y="222713"/>
                    <a:pt x="3769644" y="330779"/>
                  </a:cubicBezTo>
                  <a:cubicBezTo>
                    <a:pt x="3769644" y="337219"/>
                    <a:pt x="3769644" y="339377"/>
                    <a:pt x="3768936" y="345074"/>
                  </a:cubicBezTo>
                  <a:lnTo>
                    <a:pt x="3466219" y="345074"/>
                  </a:lnTo>
                  <a:cubicBezTo>
                    <a:pt x="3472653" y="435960"/>
                    <a:pt x="3537770" y="488932"/>
                    <a:pt x="3609336" y="488932"/>
                  </a:cubicBezTo>
                  <a:cubicBezTo>
                    <a:pt x="3665890" y="488932"/>
                    <a:pt x="3704528" y="463879"/>
                    <a:pt x="3734586" y="431679"/>
                  </a:cubicBezTo>
                  <a:lnTo>
                    <a:pt x="3758920" y="453157"/>
                  </a:lnTo>
                  <a:cubicBezTo>
                    <a:pt x="3721702" y="493231"/>
                    <a:pt x="3678050" y="521857"/>
                    <a:pt x="3607902" y="521857"/>
                  </a:cubicBezTo>
                  <a:cubicBezTo>
                    <a:pt x="3512032" y="521857"/>
                    <a:pt x="3429000" y="445284"/>
                    <a:pt x="3429000" y="331486"/>
                  </a:cubicBezTo>
                  <a:lnTo>
                    <a:pt x="3429000" y="330053"/>
                  </a:lnTo>
                  <a:cubicBezTo>
                    <a:pt x="3429000" y="224146"/>
                    <a:pt x="3503437" y="139700"/>
                    <a:pt x="3602193" y="139700"/>
                  </a:cubicBezTo>
                  <a:close/>
                  <a:moveTo>
                    <a:pt x="3208674" y="139700"/>
                  </a:moveTo>
                  <a:cubicBezTo>
                    <a:pt x="3277367" y="139700"/>
                    <a:pt x="3320304" y="171192"/>
                    <a:pt x="3354665" y="206966"/>
                  </a:cubicBezTo>
                  <a:lnTo>
                    <a:pt x="3329623" y="232727"/>
                  </a:lnTo>
                  <a:cubicBezTo>
                    <a:pt x="3298130" y="200526"/>
                    <a:pt x="3262357" y="172625"/>
                    <a:pt x="3207961" y="172625"/>
                  </a:cubicBezTo>
                  <a:cubicBezTo>
                    <a:pt x="3124941" y="172625"/>
                    <a:pt x="3060544" y="242033"/>
                    <a:pt x="3060544" y="329345"/>
                  </a:cubicBezTo>
                  <a:lnTo>
                    <a:pt x="3060544" y="330778"/>
                  </a:lnTo>
                  <a:cubicBezTo>
                    <a:pt x="3060544" y="418798"/>
                    <a:pt x="3127096" y="488931"/>
                    <a:pt x="3210814" y="488931"/>
                  </a:cubicBezTo>
                  <a:cubicBezTo>
                    <a:pt x="3262357" y="488931"/>
                    <a:pt x="3302425" y="462446"/>
                    <a:pt x="3333205" y="428104"/>
                  </a:cubicBezTo>
                  <a:lnTo>
                    <a:pt x="3357534" y="449565"/>
                  </a:lnTo>
                  <a:cubicBezTo>
                    <a:pt x="3320304" y="491797"/>
                    <a:pt x="3275940" y="521857"/>
                    <a:pt x="3208674" y="521857"/>
                  </a:cubicBezTo>
                  <a:cubicBezTo>
                    <a:pt x="3103480" y="521857"/>
                    <a:pt x="3022600" y="434527"/>
                    <a:pt x="3022600" y="332211"/>
                  </a:cubicBezTo>
                  <a:lnTo>
                    <a:pt x="3022600" y="330778"/>
                  </a:lnTo>
                  <a:cubicBezTo>
                    <a:pt x="3022600" y="228427"/>
                    <a:pt x="3104194" y="139700"/>
                    <a:pt x="3208674" y="139700"/>
                  </a:cubicBezTo>
                  <a:close/>
                  <a:moveTo>
                    <a:pt x="2782946" y="139700"/>
                  </a:moveTo>
                  <a:cubicBezTo>
                    <a:pt x="2875274" y="139700"/>
                    <a:pt x="2928930" y="202687"/>
                    <a:pt x="2928930" y="289990"/>
                  </a:cubicBezTo>
                  <a:lnTo>
                    <a:pt x="2928930" y="513263"/>
                  </a:lnTo>
                  <a:lnTo>
                    <a:pt x="2893878" y="513263"/>
                  </a:lnTo>
                  <a:lnTo>
                    <a:pt x="2893878" y="296406"/>
                  </a:lnTo>
                  <a:cubicBezTo>
                    <a:pt x="2893878" y="221278"/>
                    <a:pt x="2851645" y="171902"/>
                    <a:pt x="2777936" y="171902"/>
                  </a:cubicBezTo>
                  <a:cubicBezTo>
                    <a:pt x="2706370" y="171902"/>
                    <a:pt x="2651281" y="226294"/>
                    <a:pt x="2651281" y="302148"/>
                  </a:cubicBezTo>
                  <a:lnTo>
                    <a:pt x="2651281" y="513263"/>
                  </a:lnTo>
                  <a:lnTo>
                    <a:pt x="2616200" y="513263"/>
                  </a:lnTo>
                  <a:cubicBezTo>
                    <a:pt x="2616200" y="513263"/>
                    <a:pt x="2616200" y="148278"/>
                    <a:pt x="2616200" y="148278"/>
                  </a:cubicBezTo>
                  <a:lnTo>
                    <a:pt x="2651281" y="148278"/>
                  </a:lnTo>
                  <a:lnTo>
                    <a:pt x="2651281" y="216263"/>
                  </a:lnTo>
                  <a:cubicBezTo>
                    <a:pt x="2675590" y="173338"/>
                    <a:pt x="2716404" y="139700"/>
                    <a:pt x="2782946" y="139700"/>
                  </a:cubicBezTo>
                  <a:close/>
                  <a:moveTo>
                    <a:pt x="2344893" y="139700"/>
                  </a:moveTo>
                  <a:cubicBezTo>
                    <a:pt x="2447228" y="139700"/>
                    <a:pt x="2512345" y="222713"/>
                    <a:pt x="2512345" y="330779"/>
                  </a:cubicBezTo>
                  <a:cubicBezTo>
                    <a:pt x="2512345" y="337219"/>
                    <a:pt x="2512345" y="339377"/>
                    <a:pt x="2511635" y="345074"/>
                  </a:cubicBezTo>
                  <a:lnTo>
                    <a:pt x="2208919" y="345074"/>
                  </a:lnTo>
                  <a:cubicBezTo>
                    <a:pt x="2215353" y="435960"/>
                    <a:pt x="2280470" y="488932"/>
                    <a:pt x="2352037" y="488932"/>
                  </a:cubicBezTo>
                  <a:cubicBezTo>
                    <a:pt x="2408590" y="488932"/>
                    <a:pt x="2447228" y="463879"/>
                    <a:pt x="2477287" y="431679"/>
                  </a:cubicBezTo>
                  <a:lnTo>
                    <a:pt x="2501621" y="453157"/>
                  </a:lnTo>
                  <a:cubicBezTo>
                    <a:pt x="2464402" y="493231"/>
                    <a:pt x="2420749" y="521857"/>
                    <a:pt x="2350602" y="521857"/>
                  </a:cubicBezTo>
                  <a:cubicBezTo>
                    <a:pt x="2254732" y="521857"/>
                    <a:pt x="2171700" y="445284"/>
                    <a:pt x="2171700" y="331486"/>
                  </a:cubicBezTo>
                  <a:lnTo>
                    <a:pt x="2171700" y="330053"/>
                  </a:lnTo>
                  <a:cubicBezTo>
                    <a:pt x="2171700" y="224146"/>
                    <a:pt x="2246137" y="139700"/>
                    <a:pt x="2344893" y="139700"/>
                  </a:cubicBezTo>
                  <a:close/>
                  <a:moveTo>
                    <a:pt x="2019300" y="139700"/>
                  </a:moveTo>
                  <a:lnTo>
                    <a:pt x="2054359" y="139700"/>
                  </a:lnTo>
                  <a:lnTo>
                    <a:pt x="2054359" y="504677"/>
                  </a:lnTo>
                  <a:lnTo>
                    <a:pt x="2019300" y="504677"/>
                  </a:lnTo>
                  <a:cubicBezTo>
                    <a:pt x="2019300" y="504677"/>
                    <a:pt x="2019300" y="139700"/>
                    <a:pt x="2019300" y="139700"/>
                  </a:cubicBezTo>
                  <a:close/>
                  <a:moveTo>
                    <a:pt x="1455892" y="139700"/>
                  </a:moveTo>
                  <a:cubicBezTo>
                    <a:pt x="1558227" y="139700"/>
                    <a:pt x="1623344" y="222713"/>
                    <a:pt x="1623344" y="330779"/>
                  </a:cubicBezTo>
                  <a:cubicBezTo>
                    <a:pt x="1623344" y="337219"/>
                    <a:pt x="1623344" y="339377"/>
                    <a:pt x="1622634" y="345074"/>
                  </a:cubicBezTo>
                  <a:lnTo>
                    <a:pt x="1319919" y="345074"/>
                  </a:lnTo>
                  <a:cubicBezTo>
                    <a:pt x="1326353" y="435960"/>
                    <a:pt x="1391470" y="488932"/>
                    <a:pt x="1463036" y="488932"/>
                  </a:cubicBezTo>
                  <a:cubicBezTo>
                    <a:pt x="1519590" y="488932"/>
                    <a:pt x="1558227" y="463879"/>
                    <a:pt x="1588286" y="431679"/>
                  </a:cubicBezTo>
                  <a:lnTo>
                    <a:pt x="1612620" y="453157"/>
                  </a:lnTo>
                  <a:cubicBezTo>
                    <a:pt x="1575402" y="493231"/>
                    <a:pt x="1531749" y="521857"/>
                    <a:pt x="1461601" y="521857"/>
                  </a:cubicBezTo>
                  <a:cubicBezTo>
                    <a:pt x="1365732" y="521857"/>
                    <a:pt x="1282700" y="445284"/>
                    <a:pt x="1282700" y="331486"/>
                  </a:cubicBezTo>
                  <a:lnTo>
                    <a:pt x="1282700" y="330053"/>
                  </a:lnTo>
                  <a:cubicBezTo>
                    <a:pt x="1282700" y="224146"/>
                    <a:pt x="1357137" y="139700"/>
                    <a:pt x="1455892" y="139700"/>
                  </a:cubicBezTo>
                  <a:close/>
                  <a:moveTo>
                    <a:pt x="1023545" y="139700"/>
                  </a:moveTo>
                  <a:cubicBezTo>
                    <a:pt x="1111582" y="139700"/>
                    <a:pt x="1201029" y="210538"/>
                    <a:pt x="1201029" y="329346"/>
                  </a:cubicBezTo>
                  <a:lnTo>
                    <a:pt x="1201029" y="330769"/>
                  </a:lnTo>
                  <a:cubicBezTo>
                    <a:pt x="1201029" y="449578"/>
                    <a:pt x="1111582" y="521861"/>
                    <a:pt x="1023545" y="521861"/>
                  </a:cubicBezTo>
                  <a:cubicBezTo>
                    <a:pt x="950559" y="521861"/>
                    <a:pt x="903324" y="480330"/>
                    <a:pt x="873273" y="434529"/>
                  </a:cubicBezTo>
                  <a:lnTo>
                    <a:pt x="873273" y="627767"/>
                  </a:lnTo>
                  <a:lnTo>
                    <a:pt x="838200" y="627767"/>
                  </a:lnTo>
                  <a:cubicBezTo>
                    <a:pt x="838200" y="627767"/>
                    <a:pt x="838200" y="148287"/>
                    <a:pt x="838200" y="148287"/>
                  </a:cubicBezTo>
                  <a:lnTo>
                    <a:pt x="873273" y="148287"/>
                  </a:lnTo>
                  <a:lnTo>
                    <a:pt x="873273" y="229857"/>
                  </a:lnTo>
                  <a:cubicBezTo>
                    <a:pt x="904752" y="181909"/>
                    <a:pt x="951265" y="139700"/>
                    <a:pt x="1023545" y="139700"/>
                  </a:cubicBezTo>
                  <a:close/>
                  <a:moveTo>
                    <a:pt x="399409" y="139700"/>
                  </a:moveTo>
                  <a:lnTo>
                    <a:pt x="443064" y="139700"/>
                  </a:lnTo>
                  <a:lnTo>
                    <a:pt x="565439" y="294274"/>
                  </a:lnTo>
                  <a:lnTo>
                    <a:pt x="689261" y="139700"/>
                  </a:lnTo>
                  <a:lnTo>
                    <a:pt x="731484" y="139700"/>
                  </a:lnTo>
                  <a:lnTo>
                    <a:pt x="587624" y="317896"/>
                  </a:lnTo>
                  <a:lnTo>
                    <a:pt x="737209" y="504677"/>
                  </a:lnTo>
                  <a:lnTo>
                    <a:pt x="693539" y="504677"/>
                  </a:lnTo>
                  <a:cubicBezTo>
                    <a:pt x="693539" y="504677"/>
                    <a:pt x="564723" y="342228"/>
                    <a:pt x="564723" y="342228"/>
                  </a:cubicBezTo>
                  <a:lnTo>
                    <a:pt x="435923" y="504677"/>
                  </a:lnTo>
                  <a:lnTo>
                    <a:pt x="393700" y="504677"/>
                  </a:lnTo>
                  <a:lnTo>
                    <a:pt x="542538" y="318606"/>
                  </a:lnTo>
                  <a:close/>
                  <a:moveTo>
                    <a:pt x="185893" y="139700"/>
                  </a:moveTo>
                  <a:cubicBezTo>
                    <a:pt x="288228" y="139700"/>
                    <a:pt x="353345" y="222713"/>
                    <a:pt x="353345" y="330779"/>
                  </a:cubicBezTo>
                  <a:cubicBezTo>
                    <a:pt x="353345" y="337219"/>
                    <a:pt x="353345" y="339377"/>
                    <a:pt x="352635" y="345074"/>
                  </a:cubicBezTo>
                  <a:lnTo>
                    <a:pt x="49919" y="345074"/>
                  </a:lnTo>
                  <a:cubicBezTo>
                    <a:pt x="56353" y="435960"/>
                    <a:pt x="121470" y="488932"/>
                    <a:pt x="193037" y="488932"/>
                  </a:cubicBezTo>
                  <a:cubicBezTo>
                    <a:pt x="249590" y="488932"/>
                    <a:pt x="288228" y="463879"/>
                    <a:pt x="318287" y="431679"/>
                  </a:cubicBezTo>
                  <a:lnTo>
                    <a:pt x="342621" y="453157"/>
                  </a:lnTo>
                  <a:cubicBezTo>
                    <a:pt x="305402" y="493231"/>
                    <a:pt x="261749" y="521857"/>
                    <a:pt x="191602" y="521857"/>
                  </a:cubicBezTo>
                  <a:cubicBezTo>
                    <a:pt x="95732" y="521857"/>
                    <a:pt x="12700" y="445284"/>
                    <a:pt x="12700" y="331486"/>
                  </a:cubicBezTo>
                  <a:lnTo>
                    <a:pt x="12700" y="330053"/>
                  </a:lnTo>
                  <a:cubicBezTo>
                    <a:pt x="12700" y="224146"/>
                    <a:pt x="87137" y="139700"/>
                    <a:pt x="185893" y="139700"/>
                  </a:cubicBezTo>
                  <a:close/>
                  <a:moveTo>
                    <a:pt x="2019300" y="0"/>
                  </a:moveTo>
                  <a:lnTo>
                    <a:pt x="2062954" y="0"/>
                  </a:lnTo>
                  <a:lnTo>
                    <a:pt x="2062954" y="47951"/>
                  </a:lnTo>
                  <a:lnTo>
                    <a:pt x="2019300" y="47951"/>
                  </a:lnTo>
                  <a:cubicBezTo>
                    <a:pt x="2019300" y="47951"/>
                    <a:pt x="2019300" y="0"/>
                    <a:pt x="2019300" y="0"/>
                  </a:cubicBezTo>
                  <a:close/>
                </a:path>
              </a:pathLst>
            </a:custGeom>
            <a:solidFill>
              <a:schemeClr val="tx2"/>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grpSp>
    </p:spTree>
  </p:cSld>
  <p:clrMapOvr>
    <a:masterClrMapping/>
  </p:clrMapOvr>
  <p:extLst>
    <p:ext uri="{DCECCB84-F9BA-43D5-87BE-67443E8EF086}">
      <p15:sldGuideLst xmlns:p15="http://schemas.microsoft.com/office/powerpoint/2012/main">
        <p15:guide id="1" orient="horz" pos="386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95325" y="1193180"/>
            <a:ext cx="10801350" cy="4575795"/>
          </a:xfrm>
        </p:spPr>
        <p:txBody>
          <a:bodyPr/>
          <a:lstStyle>
            <a:lvl1pPr marL="236538" indent="-236538">
              <a:lnSpc>
                <a:spcPct val="100000"/>
              </a:lnSpc>
              <a:tabLst/>
              <a:defRPr/>
            </a:lvl1pPr>
            <a:lvl2pPr marL="577850" indent="-284163">
              <a:lnSpc>
                <a:spcPct val="100000"/>
              </a:lnSpc>
              <a:buFont typeface="AppleSymbols" charset="0"/>
              <a:buChar char="⎻"/>
              <a:tabLst/>
              <a:defRPr sz="2200"/>
            </a:lvl2pPr>
            <a:lvl3pPr marL="804863" indent="-227013">
              <a:lnSpc>
                <a:spcPct val="100000"/>
              </a:lnSpc>
              <a:buFont typeface="AppleSymbols" charset="0"/>
              <a:buChar char="⎻"/>
              <a:tabLst/>
              <a:defRPr sz="2000"/>
            </a:lvl3pPr>
          </a:lstStyle>
          <a:p>
            <a:pPr lvl="0"/>
            <a:r>
              <a:rPr lang="en-US"/>
              <a:t>Level 1</a:t>
            </a:r>
          </a:p>
          <a:p>
            <a:pPr lvl="1"/>
            <a:r>
              <a:rPr lang="en-US"/>
              <a:t>Level 2</a:t>
            </a:r>
          </a:p>
          <a:p>
            <a:pPr lvl="2"/>
            <a:r>
              <a:rPr lang="en-US"/>
              <a:t>Level 3</a:t>
            </a:r>
          </a:p>
        </p:txBody>
      </p:sp>
      <p:sp>
        <p:nvSpPr>
          <p:cNvPr id="2" name="Title 1"/>
          <p:cNvSpPr>
            <a:spLocks noGrp="1"/>
          </p:cNvSpPr>
          <p:nvPr>
            <p:ph type="title" hasCustomPrompt="1"/>
          </p:nvPr>
        </p:nvSpPr>
        <p:spPr/>
        <p:txBody>
          <a:bodyPr/>
          <a:lstStyle/>
          <a:p>
            <a:r>
              <a:rPr lang="en-US"/>
              <a:t>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Tree>
    <p:extLst>
      <p:ext uri="{BB962C8B-B14F-4D97-AF65-F5344CB8AC3E}">
        <p14:creationId xmlns:p14="http://schemas.microsoft.com/office/powerpoint/2010/main" val="813095062"/>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 2019 PTP. All rights reserved.</a:t>
            </a:r>
          </a:p>
        </p:txBody>
      </p:sp>
      <p:sp>
        <p:nvSpPr>
          <p:cNvPr id="5" name="Slide Number Placeholder 4"/>
          <p:cNvSpPr>
            <a:spLocks noGrp="1"/>
          </p:cNvSpPr>
          <p:nvPr>
            <p:ph type="sldNum" sz="quarter" idx="12"/>
          </p:nvPr>
        </p:nvSpPr>
        <p:spPr/>
        <p:txBody>
          <a:bodyPr/>
          <a:lstStyle/>
          <a:p>
            <a:fld id="{EAFE7DC3-8061-DA4A-AC8E-F40965DD04F4}" type="slidenum">
              <a:rPr lang="en-US" smtClean="0"/>
              <a:pPr/>
              <a:t>‹#›</a:t>
            </a:fld>
            <a:endParaRPr lang="en-US"/>
          </a:p>
        </p:txBody>
      </p:sp>
      <p:sp>
        <p:nvSpPr>
          <p:cNvPr id="6" name="Content Placeholder 2"/>
          <p:cNvSpPr>
            <a:spLocks noGrp="1"/>
          </p:cNvSpPr>
          <p:nvPr>
            <p:ph idx="1" hasCustomPrompt="1"/>
          </p:nvPr>
        </p:nvSpPr>
        <p:spPr>
          <a:xfrm>
            <a:off x="695325" y="1538868"/>
            <a:ext cx="10801350" cy="4230107"/>
          </a:xfrm>
        </p:spPr>
        <p:txBody>
          <a:bodyPr/>
          <a:lstStyle>
            <a:lvl1pPr marL="236538" indent="-236538">
              <a:lnSpc>
                <a:spcPct val="100000"/>
              </a:lnSpc>
              <a:spcBef>
                <a:spcPts val="300"/>
              </a:spcBef>
              <a:spcAft>
                <a:spcPts val="600"/>
              </a:spcAft>
              <a:tabLst/>
              <a:defRPr/>
            </a:lvl1pPr>
            <a:lvl2pPr marL="577850" indent="-284163">
              <a:lnSpc>
                <a:spcPct val="100000"/>
              </a:lnSpc>
              <a:spcBef>
                <a:spcPts val="300"/>
              </a:spcBef>
              <a:spcAft>
                <a:spcPts val="600"/>
              </a:spcAft>
              <a:buFont typeface="AppleSymbols" charset="0"/>
              <a:buChar char="⎻"/>
              <a:tabLst/>
              <a:defRPr sz="2200"/>
            </a:lvl2pPr>
            <a:lvl3pPr marL="804863" indent="-227013">
              <a:lnSpc>
                <a:spcPct val="100000"/>
              </a:lnSpc>
              <a:spcBef>
                <a:spcPts val="300"/>
              </a:spcBef>
              <a:spcAft>
                <a:spcPts val="600"/>
              </a:spcAft>
              <a:buFont typeface="AppleSymbols" charset="0"/>
              <a:buChar char="⎻"/>
              <a:tabLst/>
              <a:defRPr sz="2000"/>
            </a:lvl3pPr>
          </a:lstStyle>
          <a:p>
            <a:pPr lvl="0"/>
            <a:r>
              <a:rPr lang="en-US"/>
              <a:t>Level 1</a:t>
            </a:r>
          </a:p>
          <a:p>
            <a:pPr lvl="1"/>
            <a:r>
              <a:rPr lang="en-US"/>
              <a:t>Level 2</a:t>
            </a:r>
          </a:p>
          <a:p>
            <a:pPr lvl="2"/>
            <a:r>
              <a:rPr lang="en-US"/>
              <a:t>Level 3</a:t>
            </a:r>
          </a:p>
        </p:txBody>
      </p:sp>
      <p:sp>
        <p:nvSpPr>
          <p:cNvPr id="10" name="Text Placeholder 9"/>
          <p:cNvSpPr>
            <a:spLocks noGrp="1"/>
          </p:cNvSpPr>
          <p:nvPr>
            <p:ph type="body" sz="quarter" idx="13"/>
          </p:nvPr>
        </p:nvSpPr>
        <p:spPr>
          <a:xfrm>
            <a:off x="695325" y="746125"/>
            <a:ext cx="9144000" cy="53626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89210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 2019 PTP. All rights reserved.</a:t>
            </a:r>
          </a:p>
        </p:txBody>
      </p:sp>
      <p:sp>
        <p:nvSpPr>
          <p:cNvPr id="5" name="Slide Number Placeholder 4"/>
          <p:cNvSpPr>
            <a:spLocks noGrp="1"/>
          </p:cNvSpPr>
          <p:nvPr>
            <p:ph type="sldNum" sz="quarter" idx="12"/>
          </p:nvPr>
        </p:nvSpPr>
        <p:spPr/>
        <p:txBody>
          <a:bodyPr/>
          <a:lstStyle/>
          <a:p>
            <a:fld id="{EAFE7DC3-8061-DA4A-AC8E-F40965DD04F4}" type="slidenum">
              <a:rPr lang="en-US" smtClean="0"/>
              <a:pPr/>
              <a:t>‹#›</a:t>
            </a:fld>
            <a:endParaRPr lang="en-US"/>
          </a:p>
        </p:txBody>
      </p:sp>
      <p:sp>
        <p:nvSpPr>
          <p:cNvPr id="7" name="Text Placeholder 6"/>
          <p:cNvSpPr>
            <a:spLocks noGrp="1"/>
          </p:cNvSpPr>
          <p:nvPr>
            <p:ph type="body" sz="quarter" idx="13"/>
          </p:nvPr>
        </p:nvSpPr>
        <p:spPr>
          <a:xfrm>
            <a:off x="695325" y="746125"/>
            <a:ext cx="9144000" cy="594064"/>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75388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584022"/>
            <a:ext cx="3395325" cy="1329595"/>
          </a:xfrm>
        </p:spPr>
        <p:txBody>
          <a:bodyPr anchor="t"/>
          <a:lstStyle>
            <a:lvl1pPr algn="r">
              <a:defRPr sz="4800" b="0"/>
            </a:lvl1pPr>
          </a:lstStyle>
          <a:p>
            <a:r>
              <a:rPr lang="en-US"/>
              <a:t>Agenda</a:t>
            </a:r>
            <a:br>
              <a:rPr lang="en-US"/>
            </a:br>
            <a:r>
              <a:rPr lang="en-US"/>
              <a:t>–</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4" name="Table Placeholder 3"/>
          <p:cNvSpPr>
            <a:spLocks noGrp="1"/>
          </p:cNvSpPr>
          <p:nvPr>
            <p:ph type="tbl" sz="quarter" idx="13" hasCustomPrompt="1"/>
          </p:nvPr>
        </p:nvSpPr>
        <p:spPr>
          <a:xfrm>
            <a:off x="4115326" y="728666"/>
            <a:ext cx="8064000" cy="5040310"/>
          </a:xfrm>
        </p:spPr>
        <p:txBody>
          <a:bodyPr anchor="ctr"/>
          <a:lstStyle>
            <a:lvl1pPr marL="0" indent="0" algn="ctr">
              <a:buNone/>
              <a:defRPr/>
            </a:lvl1pPr>
          </a:lstStyle>
          <a:p>
            <a:r>
              <a:rPr lang="en-US"/>
              <a:t>Add Table</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40689" y="1828049"/>
            <a:ext cx="754636" cy="417718"/>
          </a:xfrm>
          <a:prstGeom prst="rect">
            <a:avLst/>
          </a:prstGeom>
        </p:spPr>
      </p:pic>
    </p:spTree>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with Image">
    <p:spTree>
      <p:nvGrpSpPr>
        <p:cNvPr id="1" name=""/>
        <p:cNvGrpSpPr/>
        <p:nvPr/>
      </p:nvGrpSpPr>
      <p:grpSpPr>
        <a:xfrm>
          <a:off x="0" y="0"/>
          <a:ext cx="0" cy="0"/>
          <a:chOff x="0" y="0"/>
          <a:chExt cx="0" cy="0"/>
        </a:xfrm>
      </p:grpSpPr>
      <p:sp>
        <p:nvSpPr>
          <p:cNvPr id="3" name="Rectangle 2"/>
          <p:cNvSpPr/>
          <p:nvPr userDrawn="1"/>
        </p:nvSpPr>
        <p:spPr>
          <a:xfrm>
            <a:off x="-2" y="0"/>
            <a:ext cx="4618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5"/>
          <p:cNvSpPr>
            <a:spLocks noGrp="1"/>
          </p:cNvSpPr>
          <p:nvPr>
            <p:ph type="pic" sz="quarter" idx="20" hasCustomPrompt="1"/>
          </p:nvPr>
        </p:nvSpPr>
        <p:spPr>
          <a:xfrm>
            <a:off x="-1" y="0"/>
            <a:ext cx="4618800" cy="6858000"/>
          </a:xfrm>
          <a:solidFill>
            <a:schemeClr val="tx1">
              <a:alpha val="3000"/>
            </a:schemeClr>
          </a:solidFill>
        </p:spPr>
        <p:txBody>
          <a:bodyPr anchor="ctr"/>
          <a:lstStyle>
            <a:lvl1pPr marL="0" indent="0" algn="ctr">
              <a:buNone/>
              <a:defRPr>
                <a:solidFill>
                  <a:schemeClr val="accent4"/>
                </a:solidFill>
              </a:defRPr>
            </a:lvl1pPr>
          </a:lstStyle>
          <a:p>
            <a:r>
              <a:rPr lang="en-US"/>
              <a:t>Add Picture [Transparency: 30%]</a:t>
            </a:r>
          </a:p>
        </p:txBody>
      </p:sp>
      <p:sp>
        <p:nvSpPr>
          <p:cNvPr id="2" name="Title 1"/>
          <p:cNvSpPr>
            <a:spLocks noGrp="1"/>
          </p:cNvSpPr>
          <p:nvPr>
            <p:ph type="title" hasCustomPrompt="1"/>
          </p:nvPr>
        </p:nvSpPr>
        <p:spPr>
          <a:xfrm>
            <a:off x="0" y="1413000"/>
            <a:ext cx="3394800" cy="1329595"/>
          </a:xfrm>
        </p:spPr>
        <p:txBody>
          <a:bodyPr anchor="t"/>
          <a:lstStyle>
            <a:lvl1pPr algn="r">
              <a:defRPr sz="4800" b="0">
                <a:solidFill>
                  <a:schemeClr val="bg1"/>
                </a:solidFill>
              </a:defRPr>
            </a:lvl1pPr>
          </a:lstStyle>
          <a:p>
            <a:r>
              <a:rPr lang="en-US"/>
              <a:t>Agenda</a:t>
            </a:r>
            <a:br>
              <a:rPr lang="en-US"/>
            </a:br>
            <a:r>
              <a:rPr lang="en-US"/>
              <a:t>–</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lvl1pPr>
              <a:defRPr>
                <a:solidFill>
                  <a:schemeClr val="bg1">
                    <a:alpha val="75000"/>
                  </a:schemeClr>
                </a:solidFill>
              </a:defRPr>
            </a:lvl1p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Orange">
    <p:bg>
      <p:bgPr>
        <a:gradFill>
          <a:gsLst>
            <a:gs pos="98000">
              <a:schemeClr val="accent1"/>
            </a:gs>
            <a:gs pos="0">
              <a:schemeClr val="accent3"/>
            </a:gs>
          </a:gsLst>
          <a:lin ang="2700000" scaled="1"/>
        </a:gra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alphaModFix amt="3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Placeholder 15"/>
          <p:cNvPicPr>
            <a:picLocks noChangeAspect="1"/>
          </p:cNvPicPr>
          <p:nvPr userDrawn="1"/>
        </p:nvPicPr>
        <p:blipFill>
          <a:blip r:embed="rId3" cstate="screen">
            <a:duotone>
              <a:schemeClr val="accent2">
                <a:shade val="45000"/>
                <a:satMod val="135000"/>
              </a:schemeClr>
              <a:prstClr val="white"/>
            </a:duotone>
            <a:alphaModFix amt="15000"/>
            <a:extLst>
              <a:ext uri="{28A0092B-C50C-407E-A947-70E740481C1C}">
                <a14:useLocalDpi xmlns:a14="http://schemas.microsoft.com/office/drawing/2010/main"/>
              </a:ext>
            </a:extLst>
          </a:blip>
          <a:srcRect/>
          <a:stretch>
            <a:fillRect/>
          </a:stretch>
        </p:blipFill>
        <p:spPr>
          <a:xfrm>
            <a:off x="0" y="0"/>
            <a:ext cx="12192000" cy="6858000"/>
          </a:xfrm>
          <a:prstGeom prst="rect">
            <a:avLst/>
          </a:prstGeom>
          <a:solidFill>
            <a:schemeClr val="accent3">
              <a:alpha val="5000"/>
            </a:schemeClr>
          </a:solidFill>
        </p:spPr>
      </p:pic>
      <p:sp>
        <p:nvSpPr>
          <p:cNvPr id="2" name="Title 1"/>
          <p:cNvSpPr>
            <a:spLocks noGrp="1"/>
          </p:cNvSpPr>
          <p:nvPr>
            <p:ph type="title" hasCustomPrompt="1"/>
          </p:nvPr>
        </p:nvSpPr>
        <p:spPr>
          <a:xfrm>
            <a:off x="695325" y="2683778"/>
            <a:ext cx="10801349" cy="1994392"/>
          </a:xfrm>
        </p:spPr>
        <p:txBody>
          <a:bodyPr wrap="square" anchor="ctr">
            <a:spAutoFit/>
          </a:bodyPr>
          <a:lstStyle>
            <a:lvl1pPr>
              <a:defRPr sz="4800" b="0" baseline="0">
                <a:solidFill>
                  <a:schemeClr val="bg1"/>
                </a:solidFill>
              </a:defRPr>
            </a:lvl1pPr>
          </a:lstStyle>
          <a:p>
            <a:r>
              <a:rPr lang="en-US"/>
              <a:t>Add </a:t>
            </a:r>
            <a:br>
              <a:rPr lang="en-US"/>
            </a:br>
            <a:r>
              <a:rPr lang="en-US"/>
              <a:t>Section</a:t>
            </a:r>
            <a:br>
              <a:rPr lang="en-US"/>
            </a:br>
            <a:r>
              <a:rPr lang="en-US"/>
              <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Vertical Text Block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a:xfrm>
            <a:off x="5575610" y="6217200"/>
            <a:ext cx="1059366" cy="640800"/>
          </a:xfrm>
        </p:spPr>
        <p:txBody>
          <a:bodyPr/>
          <a:lstStyle/>
          <a:p>
            <a:endParaRPr lang="en-US"/>
          </a:p>
        </p:txBody>
      </p:sp>
      <p:sp>
        <p:nvSpPr>
          <p:cNvPr id="11" name="Footer Placeholder 10"/>
          <p:cNvSpPr>
            <a:spLocks noGrp="1"/>
          </p:cNvSpPr>
          <p:nvPr>
            <p:ph type="ftr" sz="quarter" idx="11"/>
          </p:nvPr>
        </p:nvSpPr>
        <p:spPr>
          <a:xfrm>
            <a:off x="695325" y="6217200"/>
            <a:ext cx="1858304" cy="640800"/>
          </a:xfrm>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1236155"/>
            <a:ext cx="232200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7" name="Text Placeholder 4"/>
          <p:cNvSpPr>
            <a:spLocks noGrp="1"/>
          </p:cNvSpPr>
          <p:nvPr>
            <p:ph type="body" sz="quarter" idx="17" hasCustomPrompt="1"/>
          </p:nvPr>
        </p:nvSpPr>
        <p:spPr>
          <a:xfrm>
            <a:off x="3521776" y="1236155"/>
            <a:ext cx="232200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8" name="Text Placeholder 4"/>
          <p:cNvSpPr>
            <a:spLocks noGrp="1"/>
          </p:cNvSpPr>
          <p:nvPr>
            <p:ph type="body" sz="quarter" idx="18" hasCustomPrompt="1"/>
          </p:nvPr>
        </p:nvSpPr>
        <p:spPr>
          <a:xfrm>
            <a:off x="6348226" y="1236155"/>
            <a:ext cx="232200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9" name="Text Placeholder 4"/>
          <p:cNvSpPr>
            <a:spLocks noGrp="1"/>
          </p:cNvSpPr>
          <p:nvPr>
            <p:ph type="body" sz="quarter" idx="19" hasCustomPrompt="1"/>
          </p:nvPr>
        </p:nvSpPr>
        <p:spPr>
          <a:xfrm>
            <a:off x="9174675" y="1236155"/>
            <a:ext cx="232200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6" name="Text Placeholder 5"/>
          <p:cNvSpPr>
            <a:spLocks noGrp="1"/>
          </p:cNvSpPr>
          <p:nvPr>
            <p:ph type="body" sz="quarter" idx="20" hasCustomPrompt="1"/>
          </p:nvPr>
        </p:nvSpPr>
        <p:spPr>
          <a:xfrm>
            <a:off x="695326" y="1684379"/>
            <a:ext cx="2322513" cy="4248069"/>
          </a:xfrm>
        </p:spPr>
        <p:txBody>
          <a:bodyPr>
            <a:normAutofit/>
          </a:bodyPr>
          <a:lstStyle>
            <a:lvl1pPr marL="0" indent="0">
              <a:buNone/>
              <a:defRPr sz="2000"/>
            </a:lvl1pPr>
          </a:lstStyle>
          <a:p>
            <a:pPr lvl="0"/>
            <a:r>
              <a:rPr lang="en-US"/>
              <a:t>Add text</a:t>
            </a:r>
          </a:p>
        </p:txBody>
      </p:sp>
      <p:sp>
        <p:nvSpPr>
          <p:cNvPr id="24" name="Text Placeholder 5"/>
          <p:cNvSpPr>
            <a:spLocks noGrp="1"/>
          </p:cNvSpPr>
          <p:nvPr>
            <p:ph type="body" sz="quarter" idx="21" hasCustomPrompt="1"/>
          </p:nvPr>
        </p:nvSpPr>
        <p:spPr>
          <a:xfrm>
            <a:off x="3521605" y="1684379"/>
            <a:ext cx="2322513" cy="4248069"/>
          </a:xfrm>
        </p:spPr>
        <p:txBody>
          <a:bodyPr>
            <a:normAutofit/>
          </a:bodyPr>
          <a:lstStyle>
            <a:lvl1pPr marL="0" indent="0">
              <a:buNone/>
              <a:defRPr sz="2000"/>
            </a:lvl1pPr>
          </a:lstStyle>
          <a:p>
            <a:pPr lvl="0"/>
            <a:r>
              <a:rPr lang="en-US"/>
              <a:t>Add text</a:t>
            </a:r>
          </a:p>
        </p:txBody>
      </p:sp>
      <p:sp>
        <p:nvSpPr>
          <p:cNvPr id="25" name="Text Placeholder 5"/>
          <p:cNvSpPr>
            <a:spLocks noGrp="1"/>
          </p:cNvSpPr>
          <p:nvPr>
            <p:ph type="body" sz="quarter" idx="22" hasCustomPrompt="1"/>
          </p:nvPr>
        </p:nvSpPr>
        <p:spPr>
          <a:xfrm>
            <a:off x="6347884" y="1684379"/>
            <a:ext cx="2322513" cy="4248069"/>
          </a:xfrm>
        </p:spPr>
        <p:txBody>
          <a:bodyPr>
            <a:normAutofit/>
          </a:bodyPr>
          <a:lstStyle>
            <a:lvl1pPr marL="0" indent="0">
              <a:buNone/>
              <a:defRPr sz="2000"/>
            </a:lvl1pPr>
          </a:lstStyle>
          <a:p>
            <a:pPr lvl="0"/>
            <a:r>
              <a:rPr lang="en-US"/>
              <a:t>Add text</a:t>
            </a:r>
          </a:p>
        </p:txBody>
      </p:sp>
      <p:sp>
        <p:nvSpPr>
          <p:cNvPr id="26" name="Text Placeholder 5"/>
          <p:cNvSpPr>
            <a:spLocks noGrp="1"/>
          </p:cNvSpPr>
          <p:nvPr>
            <p:ph type="body" sz="quarter" idx="23" hasCustomPrompt="1"/>
          </p:nvPr>
        </p:nvSpPr>
        <p:spPr>
          <a:xfrm>
            <a:off x="9174162" y="1684379"/>
            <a:ext cx="2322513" cy="4248069"/>
          </a:xfrm>
        </p:spPr>
        <p:txBody>
          <a:bodyPr>
            <a:normAutofit/>
          </a:bodyPr>
          <a:lstStyle>
            <a:lvl1pPr marL="0" indent="0">
              <a:buNone/>
              <a:defRPr sz="2000"/>
            </a:lvl1pPr>
          </a:lstStyle>
          <a:p>
            <a:pPr lvl="0"/>
            <a:r>
              <a:rPr lang="en-US"/>
              <a:t>Add text</a:t>
            </a:r>
          </a:p>
        </p:txBody>
      </p:sp>
      <p:sp>
        <p:nvSpPr>
          <p:cNvPr id="3" name="TextBox 2"/>
          <p:cNvSpPr txBox="1"/>
          <p:nvPr userDrawn="1"/>
        </p:nvSpPr>
        <p:spPr>
          <a:xfrm>
            <a:off x="257908" y="1029343"/>
            <a:ext cx="914400" cy="914400"/>
          </a:xfrm>
          <a:prstGeom prst="rect">
            <a:avLst/>
          </a:prstGeom>
          <a:noFill/>
        </p:spPr>
        <p:txBody>
          <a:bodyPr wrap="none" lIns="0" tIns="0" rIns="0" bIns="0" rtlCol="0">
            <a:noAutofit/>
          </a:bodyPr>
          <a:lstStyle/>
          <a:p>
            <a:pPr fontAlgn="base">
              <a:lnSpc>
                <a:spcPct val="120000"/>
              </a:lnSpc>
            </a:pPr>
            <a:endParaRPr lang="en-US" sz="1000">
              <a:ea typeface="Microsoft YaHei" charset="-122"/>
              <a:cs typeface="Microsoft YaHei" charset="-122"/>
            </a:endParaRPr>
          </a:p>
        </p:txBody>
      </p:sp>
    </p:spTree>
  </p:cSld>
  <p:clrMapOvr>
    <a:masterClrMapping/>
  </p:clrMapOvr>
  <p:extLst>
    <p:ext uri="{DCECCB84-F9BA-43D5-87BE-67443E8EF086}">
      <p15:sldGuideLst xmlns:p15="http://schemas.microsoft.com/office/powerpoint/2012/main">
        <p15:guide id="1" pos="1900" userDrawn="1">
          <p15:clr>
            <a:srgbClr val="9FCC3B"/>
          </p15:clr>
        </p15:guide>
        <p15:guide id="2" orient="horz" pos="1139" userDrawn="1">
          <p15:clr>
            <a:srgbClr val="9FCC3B"/>
          </p15:clr>
        </p15:guide>
        <p15:guide id="3" pos="2218" userDrawn="1">
          <p15:clr>
            <a:srgbClr val="9FCC3B"/>
          </p15:clr>
        </p15:guide>
        <p15:guide id="4" pos="3681" userDrawn="1">
          <p15:clr>
            <a:srgbClr val="9FCC3B"/>
          </p15:clr>
        </p15:guide>
        <p15:guide id="5" pos="3999" userDrawn="1">
          <p15:clr>
            <a:srgbClr val="9FCC3B"/>
          </p15:clr>
        </p15:guide>
        <p15:guide id="6" pos="5462" userDrawn="1">
          <p15:clr>
            <a:srgbClr val="9FCC3B"/>
          </p15:clr>
        </p15:guide>
        <p15:guide id="7" pos="5780" userDrawn="1">
          <p15:clr>
            <a:srgbClr val="9FCC3B"/>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Horizontal Text Block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1514936"/>
            <a:ext cx="514845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8" name="Text Placeholder 4"/>
          <p:cNvSpPr>
            <a:spLocks noGrp="1"/>
          </p:cNvSpPr>
          <p:nvPr>
            <p:ph type="body" sz="quarter" idx="18" hasCustomPrompt="1"/>
          </p:nvPr>
        </p:nvSpPr>
        <p:spPr>
          <a:xfrm>
            <a:off x="6348226" y="1514936"/>
            <a:ext cx="514845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28" name="Text Placeholder 4"/>
          <p:cNvSpPr>
            <a:spLocks noGrp="1"/>
          </p:cNvSpPr>
          <p:nvPr>
            <p:ph type="body" sz="quarter" idx="24" hasCustomPrompt="1"/>
          </p:nvPr>
        </p:nvSpPr>
        <p:spPr>
          <a:xfrm>
            <a:off x="695326" y="3748548"/>
            <a:ext cx="514845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348226" y="3748548"/>
            <a:ext cx="5148450" cy="375413"/>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9" name="Text Placeholder 5"/>
          <p:cNvSpPr>
            <a:spLocks noGrp="1"/>
          </p:cNvSpPr>
          <p:nvPr>
            <p:ph type="body" sz="quarter" idx="20" hasCustomPrompt="1"/>
          </p:nvPr>
        </p:nvSpPr>
        <p:spPr>
          <a:xfrm>
            <a:off x="695326" y="1963161"/>
            <a:ext cx="5148262" cy="1439975"/>
          </a:xfrm>
        </p:spPr>
        <p:txBody>
          <a:bodyPr>
            <a:normAutofit/>
          </a:bodyPr>
          <a:lstStyle>
            <a:lvl1pPr marL="0" indent="0">
              <a:buNone/>
              <a:defRPr sz="2000"/>
            </a:lvl1pPr>
          </a:lstStyle>
          <a:p>
            <a:pPr lvl="0"/>
            <a:r>
              <a:rPr lang="en-US"/>
              <a:t>Add text</a:t>
            </a:r>
          </a:p>
        </p:txBody>
      </p:sp>
      <p:sp>
        <p:nvSpPr>
          <p:cNvPr id="25" name="Text Placeholder 5"/>
          <p:cNvSpPr>
            <a:spLocks noGrp="1"/>
          </p:cNvSpPr>
          <p:nvPr>
            <p:ph type="body" sz="quarter" idx="22" hasCustomPrompt="1"/>
          </p:nvPr>
        </p:nvSpPr>
        <p:spPr>
          <a:xfrm>
            <a:off x="6347884" y="1963161"/>
            <a:ext cx="5148262" cy="1439975"/>
          </a:xfrm>
        </p:spPr>
        <p:txBody>
          <a:bodyPr>
            <a:normAutofit/>
          </a:bodyPr>
          <a:lstStyle>
            <a:lvl1pPr marL="0" indent="0">
              <a:buNone/>
              <a:defRPr sz="2000"/>
            </a:lvl1pPr>
          </a:lstStyle>
          <a:p>
            <a:pPr lvl="0"/>
            <a:r>
              <a:rPr lang="en-US"/>
              <a:t>Add text</a:t>
            </a:r>
          </a:p>
        </p:txBody>
      </p:sp>
      <p:sp>
        <p:nvSpPr>
          <p:cNvPr id="27" name="Text Placeholder 5"/>
          <p:cNvSpPr>
            <a:spLocks noGrp="1"/>
          </p:cNvSpPr>
          <p:nvPr>
            <p:ph type="body" sz="quarter" idx="28" hasCustomPrompt="1"/>
          </p:nvPr>
        </p:nvSpPr>
        <p:spPr>
          <a:xfrm>
            <a:off x="695326" y="4195186"/>
            <a:ext cx="5148262" cy="1439975"/>
          </a:xfrm>
        </p:spPr>
        <p:txBody>
          <a:bodyPr>
            <a:normAutofit/>
          </a:bodyPr>
          <a:lstStyle>
            <a:lvl1pPr marL="0" indent="0">
              <a:buNone/>
              <a:defRPr sz="2000"/>
            </a:lvl1pPr>
          </a:lstStyle>
          <a:p>
            <a:pPr lvl="0"/>
            <a:r>
              <a:rPr lang="en-US"/>
              <a:t>Add text</a:t>
            </a:r>
          </a:p>
        </p:txBody>
      </p:sp>
      <p:sp>
        <p:nvSpPr>
          <p:cNvPr id="29" name="Text Placeholder 5"/>
          <p:cNvSpPr>
            <a:spLocks noGrp="1"/>
          </p:cNvSpPr>
          <p:nvPr>
            <p:ph type="body" sz="quarter" idx="30" hasCustomPrompt="1"/>
          </p:nvPr>
        </p:nvSpPr>
        <p:spPr>
          <a:xfrm>
            <a:off x="6347884" y="4195186"/>
            <a:ext cx="5148262" cy="1439975"/>
          </a:xfrm>
        </p:spPr>
        <p:txBody>
          <a:bodyPr>
            <a:normAutofit/>
          </a:bodyPr>
          <a:lstStyle>
            <a:lvl1pPr marL="0" indent="0">
              <a:buNone/>
              <a:defRPr sz="2000"/>
            </a:lvl1pPr>
          </a:lstStyle>
          <a:p>
            <a:pPr lvl="0"/>
            <a:r>
              <a:rPr lang="en-US"/>
              <a:t>Add text</a:t>
            </a:r>
          </a:p>
        </p:txBody>
      </p:sp>
    </p:spTree>
  </p:cSld>
  <p:clrMapOvr>
    <a:masterClrMapping/>
  </p:clrMapOvr>
  <p:extLst>
    <p:ext uri="{DCECCB84-F9BA-43D5-87BE-67443E8EF086}">
      <p15:sldGuideLst xmlns:p15="http://schemas.microsoft.com/office/powerpoint/2012/main">
        <p15:guide id="2" orient="horz" pos="1139">
          <p15:clr>
            <a:srgbClr val="9FCC3B"/>
          </p15:clr>
        </p15:guide>
        <p15:guide id="4" pos="3681">
          <p15:clr>
            <a:srgbClr val="9FCC3B"/>
          </p15:clr>
        </p15:guide>
        <p15:guide id="5" pos="3999">
          <p15:clr>
            <a:srgbClr val="9FCC3B"/>
          </p15:clr>
        </p15:guide>
        <p15:guide id="8" orient="horz" pos="2228">
          <p15:clr>
            <a:srgbClr val="9FCC3B"/>
          </p15:clr>
        </p15:guide>
        <p15:guide id="9" orient="horz" pos="2546">
          <p15:clr>
            <a:srgbClr val="9FCC3B"/>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 Text Block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1668723"/>
            <a:ext cx="2322000" cy="35544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7" name="Text Placeholder 4"/>
          <p:cNvSpPr>
            <a:spLocks noGrp="1"/>
          </p:cNvSpPr>
          <p:nvPr>
            <p:ph type="body" sz="quarter" idx="17" hasCustomPrompt="1"/>
          </p:nvPr>
        </p:nvSpPr>
        <p:spPr>
          <a:xfrm>
            <a:off x="3521776" y="1668723"/>
            <a:ext cx="2322000" cy="35544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8" name="Text Placeholder 4"/>
          <p:cNvSpPr>
            <a:spLocks noGrp="1"/>
          </p:cNvSpPr>
          <p:nvPr>
            <p:ph type="body" sz="quarter" idx="18" hasCustomPrompt="1"/>
          </p:nvPr>
        </p:nvSpPr>
        <p:spPr>
          <a:xfrm>
            <a:off x="6348226" y="1668723"/>
            <a:ext cx="2322000" cy="35544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9" name="Text Placeholder 4"/>
          <p:cNvSpPr>
            <a:spLocks noGrp="1"/>
          </p:cNvSpPr>
          <p:nvPr>
            <p:ph type="body" sz="quarter" idx="19" hasCustomPrompt="1"/>
          </p:nvPr>
        </p:nvSpPr>
        <p:spPr>
          <a:xfrm>
            <a:off x="9174675" y="1668723"/>
            <a:ext cx="2322000" cy="35544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28" name="Text Placeholder 4"/>
          <p:cNvSpPr>
            <a:spLocks noGrp="1"/>
          </p:cNvSpPr>
          <p:nvPr>
            <p:ph type="body" sz="quarter" idx="24" hasCustomPrompt="1"/>
          </p:nvPr>
        </p:nvSpPr>
        <p:spPr>
          <a:xfrm>
            <a:off x="695326" y="3880775"/>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29" name="Text Placeholder 4"/>
          <p:cNvSpPr>
            <a:spLocks noGrp="1"/>
          </p:cNvSpPr>
          <p:nvPr>
            <p:ph type="body" sz="quarter" idx="25" hasCustomPrompt="1"/>
          </p:nvPr>
        </p:nvSpPr>
        <p:spPr>
          <a:xfrm>
            <a:off x="3521776" y="3880775"/>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348226" y="3880775"/>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174675" y="3880775"/>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2" name="Text Placeholder 5"/>
          <p:cNvSpPr>
            <a:spLocks noGrp="1"/>
          </p:cNvSpPr>
          <p:nvPr>
            <p:ph type="body" sz="quarter" idx="20" hasCustomPrompt="1"/>
          </p:nvPr>
        </p:nvSpPr>
        <p:spPr>
          <a:xfrm>
            <a:off x="695326" y="2096975"/>
            <a:ext cx="2322513" cy="1439975"/>
          </a:xfrm>
        </p:spPr>
        <p:txBody>
          <a:bodyPr>
            <a:normAutofit/>
          </a:bodyPr>
          <a:lstStyle>
            <a:lvl1pPr marL="0" indent="0">
              <a:buNone/>
              <a:defRPr sz="2000"/>
            </a:lvl1pPr>
          </a:lstStyle>
          <a:p>
            <a:pPr lvl="0"/>
            <a:r>
              <a:rPr lang="en-US"/>
              <a:t>Add text</a:t>
            </a:r>
          </a:p>
        </p:txBody>
      </p:sp>
      <p:sp>
        <p:nvSpPr>
          <p:cNvPr id="33" name="Text Placeholder 5"/>
          <p:cNvSpPr>
            <a:spLocks noGrp="1"/>
          </p:cNvSpPr>
          <p:nvPr>
            <p:ph type="body" sz="quarter" idx="21" hasCustomPrompt="1"/>
          </p:nvPr>
        </p:nvSpPr>
        <p:spPr>
          <a:xfrm>
            <a:off x="3521605" y="2096975"/>
            <a:ext cx="2322513" cy="1439975"/>
          </a:xfrm>
        </p:spPr>
        <p:txBody>
          <a:bodyPr>
            <a:normAutofit/>
          </a:bodyPr>
          <a:lstStyle>
            <a:lvl1pPr marL="0" indent="0">
              <a:buNone/>
              <a:defRPr sz="2000"/>
            </a:lvl1pPr>
          </a:lstStyle>
          <a:p>
            <a:pPr lvl="0"/>
            <a:r>
              <a:rPr lang="en-US"/>
              <a:t>Add text</a:t>
            </a:r>
          </a:p>
        </p:txBody>
      </p:sp>
      <p:sp>
        <p:nvSpPr>
          <p:cNvPr id="34" name="Text Placeholder 5"/>
          <p:cNvSpPr>
            <a:spLocks noGrp="1"/>
          </p:cNvSpPr>
          <p:nvPr>
            <p:ph type="body" sz="quarter" idx="22" hasCustomPrompt="1"/>
          </p:nvPr>
        </p:nvSpPr>
        <p:spPr>
          <a:xfrm>
            <a:off x="6347884" y="2096975"/>
            <a:ext cx="2322513" cy="1439975"/>
          </a:xfrm>
        </p:spPr>
        <p:txBody>
          <a:bodyPr>
            <a:normAutofit/>
          </a:bodyPr>
          <a:lstStyle>
            <a:lvl1pPr marL="0" indent="0">
              <a:buNone/>
              <a:defRPr sz="2000"/>
            </a:lvl1pPr>
          </a:lstStyle>
          <a:p>
            <a:pPr lvl="0"/>
            <a:r>
              <a:rPr lang="en-US"/>
              <a:t>Add text</a:t>
            </a:r>
          </a:p>
        </p:txBody>
      </p:sp>
      <p:sp>
        <p:nvSpPr>
          <p:cNvPr id="35" name="Text Placeholder 5"/>
          <p:cNvSpPr>
            <a:spLocks noGrp="1"/>
          </p:cNvSpPr>
          <p:nvPr>
            <p:ph type="body" sz="quarter" idx="23" hasCustomPrompt="1"/>
          </p:nvPr>
        </p:nvSpPr>
        <p:spPr>
          <a:xfrm>
            <a:off x="9174162" y="2096975"/>
            <a:ext cx="2322513" cy="1439975"/>
          </a:xfrm>
        </p:spPr>
        <p:txBody>
          <a:bodyPr>
            <a:normAutofit/>
          </a:bodyPr>
          <a:lstStyle>
            <a:lvl1pPr marL="0" indent="0">
              <a:buNone/>
              <a:defRPr sz="2000"/>
            </a:lvl1pPr>
          </a:lstStyle>
          <a:p>
            <a:pPr lvl="0"/>
            <a:r>
              <a:rPr lang="en-US"/>
              <a:t>Add text</a:t>
            </a:r>
          </a:p>
        </p:txBody>
      </p:sp>
      <p:sp>
        <p:nvSpPr>
          <p:cNvPr id="36" name="Text Placeholder 5"/>
          <p:cNvSpPr>
            <a:spLocks noGrp="1"/>
          </p:cNvSpPr>
          <p:nvPr>
            <p:ph type="body" sz="quarter" idx="28" hasCustomPrompt="1"/>
          </p:nvPr>
        </p:nvSpPr>
        <p:spPr>
          <a:xfrm>
            <a:off x="695326" y="4329000"/>
            <a:ext cx="2322513" cy="1439975"/>
          </a:xfrm>
        </p:spPr>
        <p:txBody>
          <a:bodyPr>
            <a:normAutofit/>
          </a:bodyPr>
          <a:lstStyle>
            <a:lvl1pPr marL="0" indent="0">
              <a:buNone/>
              <a:defRPr sz="2000"/>
            </a:lvl1pPr>
          </a:lstStyle>
          <a:p>
            <a:pPr lvl="0"/>
            <a:r>
              <a:rPr lang="en-US"/>
              <a:t>Add text</a:t>
            </a:r>
          </a:p>
        </p:txBody>
      </p:sp>
      <p:sp>
        <p:nvSpPr>
          <p:cNvPr id="37" name="Text Placeholder 5"/>
          <p:cNvSpPr>
            <a:spLocks noGrp="1"/>
          </p:cNvSpPr>
          <p:nvPr>
            <p:ph type="body" sz="quarter" idx="29" hasCustomPrompt="1"/>
          </p:nvPr>
        </p:nvSpPr>
        <p:spPr>
          <a:xfrm>
            <a:off x="3521605" y="4329000"/>
            <a:ext cx="2322513" cy="1439975"/>
          </a:xfrm>
        </p:spPr>
        <p:txBody>
          <a:bodyPr>
            <a:normAutofit/>
          </a:bodyPr>
          <a:lstStyle>
            <a:lvl1pPr marL="0" indent="0">
              <a:buNone/>
              <a:defRPr sz="2000"/>
            </a:lvl1pPr>
          </a:lstStyle>
          <a:p>
            <a:pPr lvl="0"/>
            <a:r>
              <a:rPr lang="en-US"/>
              <a:t>Add text</a:t>
            </a:r>
          </a:p>
        </p:txBody>
      </p:sp>
      <p:sp>
        <p:nvSpPr>
          <p:cNvPr id="38" name="Text Placeholder 5"/>
          <p:cNvSpPr>
            <a:spLocks noGrp="1"/>
          </p:cNvSpPr>
          <p:nvPr>
            <p:ph type="body" sz="quarter" idx="30" hasCustomPrompt="1"/>
          </p:nvPr>
        </p:nvSpPr>
        <p:spPr>
          <a:xfrm>
            <a:off x="6347884" y="4329000"/>
            <a:ext cx="2322513" cy="1439975"/>
          </a:xfrm>
        </p:spPr>
        <p:txBody>
          <a:bodyPr>
            <a:normAutofit/>
          </a:bodyPr>
          <a:lstStyle>
            <a:lvl1pPr marL="0" indent="0">
              <a:buNone/>
              <a:defRPr sz="2000"/>
            </a:lvl1pPr>
          </a:lstStyle>
          <a:p>
            <a:pPr lvl="0"/>
            <a:r>
              <a:rPr lang="en-US"/>
              <a:t>Add text</a:t>
            </a:r>
          </a:p>
        </p:txBody>
      </p:sp>
      <p:sp>
        <p:nvSpPr>
          <p:cNvPr id="39" name="Text Placeholder 5"/>
          <p:cNvSpPr>
            <a:spLocks noGrp="1"/>
          </p:cNvSpPr>
          <p:nvPr>
            <p:ph type="body" sz="quarter" idx="31" hasCustomPrompt="1"/>
          </p:nvPr>
        </p:nvSpPr>
        <p:spPr>
          <a:xfrm>
            <a:off x="9174162" y="4329000"/>
            <a:ext cx="2322513" cy="1439975"/>
          </a:xfrm>
        </p:spPr>
        <p:txBody>
          <a:bodyPr>
            <a:normAutofit/>
          </a:bodyPr>
          <a:lstStyle>
            <a:lvl1pPr marL="0" indent="0">
              <a:buNone/>
              <a:defRPr sz="2000"/>
            </a:lvl1pPr>
          </a:lstStyle>
          <a:p>
            <a:pPr lvl="0"/>
            <a:r>
              <a:rPr lang="en-US"/>
              <a:t>Add text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2228" userDrawn="1">
          <p15:clr>
            <a:srgbClr val="9FCC3B"/>
          </p15:clr>
        </p15:guide>
        <p15:guide id="9" orient="horz" pos="2546" userDrawn="1">
          <p15:clr>
            <a:srgbClr val="9FCC3B"/>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Blue">
    <p:bg>
      <p:bgPr>
        <a:gradFill>
          <a:gsLst>
            <a:gs pos="98000">
              <a:schemeClr val="accent2"/>
            </a:gs>
            <a:gs pos="0">
              <a:schemeClr val="accent4"/>
            </a:gs>
          </a:gsLst>
          <a:lin ang="2700000" scaled="1"/>
        </a:gra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alphaModFix amt="3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Picture Placeholder 15"/>
          <p:cNvPicPr>
            <a:picLocks noChangeAspect="1"/>
          </p:cNvPicPr>
          <p:nvPr userDrawn="1"/>
        </p:nvPicPr>
        <p:blipFill>
          <a:blip r:embed="rId3" cstate="screen">
            <a:duotone>
              <a:schemeClr val="accent2">
                <a:shade val="45000"/>
                <a:satMod val="135000"/>
              </a:schemeClr>
              <a:prstClr val="white"/>
            </a:duotone>
            <a:alphaModFix amt="15000"/>
            <a:extLst>
              <a:ext uri="{28A0092B-C50C-407E-A947-70E740481C1C}">
                <a14:useLocalDpi xmlns:a14="http://schemas.microsoft.com/office/drawing/2010/main"/>
              </a:ext>
            </a:extLst>
          </a:blip>
          <a:srcRect/>
          <a:stretch>
            <a:fillRect/>
          </a:stretch>
        </p:blipFill>
        <p:spPr>
          <a:xfrm>
            <a:off x="0" y="0"/>
            <a:ext cx="12192000" cy="6858000"/>
          </a:xfrm>
          <a:prstGeom prst="rect">
            <a:avLst/>
          </a:prstGeom>
          <a:noFill/>
        </p:spPr>
      </p:pic>
      <p:sp>
        <p:nvSpPr>
          <p:cNvPr id="2" name="Title 1"/>
          <p:cNvSpPr>
            <a:spLocks noGrp="1"/>
          </p:cNvSpPr>
          <p:nvPr>
            <p:ph type="title" hasCustomPrompt="1"/>
          </p:nvPr>
        </p:nvSpPr>
        <p:spPr>
          <a:xfrm>
            <a:off x="695325" y="2683778"/>
            <a:ext cx="10801349" cy="1994392"/>
          </a:xfrm>
        </p:spPr>
        <p:txBody>
          <a:bodyPr wrap="square" anchor="ctr">
            <a:spAutoFit/>
          </a:bodyPr>
          <a:lstStyle>
            <a:lvl1pPr>
              <a:defRPr sz="4800" b="0">
                <a:solidFill>
                  <a:schemeClr val="bg1"/>
                </a:solidFill>
              </a:defRPr>
            </a:lvl1pPr>
          </a:lstStyle>
          <a:p>
            <a:r>
              <a:rPr lang="en-US"/>
              <a:t>Add</a:t>
            </a:r>
            <a:br>
              <a:rPr lang="en-US"/>
            </a:br>
            <a:r>
              <a:rPr lang="en-US"/>
              <a:t>Section</a:t>
            </a:r>
            <a:br>
              <a:rPr lang="en-US"/>
            </a:br>
            <a:r>
              <a:rPr lang="en-US"/>
              <a:t>–</a:t>
            </a:r>
          </a:p>
        </p:txBody>
      </p:sp>
    </p:spTree>
  </p:cSld>
  <p:clrMapOvr>
    <a:masterClrMapping/>
  </p:clrMapOvr>
  <p:extLst>
    <p:ext uri="{DCECCB84-F9BA-43D5-87BE-67443E8EF086}">
      <p15:sldGuideLst xmlns:p15="http://schemas.microsoft.com/office/powerpoint/2012/main">
        <p15:guide id="11" orient="horz" pos="4088">
          <p15:clr>
            <a:srgbClr val="9FCC3B"/>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8" name="Text Placeholder 4"/>
          <p:cNvSpPr>
            <a:spLocks noGrp="1"/>
          </p:cNvSpPr>
          <p:nvPr>
            <p:ph type="body" sz="quarter" idx="24" hasCustomPrompt="1"/>
          </p:nvPr>
        </p:nvSpPr>
        <p:spPr>
          <a:xfrm>
            <a:off x="695582" y="3879975"/>
            <a:ext cx="2322000" cy="377800"/>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29" name="Text Placeholder 4"/>
          <p:cNvSpPr>
            <a:spLocks noGrp="1"/>
          </p:cNvSpPr>
          <p:nvPr>
            <p:ph type="body" sz="quarter" idx="25" hasCustomPrompt="1"/>
          </p:nvPr>
        </p:nvSpPr>
        <p:spPr>
          <a:xfrm>
            <a:off x="3521861" y="3879975"/>
            <a:ext cx="2322000" cy="377800"/>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348140" y="3879975"/>
            <a:ext cx="2322000" cy="377800"/>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174418" y="3879975"/>
            <a:ext cx="2322000" cy="377800"/>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36" name="Text Placeholder 5"/>
          <p:cNvSpPr>
            <a:spLocks noGrp="1"/>
          </p:cNvSpPr>
          <p:nvPr>
            <p:ph type="body" sz="quarter" idx="28" hasCustomPrompt="1"/>
          </p:nvPr>
        </p:nvSpPr>
        <p:spPr>
          <a:xfrm>
            <a:off x="695326" y="4329000"/>
            <a:ext cx="2322513" cy="1152000"/>
          </a:xfrm>
        </p:spPr>
        <p:txBody>
          <a:bodyPr>
            <a:normAutofit/>
          </a:bodyPr>
          <a:lstStyle>
            <a:lvl1pPr marL="0" indent="0" algn="ctr">
              <a:buNone/>
              <a:defRPr sz="1400"/>
            </a:lvl1pPr>
          </a:lstStyle>
          <a:p>
            <a:pPr lvl="0"/>
            <a:r>
              <a:rPr lang="en-US"/>
              <a:t>Add text</a:t>
            </a:r>
          </a:p>
        </p:txBody>
      </p:sp>
      <p:sp>
        <p:nvSpPr>
          <p:cNvPr id="37" name="Text Placeholder 5"/>
          <p:cNvSpPr>
            <a:spLocks noGrp="1"/>
          </p:cNvSpPr>
          <p:nvPr>
            <p:ph type="body" sz="quarter" idx="29" hasCustomPrompt="1"/>
          </p:nvPr>
        </p:nvSpPr>
        <p:spPr>
          <a:xfrm>
            <a:off x="3521605" y="4329000"/>
            <a:ext cx="2322513" cy="1152000"/>
          </a:xfrm>
        </p:spPr>
        <p:txBody>
          <a:bodyPr>
            <a:normAutofit/>
          </a:bodyPr>
          <a:lstStyle>
            <a:lvl1pPr marL="0" indent="0" algn="ctr">
              <a:buNone/>
              <a:defRPr sz="1400"/>
            </a:lvl1pPr>
          </a:lstStyle>
          <a:p>
            <a:pPr lvl="0"/>
            <a:r>
              <a:rPr lang="en-US"/>
              <a:t>Add text</a:t>
            </a:r>
          </a:p>
        </p:txBody>
      </p:sp>
      <p:sp>
        <p:nvSpPr>
          <p:cNvPr id="38" name="Text Placeholder 5"/>
          <p:cNvSpPr>
            <a:spLocks noGrp="1"/>
          </p:cNvSpPr>
          <p:nvPr>
            <p:ph type="body" sz="quarter" idx="30" hasCustomPrompt="1"/>
          </p:nvPr>
        </p:nvSpPr>
        <p:spPr>
          <a:xfrm>
            <a:off x="6347884" y="4329000"/>
            <a:ext cx="2322513" cy="1152000"/>
          </a:xfrm>
        </p:spPr>
        <p:txBody>
          <a:bodyPr>
            <a:normAutofit/>
          </a:bodyPr>
          <a:lstStyle>
            <a:lvl1pPr marL="0" indent="0" algn="ctr">
              <a:buNone/>
              <a:defRPr sz="1400"/>
            </a:lvl1pPr>
          </a:lstStyle>
          <a:p>
            <a:pPr lvl="0"/>
            <a:r>
              <a:rPr lang="en-US"/>
              <a:t>Add text</a:t>
            </a:r>
          </a:p>
        </p:txBody>
      </p:sp>
      <p:sp>
        <p:nvSpPr>
          <p:cNvPr id="39" name="Text Placeholder 5"/>
          <p:cNvSpPr>
            <a:spLocks noGrp="1"/>
          </p:cNvSpPr>
          <p:nvPr>
            <p:ph type="body" sz="quarter" idx="31" hasCustomPrompt="1"/>
          </p:nvPr>
        </p:nvSpPr>
        <p:spPr>
          <a:xfrm>
            <a:off x="9174162" y="4329000"/>
            <a:ext cx="2322513" cy="1152000"/>
          </a:xfrm>
        </p:spPr>
        <p:txBody>
          <a:bodyPr>
            <a:normAutofit/>
          </a:bodyPr>
          <a:lstStyle>
            <a:lvl1pPr marL="0" indent="0" algn="ctr">
              <a:buNone/>
              <a:defRPr sz="1400"/>
            </a:lvl1pPr>
          </a:lstStyle>
          <a:p>
            <a:pPr lvl="0"/>
            <a:r>
              <a:rPr lang="en-US"/>
              <a:t>Add text</a:t>
            </a:r>
          </a:p>
        </p:txBody>
      </p:sp>
      <p:sp>
        <p:nvSpPr>
          <p:cNvPr id="27" name="Picture Placeholder 5"/>
          <p:cNvSpPr>
            <a:spLocks noGrp="1" noChangeAspect="1"/>
          </p:cNvSpPr>
          <p:nvPr>
            <p:ph type="pic" sz="quarter" idx="20" hasCustomPrompt="1"/>
          </p:nvPr>
        </p:nvSpPr>
        <p:spPr>
          <a:xfrm>
            <a:off x="906182" y="1721723"/>
            <a:ext cx="1900800" cy="1901666"/>
          </a:xfrm>
          <a:prstGeom prst="rect">
            <a:avLst/>
          </a:prstGeom>
          <a:solidFill>
            <a:schemeClr val="tx1">
              <a:alpha val="3000"/>
            </a:schemeClr>
          </a:solidFill>
        </p:spPr>
        <p:txBody>
          <a:bodyPr anchor="ctr"/>
          <a:lstStyle>
            <a:lvl1pPr marL="0" indent="0" algn="ctr">
              <a:buNone/>
              <a:defRPr/>
            </a:lvl1pPr>
          </a:lstStyle>
          <a:p>
            <a:r>
              <a:rPr lang="en-US"/>
              <a:t>Add Picture</a:t>
            </a:r>
          </a:p>
        </p:txBody>
      </p:sp>
      <p:sp>
        <p:nvSpPr>
          <p:cNvPr id="40" name="Picture Placeholder 5"/>
          <p:cNvSpPr>
            <a:spLocks noGrp="1" noChangeAspect="1"/>
          </p:cNvSpPr>
          <p:nvPr>
            <p:ph type="pic" sz="quarter" idx="32" hasCustomPrompt="1"/>
          </p:nvPr>
        </p:nvSpPr>
        <p:spPr>
          <a:xfrm>
            <a:off x="3732461" y="1721723"/>
            <a:ext cx="1900800" cy="1901666"/>
          </a:xfrm>
          <a:prstGeom prst="rect">
            <a:avLst/>
          </a:prstGeom>
          <a:solidFill>
            <a:schemeClr val="tx1">
              <a:alpha val="3000"/>
            </a:schemeClr>
          </a:solidFill>
        </p:spPr>
        <p:txBody>
          <a:bodyPr anchor="ctr"/>
          <a:lstStyle>
            <a:lvl1pPr marL="0" indent="0" algn="ctr">
              <a:buNone/>
              <a:defRPr/>
            </a:lvl1pPr>
          </a:lstStyle>
          <a:p>
            <a:r>
              <a:rPr lang="en-US"/>
              <a:t>Add Picture</a:t>
            </a:r>
          </a:p>
        </p:txBody>
      </p:sp>
      <p:sp>
        <p:nvSpPr>
          <p:cNvPr id="41" name="Picture Placeholder 5"/>
          <p:cNvSpPr>
            <a:spLocks noGrp="1" noChangeAspect="1"/>
          </p:cNvSpPr>
          <p:nvPr>
            <p:ph type="pic" sz="quarter" idx="33" hasCustomPrompt="1"/>
          </p:nvPr>
        </p:nvSpPr>
        <p:spPr>
          <a:xfrm>
            <a:off x="6558740" y="1721723"/>
            <a:ext cx="1900800" cy="1901666"/>
          </a:xfrm>
          <a:prstGeom prst="rect">
            <a:avLst/>
          </a:prstGeom>
          <a:solidFill>
            <a:schemeClr val="tx1">
              <a:alpha val="3000"/>
            </a:schemeClr>
          </a:solidFill>
        </p:spPr>
        <p:txBody>
          <a:bodyPr anchor="ctr"/>
          <a:lstStyle>
            <a:lvl1pPr marL="0" indent="0" algn="ctr">
              <a:buNone/>
              <a:defRPr/>
            </a:lvl1pPr>
          </a:lstStyle>
          <a:p>
            <a:r>
              <a:rPr lang="en-US"/>
              <a:t>Add Picture</a:t>
            </a:r>
          </a:p>
        </p:txBody>
      </p:sp>
      <p:sp>
        <p:nvSpPr>
          <p:cNvPr id="42" name="Picture Placeholder 5"/>
          <p:cNvSpPr>
            <a:spLocks noGrp="1" noChangeAspect="1"/>
          </p:cNvSpPr>
          <p:nvPr>
            <p:ph type="pic" sz="quarter" idx="34" hasCustomPrompt="1"/>
          </p:nvPr>
        </p:nvSpPr>
        <p:spPr>
          <a:xfrm>
            <a:off x="9385018" y="1721723"/>
            <a:ext cx="1900800" cy="1901666"/>
          </a:xfrm>
          <a:prstGeom prst="rect">
            <a:avLst/>
          </a:prstGeom>
          <a:solidFill>
            <a:schemeClr val="tx1">
              <a:alpha val="3000"/>
            </a:schemeClr>
          </a:solidFill>
        </p:spPr>
        <p:txBody>
          <a:bodyPr anchor="ctr"/>
          <a:lstStyle>
            <a:lvl1pPr marL="0" indent="0" algn="ctr">
              <a:buNone/>
              <a:defRPr/>
            </a:lvl1pPr>
          </a:lstStyle>
          <a:p>
            <a:r>
              <a:rPr lang="en-US"/>
              <a:t>Add Picture</a:t>
            </a:r>
          </a:p>
        </p:txBody>
      </p:sp>
      <p:sp>
        <p:nvSpPr>
          <p:cNvPr id="24" name="Text Placeholder 5"/>
          <p:cNvSpPr>
            <a:spLocks noGrp="1"/>
          </p:cNvSpPr>
          <p:nvPr>
            <p:ph type="body" sz="quarter" idx="35" hasCustomPrompt="1"/>
          </p:nvPr>
        </p:nvSpPr>
        <p:spPr>
          <a:xfrm>
            <a:off x="695326" y="5552175"/>
            <a:ext cx="2322513" cy="216000"/>
          </a:xfrm>
        </p:spPr>
        <p:txBody>
          <a:bodyPr>
            <a:noAutofit/>
          </a:bodyPr>
          <a:lstStyle>
            <a:lvl1pPr marL="0" indent="0" algn="ctr">
              <a:buNone/>
              <a:defRPr sz="1400" u="sng">
                <a:solidFill>
                  <a:schemeClr val="accent2"/>
                </a:solidFill>
              </a:defRPr>
            </a:lvl1pPr>
          </a:lstStyle>
          <a:p>
            <a:pPr lvl="0"/>
            <a:r>
              <a:rPr lang="en-US"/>
              <a:t>Add Link</a:t>
            </a:r>
          </a:p>
        </p:txBody>
      </p:sp>
      <p:sp>
        <p:nvSpPr>
          <p:cNvPr id="25" name="Text Placeholder 5"/>
          <p:cNvSpPr>
            <a:spLocks noGrp="1"/>
          </p:cNvSpPr>
          <p:nvPr>
            <p:ph type="body" sz="quarter" idx="36" hasCustomPrompt="1"/>
          </p:nvPr>
        </p:nvSpPr>
        <p:spPr>
          <a:xfrm>
            <a:off x="3521605" y="5552175"/>
            <a:ext cx="2322513" cy="216000"/>
          </a:xfrm>
        </p:spPr>
        <p:txBody>
          <a:bodyPr>
            <a:noAutofit/>
          </a:bodyPr>
          <a:lstStyle>
            <a:lvl1pPr marL="0" indent="0" algn="ctr">
              <a:buNone/>
              <a:defRPr sz="1400" u="sng">
                <a:solidFill>
                  <a:schemeClr val="accent2"/>
                </a:solidFill>
              </a:defRPr>
            </a:lvl1pPr>
          </a:lstStyle>
          <a:p>
            <a:pPr lvl="0"/>
            <a:r>
              <a:rPr lang="en-US"/>
              <a:t>Add Link</a:t>
            </a:r>
          </a:p>
        </p:txBody>
      </p:sp>
      <p:sp>
        <p:nvSpPr>
          <p:cNvPr id="26" name="Text Placeholder 5"/>
          <p:cNvSpPr>
            <a:spLocks noGrp="1"/>
          </p:cNvSpPr>
          <p:nvPr>
            <p:ph type="body" sz="quarter" idx="37" hasCustomPrompt="1"/>
          </p:nvPr>
        </p:nvSpPr>
        <p:spPr>
          <a:xfrm>
            <a:off x="6347884" y="5552175"/>
            <a:ext cx="2322513" cy="216000"/>
          </a:xfrm>
        </p:spPr>
        <p:txBody>
          <a:bodyPr>
            <a:noAutofit/>
          </a:bodyPr>
          <a:lstStyle>
            <a:lvl1pPr marL="0" indent="0" algn="ctr">
              <a:buNone/>
              <a:defRPr sz="1400" u="sng">
                <a:solidFill>
                  <a:schemeClr val="accent2"/>
                </a:solidFill>
              </a:defRPr>
            </a:lvl1pPr>
          </a:lstStyle>
          <a:p>
            <a:pPr lvl="0"/>
            <a:r>
              <a:rPr lang="en-US"/>
              <a:t>Add Link</a:t>
            </a:r>
          </a:p>
        </p:txBody>
      </p:sp>
      <p:sp>
        <p:nvSpPr>
          <p:cNvPr id="32" name="Text Placeholder 5"/>
          <p:cNvSpPr>
            <a:spLocks noGrp="1"/>
          </p:cNvSpPr>
          <p:nvPr>
            <p:ph type="body" sz="quarter" idx="38" hasCustomPrompt="1"/>
          </p:nvPr>
        </p:nvSpPr>
        <p:spPr>
          <a:xfrm>
            <a:off x="9174162" y="5552175"/>
            <a:ext cx="2322513" cy="216000"/>
          </a:xfrm>
        </p:spPr>
        <p:txBody>
          <a:bodyPr>
            <a:noAutofit/>
          </a:bodyPr>
          <a:lstStyle>
            <a:lvl1pPr marL="0" marR="0" indent="0" algn="ctr" defTabSz="914400" rtl="0" eaLnBrk="1" fontAlgn="base" latinLnBrk="0" hangingPunct="1">
              <a:lnSpc>
                <a:spcPct val="100000"/>
              </a:lnSpc>
              <a:spcBef>
                <a:spcPts val="0"/>
              </a:spcBef>
              <a:spcAft>
                <a:spcPts val="0"/>
              </a:spcAft>
              <a:buClrTx/>
              <a:buSzTx/>
              <a:buFont typeface="Arial" charset="0"/>
              <a:buNone/>
              <a:tabLst/>
              <a:defRPr sz="1400" u="sng">
                <a:solidFill>
                  <a:schemeClr val="accent2"/>
                </a:solidFill>
              </a:defRPr>
            </a:lvl1pPr>
          </a:lstStyle>
          <a:p>
            <a:pPr lvl="0"/>
            <a:r>
              <a:rPr lang="en-US"/>
              <a:t>Add Link</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2228">
          <p15:clr>
            <a:srgbClr val="9FCC3B"/>
          </p15:clr>
        </p15:guide>
        <p15:guide id="9" orient="horz" pos="2546">
          <p15:clr>
            <a:srgbClr val="9FCC3B"/>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Large Title, Text an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5325" y="1592950"/>
            <a:ext cx="5148262" cy="1329595"/>
          </a:xfrm>
        </p:spPr>
        <p:txBody>
          <a:bodyPr anchor="t">
            <a:spAutoFit/>
          </a:bodyPr>
          <a:lstStyle>
            <a:lvl1pPr>
              <a:defRPr sz="4800"/>
            </a:lvl1pPr>
          </a:lstStyle>
          <a:p>
            <a:r>
              <a:rPr lang="en-US"/>
              <a:t>Add Title</a:t>
            </a:r>
            <a:br>
              <a:rPr lang="en-US"/>
            </a:br>
            <a:r>
              <a:rPr lang="en-US"/>
              <a:t>–</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
        <p:nvSpPr>
          <p:cNvPr id="36" name="Text Placeholder 5"/>
          <p:cNvSpPr>
            <a:spLocks noGrp="1"/>
          </p:cNvSpPr>
          <p:nvPr>
            <p:ph type="body" sz="quarter" idx="28" hasCustomPrompt="1"/>
          </p:nvPr>
        </p:nvSpPr>
        <p:spPr>
          <a:xfrm>
            <a:off x="695326" y="4041776"/>
            <a:ext cx="5148262" cy="1727200"/>
          </a:xfrm>
        </p:spPr>
        <p:txBody>
          <a:bodyPr/>
          <a:lstStyle>
            <a:lvl1pPr marL="0" indent="0">
              <a:buNone/>
              <a:defRPr/>
            </a:lvl1pPr>
          </a:lstStyle>
          <a:p>
            <a:pPr lvl="0"/>
            <a:r>
              <a:rPr lang="en-US"/>
              <a:t>Add text</a:t>
            </a:r>
          </a:p>
        </p:txBody>
      </p:sp>
      <p:sp>
        <p:nvSpPr>
          <p:cNvPr id="42" name="Picture Placeholder 5"/>
          <p:cNvSpPr>
            <a:spLocks noGrp="1"/>
          </p:cNvSpPr>
          <p:nvPr>
            <p:ph type="pic" sz="quarter" idx="34" hasCustomPrompt="1"/>
          </p:nvPr>
        </p:nvSpPr>
        <p:spPr>
          <a:xfrm>
            <a:off x="6564314" y="0"/>
            <a:ext cx="5627686" cy="6858000"/>
          </a:xfrm>
          <a:solidFill>
            <a:schemeClr val="tx1">
              <a:alpha val="3000"/>
            </a:schemeClr>
          </a:solidFill>
        </p:spPr>
        <p:txBody>
          <a:bodyPr anchor="ctr"/>
          <a:lstStyle>
            <a:lvl1pPr marL="0" indent="0" algn="ctr">
              <a:buNone/>
              <a:defRPr/>
            </a:lvl1pPr>
          </a:lstStyle>
          <a:p>
            <a:r>
              <a:rPr lang="en-US"/>
              <a:t>Add Picture</a:t>
            </a:r>
          </a:p>
        </p:txBody>
      </p:sp>
      <p:grpSp>
        <p:nvGrpSpPr>
          <p:cNvPr id="8" name="Group 7"/>
          <p:cNvGrpSpPr>
            <a:grpSpLocks noChangeAspect="1"/>
          </p:cNvGrpSpPr>
          <p:nvPr userDrawn="1"/>
        </p:nvGrpSpPr>
        <p:grpSpPr>
          <a:xfrm>
            <a:off x="695325" y="765000"/>
            <a:ext cx="932518" cy="360000"/>
            <a:chOff x="4961326" y="3094445"/>
            <a:chExt cx="2360926" cy="911439"/>
          </a:xfrm>
        </p:grpSpPr>
        <p:sp>
          <p:nvSpPr>
            <p:cNvPr id="9" name="Shape"/>
            <p:cNvSpPr>
              <a:spLocks noChangeAspect="1"/>
            </p:cNvSpPr>
            <p:nvPr/>
          </p:nvSpPr>
          <p:spPr>
            <a:xfrm>
              <a:off x="4961326" y="3205157"/>
              <a:ext cx="1287656" cy="800727"/>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lnTo>
                    <a:pt x="9703" y="4617"/>
                  </a:lnTo>
                  <a:lnTo>
                    <a:pt x="8346" y="4617"/>
                  </a:lnTo>
                  <a:lnTo>
                    <a:pt x="8346" y="6000"/>
                  </a:lnTo>
                  <a:lnTo>
                    <a:pt x="9703" y="6000"/>
                  </a:lnTo>
                  <a:lnTo>
                    <a:pt x="9697" y="13713"/>
                  </a:lnTo>
                  <a:cubicBezTo>
                    <a:pt x="9697" y="16671"/>
                    <a:pt x="10651" y="17555"/>
                    <a:pt x="11949" y="17555"/>
                  </a:cubicBezTo>
                  <a:lnTo>
                    <a:pt x="11949" y="15945"/>
                  </a:lnTo>
                  <a:cubicBezTo>
                    <a:pt x="11628" y="15945"/>
                    <a:pt x="10698" y="15945"/>
                    <a:pt x="10698" y="13713"/>
                  </a:cubicBezTo>
                  <a:lnTo>
                    <a:pt x="10698" y="6000"/>
                  </a:lnTo>
                  <a:lnTo>
                    <a:pt x="12276" y="6000"/>
                  </a:lnTo>
                  <a:lnTo>
                    <a:pt x="12276" y="4617"/>
                  </a:lnTo>
                  <a:lnTo>
                    <a:pt x="10698" y="4617"/>
                  </a:lnTo>
                  <a:lnTo>
                    <a:pt x="10698" y="0"/>
                  </a:lnTo>
                  <a:cubicBezTo>
                    <a:pt x="10698" y="0"/>
                    <a:pt x="9703" y="0"/>
                    <a:pt x="9703" y="0"/>
                  </a:cubicBezTo>
                  <a:close/>
                  <a:moveTo>
                    <a:pt x="15899" y="4949"/>
                  </a:moveTo>
                  <a:cubicBezTo>
                    <a:pt x="15388" y="5383"/>
                    <a:pt x="14936" y="6034"/>
                    <a:pt x="14543" y="6903"/>
                  </a:cubicBezTo>
                  <a:lnTo>
                    <a:pt x="14543" y="4617"/>
                  </a:lnTo>
                  <a:lnTo>
                    <a:pt x="13548" y="4617"/>
                  </a:lnTo>
                  <a:lnTo>
                    <a:pt x="13548" y="21600"/>
                  </a:lnTo>
                  <a:lnTo>
                    <a:pt x="14543" y="21600"/>
                  </a:lnTo>
                  <a:lnTo>
                    <a:pt x="14543" y="14914"/>
                  </a:lnTo>
                  <a:cubicBezTo>
                    <a:pt x="14959" y="15730"/>
                    <a:pt x="15426" y="16343"/>
                    <a:pt x="15942" y="16754"/>
                  </a:cubicBezTo>
                  <a:cubicBezTo>
                    <a:pt x="16457" y="17166"/>
                    <a:pt x="17023" y="17372"/>
                    <a:pt x="17638" y="17372"/>
                  </a:cubicBezTo>
                  <a:cubicBezTo>
                    <a:pt x="18732" y="17372"/>
                    <a:pt x="19665" y="16733"/>
                    <a:pt x="20439" y="15457"/>
                  </a:cubicBezTo>
                  <a:cubicBezTo>
                    <a:pt x="21213" y="14181"/>
                    <a:pt x="21600" y="12629"/>
                    <a:pt x="21600" y="10800"/>
                  </a:cubicBezTo>
                  <a:cubicBezTo>
                    <a:pt x="21600" y="9010"/>
                    <a:pt x="21210" y="7478"/>
                    <a:pt x="20428" y="6206"/>
                  </a:cubicBezTo>
                  <a:cubicBezTo>
                    <a:pt x="19648" y="4933"/>
                    <a:pt x="18708" y="4297"/>
                    <a:pt x="17610" y="4297"/>
                  </a:cubicBezTo>
                  <a:cubicBezTo>
                    <a:pt x="16981" y="4297"/>
                    <a:pt x="16410" y="4514"/>
                    <a:pt x="15899" y="4949"/>
                  </a:cubicBezTo>
                  <a:moveTo>
                    <a:pt x="15993" y="15235"/>
                  </a:moveTo>
                  <a:cubicBezTo>
                    <a:pt x="15504" y="14794"/>
                    <a:pt x="15128" y="14196"/>
                    <a:pt x="14865" y="13443"/>
                  </a:cubicBezTo>
                  <a:cubicBezTo>
                    <a:pt x="14603" y="12690"/>
                    <a:pt x="14472" y="11841"/>
                    <a:pt x="14472" y="10897"/>
                  </a:cubicBezTo>
                  <a:cubicBezTo>
                    <a:pt x="14472" y="9459"/>
                    <a:pt x="14766" y="8256"/>
                    <a:pt x="15355" y="7290"/>
                  </a:cubicBezTo>
                  <a:cubicBezTo>
                    <a:pt x="15943" y="6323"/>
                    <a:pt x="16667" y="5840"/>
                    <a:pt x="17528" y="5840"/>
                  </a:cubicBezTo>
                  <a:cubicBezTo>
                    <a:pt x="18081" y="5840"/>
                    <a:pt x="18591" y="6059"/>
                    <a:pt x="19059" y="6496"/>
                  </a:cubicBezTo>
                  <a:cubicBezTo>
                    <a:pt x="19527" y="6934"/>
                    <a:pt x="19899" y="7549"/>
                    <a:pt x="20176" y="8340"/>
                  </a:cubicBezTo>
                  <a:cubicBezTo>
                    <a:pt x="20453" y="9132"/>
                    <a:pt x="20591" y="9969"/>
                    <a:pt x="20591" y="10851"/>
                  </a:cubicBezTo>
                  <a:cubicBezTo>
                    <a:pt x="20591" y="11727"/>
                    <a:pt x="20451" y="12564"/>
                    <a:pt x="20172" y="13363"/>
                  </a:cubicBezTo>
                  <a:cubicBezTo>
                    <a:pt x="19894" y="14162"/>
                    <a:pt x="19519" y="14784"/>
                    <a:pt x="19049" y="15229"/>
                  </a:cubicBezTo>
                  <a:cubicBezTo>
                    <a:pt x="18578" y="15675"/>
                    <a:pt x="18076" y="15897"/>
                    <a:pt x="17542" y="15897"/>
                  </a:cubicBezTo>
                  <a:cubicBezTo>
                    <a:pt x="16998" y="15897"/>
                    <a:pt x="16482" y="15677"/>
                    <a:pt x="15993" y="15235"/>
                  </a:cubicBezTo>
                  <a:moveTo>
                    <a:pt x="2351" y="4949"/>
                  </a:moveTo>
                  <a:cubicBezTo>
                    <a:pt x="1840" y="5383"/>
                    <a:pt x="1388" y="6034"/>
                    <a:pt x="995" y="6903"/>
                  </a:cubicBezTo>
                  <a:lnTo>
                    <a:pt x="995" y="4617"/>
                  </a:lnTo>
                  <a:lnTo>
                    <a:pt x="0" y="4617"/>
                  </a:lnTo>
                  <a:lnTo>
                    <a:pt x="0" y="21600"/>
                  </a:lnTo>
                  <a:lnTo>
                    <a:pt x="995" y="21600"/>
                  </a:lnTo>
                  <a:lnTo>
                    <a:pt x="995" y="14914"/>
                  </a:lnTo>
                  <a:cubicBezTo>
                    <a:pt x="1411" y="15730"/>
                    <a:pt x="1878" y="16343"/>
                    <a:pt x="2394" y="16754"/>
                  </a:cubicBezTo>
                  <a:cubicBezTo>
                    <a:pt x="2909" y="17166"/>
                    <a:pt x="3475" y="17372"/>
                    <a:pt x="4090" y="17372"/>
                  </a:cubicBezTo>
                  <a:cubicBezTo>
                    <a:pt x="5184" y="17372"/>
                    <a:pt x="6117" y="16733"/>
                    <a:pt x="6891" y="15457"/>
                  </a:cubicBezTo>
                  <a:cubicBezTo>
                    <a:pt x="7665" y="14181"/>
                    <a:pt x="8052" y="12629"/>
                    <a:pt x="8052" y="10800"/>
                  </a:cubicBezTo>
                  <a:cubicBezTo>
                    <a:pt x="8052" y="9010"/>
                    <a:pt x="7662" y="7478"/>
                    <a:pt x="6881" y="6206"/>
                  </a:cubicBezTo>
                  <a:cubicBezTo>
                    <a:pt x="6100" y="4933"/>
                    <a:pt x="5160" y="4297"/>
                    <a:pt x="4062" y="4297"/>
                  </a:cubicBezTo>
                  <a:cubicBezTo>
                    <a:pt x="3433" y="4297"/>
                    <a:pt x="2862" y="4514"/>
                    <a:pt x="2351" y="4949"/>
                  </a:cubicBezTo>
                  <a:moveTo>
                    <a:pt x="2445" y="15235"/>
                  </a:moveTo>
                  <a:cubicBezTo>
                    <a:pt x="1955" y="14794"/>
                    <a:pt x="1580" y="14196"/>
                    <a:pt x="1317" y="13443"/>
                  </a:cubicBezTo>
                  <a:cubicBezTo>
                    <a:pt x="1055" y="12690"/>
                    <a:pt x="924" y="11841"/>
                    <a:pt x="924" y="10897"/>
                  </a:cubicBezTo>
                  <a:cubicBezTo>
                    <a:pt x="924" y="9459"/>
                    <a:pt x="1218" y="8256"/>
                    <a:pt x="1806" y="7290"/>
                  </a:cubicBezTo>
                  <a:cubicBezTo>
                    <a:pt x="2395" y="6323"/>
                    <a:pt x="3119" y="5840"/>
                    <a:pt x="3980" y="5840"/>
                  </a:cubicBezTo>
                  <a:cubicBezTo>
                    <a:pt x="4533" y="5840"/>
                    <a:pt x="5043" y="6059"/>
                    <a:pt x="5511" y="6496"/>
                  </a:cubicBezTo>
                  <a:cubicBezTo>
                    <a:pt x="5979" y="6934"/>
                    <a:pt x="6352" y="7549"/>
                    <a:pt x="6628" y="8340"/>
                  </a:cubicBezTo>
                  <a:cubicBezTo>
                    <a:pt x="6904" y="9132"/>
                    <a:pt x="7043" y="9969"/>
                    <a:pt x="7043" y="10851"/>
                  </a:cubicBezTo>
                  <a:cubicBezTo>
                    <a:pt x="7043" y="11727"/>
                    <a:pt x="6903" y="12564"/>
                    <a:pt x="6625" y="13363"/>
                  </a:cubicBezTo>
                  <a:cubicBezTo>
                    <a:pt x="6346" y="14162"/>
                    <a:pt x="5971" y="14784"/>
                    <a:pt x="5501" y="15229"/>
                  </a:cubicBezTo>
                  <a:cubicBezTo>
                    <a:pt x="5030" y="15675"/>
                    <a:pt x="4528" y="15897"/>
                    <a:pt x="3994" y="15897"/>
                  </a:cubicBezTo>
                  <a:cubicBezTo>
                    <a:pt x="3450" y="15897"/>
                    <a:pt x="2934" y="15677"/>
                    <a:pt x="2445" y="15235"/>
                  </a:cubicBezTo>
                </a:path>
              </a:pathLst>
            </a:custGeom>
            <a:gradFill flip="none" rotWithShape="1">
              <a:gsLst>
                <a:gs pos="0">
                  <a:schemeClr val="accent1"/>
                </a:gs>
                <a:gs pos="99000">
                  <a:schemeClr val="accent3"/>
                </a:gs>
              </a:gsLst>
              <a:lin ang="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3" name="Shape"/>
            <p:cNvSpPr>
              <a:spLocks noChangeAspect="1"/>
            </p:cNvSpPr>
            <p:nvPr/>
          </p:nvSpPr>
          <p:spPr>
            <a:xfrm>
              <a:off x="6213599" y="3094445"/>
              <a:ext cx="396152" cy="386779"/>
            </a:xfrm>
            <a:custGeom>
              <a:avLst/>
              <a:gdLst/>
              <a:ahLst/>
              <a:cxnLst>
                <a:cxn ang="0">
                  <a:pos x="wd2" y="hd2"/>
                </a:cxn>
                <a:cxn ang="5400000">
                  <a:pos x="wd2" y="hd2"/>
                </a:cxn>
                <a:cxn ang="10800000">
                  <a:pos x="wd2" y="hd2"/>
                </a:cxn>
                <a:cxn ang="16200000">
                  <a:pos x="wd2" y="hd2"/>
                </a:cxn>
              </a:cxnLst>
              <a:rect l="0" t="0" r="r" b="b"/>
              <a:pathLst>
                <a:path w="21600" h="21600" extrusionOk="0">
                  <a:moveTo>
                    <a:pt x="18074" y="2541"/>
                  </a:moveTo>
                  <a:cubicBezTo>
                    <a:pt x="18074" y="1138"/>
                    <a:pt x="16963" y="0"/>
                    <a:pt x="15593" y="0"/>
                  </a:cubicBezTo>
                  <a:cubicBezTo>
                    <a:pt x="14223" y="0"/>
                    <a:pt x="13112" y="1138"/>
                    <a:pt x="13112" y="2541"/>
                  </a:cubicBezTo>
                  <a:cubicBezTo>
                    <a:pt x="13112" y="3944"/>
                    <a:pt x="14223" y="5081"/>
                    <a:pt x="15593" y="5081"/>
                  </a:cubicBezTo>
                  <a:cubicBezTo>
                    <a:pt x="16963" y="5081"/>
                    <a:pt x="18074" y="3944"/>
                    <a:pt x="18074" y="2541"/>
                  </a:cubicBezTo>
                  <a:moveTo>
                    <a:pt x="21353" y="6907"/>
                  </a:moveTo>
                  <a:cubicBezTo>
                    <a:pt x="21353" y="5615"/>
                    <a:pt x="20330" y="4568"/>
                    <a:pt x="19069" y="4568"/>
                  </a:cubicBezTo>
                  <a:cubicBezTo>
                    <a:pt x="17807" y="4568"/>
                    <a:pt x="16785" y="5615"/>
                    <a:pt x="16785" y="6907"/>
                  </a:cubicBezTo>
                  <a:cubicBezTo>
                    <a:pt x="16785" y="8199"/>
                    <a:pt x="17807" y="9247"/>
                    <a:pt x="19069" y="9247"/>
                  </a:cubicBezTo>
                  <a:cubicBezTo>
                    <a:pt x="20330" y="9247"/>
                    <a:pt x="21353" y="8199"/>
                    <a:pt x="21353" y="6907"/>
                  </a:cubicBezTo>
                  <a:moveTo>
                    <a:pt x="21600" y="12564"/>
                  </a:moveTo>
                  <a:cubicBezTo>
                    <a:pt x="21600" y="11383"/>
                    <a:pt x="20665" y="10426"/>
                    <a:pt x="19512" y="10426"/>
                  </a:cubicBezTo>
                  <a:cubicBezTo>
                    <a:pt x="18359" y="10426"/>
                    <a:pt x="17424" y="11383"/>
                    <a:pt x="17424" y="12564"/>
                  </a:cubicBezTo>
                  <a:cubicBezTo>
                    <a:pt x="17424" y="13745"/>
                    <a:pt x="18359" y="14703"/>
                    <a:pt x="19512" y="14703"/>
                  </a:cubicBezTo>
                  <a:cubicBezTo>
                    <a:pt x="20665" y="14703"/>
                    <a:pt x="21600" y="13745"/>
                    <a:pt x="21600" y="12564"/>
                  </a:cubicBezTo>
                  <a:moveTo>
                    <a:pt x="18721" y="17456"/>
                  </a:moveTo>
                  <a:cubicBezTo>
                    <a:pt x="18721" y="16386"/>
                    <a:pt x="17874" y="15519"/>
                    <a:pt x="16829" y="15519"/>
                  </a:cubicBezTo>
                  <a:cubicBezTo>
                    <a:pt x="15785" y="15519"/>
                    <a:pt x="14938" y="16386"/>
                    <a:pt x="14938" y="17456"/>
                  </a:cubicBezTo>
                  <a:cubicBezTo>
                    <a:pt x="14938" y="18526"/>
                    <a:pt x="15785" y="19394"/>
                    <a:pt x="16829" y="19394"/>
                  </a:cubicBezTo>
                  <a:cubicBezTo>
                    <a:pt x="17874" y="19394"/>
                    <a:pt x="18721" y="18526"/>
                    <a:pt x="18721" y="17456"/>
                  </a:cubicBezTo>
                  <a:moveTo>
                    <a:pt x="13462" y="19864"/>
                  </a:moveTo>
                  <a:cubicBezTo>
                    <a:pt x="13462" y="18905"/>
                    <a:pt x="12703" y="18127"/>
                    <a:pt x="11767" y="18127"/>
                  </a:cubicBezTo>
                  <a:cubicBezTo>
                    <a:pt x="10831" y="18127"/>
                    <a:pt x="10072" y="18905"/>
                    <a:pt x="10072" y="19864"/>
                  </a:cubicBezTo>
                  <a:cubicBezTo>
                    <a:pt x="10072" y="20822"/>
                    <a:pt x="10831" y="21600"/>
                    <a:pt x="11767" y="21600"/>
                  </a:cubicBezTo>
                  <a:cubicBezTo>
                    <a:pt x="12703" y="21600"/>
                    <a:pt x="13462" y="20822"/>
                    <a:pt x="13462" y="19864"/>
                  </a:cubicBezTo>
                  <a:moveTo>
                    <a:pt x="7784" y="18974"/>
                  </a:moveTo>
                  <a:cubicBezTo>
                    <a:pt x="7784" y="18126"/>
                    <a:pt x="7113" y="17439"/>
                    <a:pt x="6285" y="17439"/>
                  </a:cubicBezTo>
                  <a:cubicBezTo>
                    <a:pt x="5457" y="17439"/>
                    <a:pt x="4786" y="18126"/>
                    <a:pt x="4786" y="18974"/>
                  </a:cubicBezTo>
                  <a:cubicBezTo>
                    <a:pt x="4786" y="19821"/>
                    <a:pt x="5457" y="20509"/>
                    <a:pt x="6285" y="20509"/>
                  </a:cubicBezTo>
                  <a:cubicBezTo>
                    <a:pt x="7113" y="20509"/>
                    <a:pt x="7784" y="19821"/>
                    <a:pt x="7784" y="18974"/>
                  </a:cubicBezTo>
                  <a:moveTo>
                    <a:pt x="3692" y="15169"/>
                  </a:moveTo>
                  <a:cubicBezTo>
                    <a:pt x="3692" y="14432"/>
                    <a:pt x="3108" y="13834"/>
                    <a:pt x="2389" y="13834"/>
                  </a:cubicBezTo>
                  <a:cubicBezTo>
                    <a:pt x="1670" y="13834"/>
                    <a:pt x="1087" y="14432"/>
                    <a:pt x="1087" y="15169"/>
                  </a:cubicBezTo>
                  <a:cubicBezTo>
                    <a:pt x="1087" y="15905"/>
                    <a:pt x="1670" y="16503"/>
                    <a:pt x="2389" y="16503"/>
                  </a:cubicBezTo>
                  <a:cubicBezTo>
                    <a:pt x="3108" y="16503"/>
                    <a:pt x="3692" y="15905"/>
                    <a:pt x="3692" y="15169"/>
                  </a:cubicBezTo>
                  <a:moveTo>
                    <a:pt x="2212" y="9834"/>
                  </a:moveTo>
                  <a:cubicBezTo>
                    <a:pt x="2212" y="9208"/>
                    <a:pt x="1717" y="8701"/>
                    <a:pt x="1106" y="8701"/>
                  </a:cubicBezTo>
                  <a:cubicBezTo>
                    <a:pt x="495" y="8701"/>
                    <a:pt x="0" y="9208"/>
                    <a:pt x="0" y="9834"/>
                  </a:cubicBezTo>
                  <a:cubicBezTo>
                    <a:pt x="0" y="10460"/>
                    <a:pt x="495" y="10967"/>
                    <a:pt x="1106" y="10967"/>
                  </a:cubicBezTo>
                  <a:cubicBezTo>
                    <a:pt x="1717" y="10967"/>
                    <a:pt x="2212" y="10460"/>
                    <a:pt x="2212" y="9834"/>
                  </a:cubicBezTo>
                  <a:moveTo>
                    <a:pt x="3905" y="4548"/>
                  </a:moveTo>
                  <a:cubicBezTo>
                    <a:pt x="3905" y="5062"/>
                    <a:pt x="3498" y="5480"/>
                    <a:pt x="2996" y="5480"/>
                  </a:cubicBezTo>
                  <a:cubicBezTo>
                    <a:pt x="2493" y="5480"/>
                    <a:pt x="2086" y="5062"/>
                    <a:pt x="2086" y="4548"/>
                  </a:cubicBezTo>
                  <a:cubicBezTo>
                    <a:pt x="2086" y="4033"/>
                    <a:pt x="2493" y="3616"/>
                    <a:pt x="2996" y="3616"/>
                  </a:cubicBezTo>
                  <a:cubicBezTo>
                    <a:pt x="3498" y="3616"/>
                    <a:pt x="3905" y="4033"/>
                    <a:pt x="3905" y="4548"/>
                  </a:cubicBezTo>
                </a:path>
              </a:pathLst>
            </a:custGeom>
            <a:gradFill flip="none" rotWithShape="1">
              <a:gsLst>
                <a:gs pos="0">
                  <a:schemeClr val="accent1"/>
                </a:gs>
                <a:gs pos="99000">
                  <a:schemeClr val="accent3"/>
                </a:gs>
              </a:gsLst>
              <a:lin ang="1080000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4" name="Freeform 13"/>
            <p:cNvSpPr>
              <a:spLocks noChangeAspect="1"/>
            </p:cNvSpPr>
            <p:nvPr/>
          </p:nvSpPr>
          <p:spPr>
            <a:xfrm>
              <a:off x="6331691" y="3608639"/>
              <a:ext cx="990561" cy="238871"/>
            </a:xfrm>
            <a:custGeom>
              <a:avLst/>
              <a:gdLst>
                <a:gd name="connsiteX0" fmla="*/ 3600029 w 5113330"/>
                <a:gd name="connsiteY0" fmla="*/ 1025525 h 1233068"/>
                <a:gd name="connsiteX1" fmla="*/ 3479800 w 5113330"/>
                <a:gd name="connsiteY1" fmla="*/ 1110682 h 1233068"/>
                <a:gd name="connsiteX2" fmla="*/ 3479800 w 5113330"/>
                <a:gd name="connsiteY2" fmla="*/ 1112117 h 1233068"/>
                <a:gd name="connsiteX3" fmla="*/ 3585704 w 5113330"/>
                <a:gd name="connsiteY3" fmla="*/ 1195839 h 1233068"/>
                <a:gd name="connsiteX4" fmla="*/ 3723828 w 5113330"/>
                <a:gd name="connsiteY4" fmla="*/ 1083487 h 1233068"/>
                <a:gd name="connsiteX5" fmla="*/ 3723828 w 5113330"/>
                <a:gd name="connsiteY5" fmla="*/ 1041981 h 1233068"/>
                <a:gd name="connsiteX6" fmla="*/ 3600029 w 5113330"/>
                <a:gd name="connsiteY6" fmla="*/ 1025525 h 1233068"/>
                <a:gd name="connsiteX7" fmla="*/ 717129 w 5113330"/>
                <a:gd name="connsiteY7" fmla="*/ 1025525 h 1233068"/>
                <a:gd name="connsiteX8" fmla="*/ 596900 w 5113330"/>
                <a:gd name="connsiteY8" fmla="*/ 1110682 h 1233068"/>
                <a:gd name="connsiteX9" fmla="*/ 596900 w 5113330"/>
                <a:gd name="connsiteY9" fmla="*/ 1112117 h 1233068"/>
                <a:gd name="connsiteX10" fmla="*/ 702815 w 5113330"/>
                <a:gd name="connsiteY10" fmla="*/ 1195839 h 1233068"/>
                <a:gd name="connsiteX11" fmla="*/ 840928 w 5113330"/>
                <a:gd name="connsiteY11" fmla="*/ 1083487 h 1233068"/>
                <a:gd name="connsiteX12" fmla="*/ 840928 w 5113330"/>
                <a:gd name="connsiteY12" fmla="*/ 1041981 h 1233068"/>
                <a:gd name="connsiteX13" fmla="*/ 717129 w 5113330"/>
                <a:gd name="connsiteY13" fmla="*/ 1025525 h 1233068"/>
                <a:gd name="connsiteX14" fmla="*/ 4504942 w 5113330"/>
                <a:gd name="connsiteY14" fmla="*/ 882650 h 1233068"/>
                <a:gd name="connsiteX15" fmla="*/ 4356100 w 5113330"/>
                <a:gd name="connsiteY15" fmla="*/ 1039371 h 1233068"/>
                <a:gd name="connsiteX16" fmla="*/ 4356100 w 5113330"/>
                <a:gd name="connsiteY16" fmla="*/ 1040806 h 1233068"/>
                <a:gd name="connsiteX17" fmla="*/ 4506382 w 5113330"/>
                <a:gd name="connsiteY17" fmla="*/ 1198962 h 1233068"/>
                <a:gd name="connsiteX18" fmla="*/ 4655224 w 5113330"/>
                <a:gd name="connsiteY18" fmla="*/ 1042241 h 1233068"/>
                <a:gd name="connsiteX19" fmla="*/ 4655224 w 5113330"/>
                <a:gd name="connsiteY19" fmla="*/ 1040806 h 1233068"/>
                <a:gd name="connsiteX20" fmla="*/ 4504942 w 5113330"/>
                <a:gd name="connsiteY20" fmla="*/ 882650 h 1233068"/>
                <a:gd name="connsiteX21" fmla="*/ 2206242 w 5113330"/>
                <a:gd name="connsiteY21" fmla="*/ 882650 h 1233068"/>
                <a:gd name="connsiteX22" fmla="*/ 2057400 w 5113330"/>
                <a:gd name="connsiteY22" fmla="*/ 1039371 h 1233068"/>
                <a:gd name="connsiteX23" fmla="*/ 2057400 w 5113330"/>
                <a:gd name="connsiteY23" fmla="*/ 1040806 h 1233068"/>
                <a:gd name="connsiteX24" fmla="*/ 2207682 w 5113330"/>
                <a:gd name="connsiteY24" fmla="*/ 1198962 h 1233068"/>
                <a:gd name="connsiteX25" fmla="*/ 2356524 w 5113330"/>
                <a:gd name="connsiteY25" fmla="*/ 1042241 h 1233068"/>
                <a:gd name="connsiteX26" fmla="*/ 2356524 w 5113330"/>
                <a:gd name="connsiteY26" fmla="*/ 1040806 h 1233068"/>
                <a:gd name="connsiteX27" fmla="*/ 2206242 w 5113330"/>
                <a:gd name="connsiteY27" fmla="*/ 882650 h 1233068"/>
                <a:gd name="connsiteX28" fmla="*/ 4178300 w 5113330"/>
                <a:gd name="connsiteY28" fmla="*/ 863600 h 1233068"/>
                <a:gd name="connsiteX29" fmla="*/ 4213360 w 5113330"/>
                <a:gd name="connsiteY29" fmla="*/ 863600 h 1233068"/>
                <a:gd name="connsiteX30" fmla="*/ 4213360 w 5113330"/>
                <a:gd name="connsiteY30" fmla="*/ 1228577 h 1233068"/>
                <a:gd name="connsiteX31" fmla="*/ 4178300 w 5113330"/>
                <a:gd name="connsiteY31" fmla="*/ 1228577 h 1233068"/>
                <a:gd name="connsiteX32" fmla="*/ 4178300 w 5113330"/>
                <a:gd name="connsiteY32" fmla="*/ 863600 h 1233068"/>
                <a:gd name="connsiteX33" fmla="*/ 2698695 w 5113330"/>
                <a:gd name="connsiteY33" fmla="*/ 851020 h 1233068"/>
                <a:gd name="connsiteX34" fmla="*/ 2698695 w 5113330"/>
                <a:gd name="connsiteY34" fmla="*/ 889676 h 1233068"/>
                <a:gd name="connsiteX35" fmla="*/ 2695133 w 5113330"/>
                <a:gd name="connsiteY35" fmla="*/ 889676 h 1233068"/>
                <a:gd name="connsiteX36" fmla="*/ 2536977 w 5113330"/>
                <a:gd name="connsiteY36" fmla="*/ 1072160 h 1233068"/>
                <a:gd name="connsiteX37" fmla="*/ 2536977 w 5113330"/>
                <a:gd name="connsiteY37" fmla="*/ 1221731 h 1233068"/>
                <a:gd name="connsiteX38" fmla="*/ 2501900 w 5113330"/>
                <a:gd name="connsiteY38" fmla="*/ 1221731 h 1233068"/>
                <a:gd name="connsiteX39" fmla="*/ 2501900 w 5113330"/>
                <a:gd name="connsiteY39" fmla="*/ 856745 h 1233068"/>
                <a:gd name="connsiteX40" fmla="*/ 2536977 w 5113330"/>
                <a:gd name="connsiteY40" fmla="*/ 856745 h 1233068"/>
                <a:gd name="connsiteX41" fmla="*/ 2536977 w 5113330"/>
                <a:gd name="connsiteY41" fmla="*/ 960501 h 1233068"/>
                <a:gd name="connsiteX42" fmla="*/ 2698695 w 5113330"/>
                <a:gd name="connsiteY42" fmla="*/ 851020 h 1233068"/>
                <a:gd name="connsiteX43" fmla="*/ 514314 w 5113330"/>
                <a:gd name="connsiteY43" fmla="*/ 851020 h 1233068"/>
                <a:gd name="connsiteX44" fmla="*/ 514314 w 5113330"/>
                <a:gd name="connsiteY44" fmla="*/ 889676 h 1233068"/>
                <a:gd name="connsiteX45" fmla="*/ 510733 w 5113330"/>
                <a:gd name="connsiteY45" fmla="*/ 889676 h 1233068"/>
                <a:gd name="connsiteX46" fmla="*/ 352571 w 5113330"/>
                <a:gd name="connsiteY46" fmla="*/ 1072160 h 1233068"/>
                <a:gd name="connsiteX47" fmla="*/ 352571 w 5113330"/>
                <a:gd name="connsiteY47" fmla="*/ 1221731 h 1233068"/>
                <a:gd name="connsiteX48" fmla="*/ 317500 w 5113330"/>
                <a:gd name="connsiteY48" fmla="*/ 1221731 h 1233068"/>
                <a:gd name="connsiteX49" fmla="*/ 317500 w 5113330"/>
                <a:gd name="connsiteY49" fmla="*/ 856745 h 1233068"/>
                <a:gd name="connsiteX50" fmla="*/ 352571 w 5113330"/>
                <a:gd name="connsiteY50" fmla="*/ 856745 h 1233068"/>
                <a:gd name="connsiteX51" fmla="*/ 352571 w 5113330"/>
                <a:gd name="connsiteY51" fmla="*/ 960501 h 1233068"/>
                <a:gd name="connsiteX52" fmla="*/ 514314 w 5113330"/>
                <a:gd name="connsiteY52" fmla="*/ 851020 h 1233068"/>
                <a:gd name="connsiteX53" fmla="*/ 4967346 w 5113330"/>
                <a:gd name="connsiteY53" fmla="*/ 850900 h 1233068"/>
                <a:gd name="connsiteX54" fmla="*/ 5113330 w 5113330"/>
                <a:gd name="connsiteY54" fmla="*/ 1001194 h 1233068"/>
                <a:gd name="connsiteX55" fmla="*/ 5113330 w 5113330"/>
                <a:gd name="connsiteY55" fmla="*/ 1224472 h 1233068"/>
                <a:gd name="connsiteX56" fmla="*/ 5078278 w 5113330"/>
                <a:gd name="connsiteY56" fmla="*/ 1224472 h 1233068"/>
                <a:gd name="connsiteX57" fmla="*/ 5078278 w 5113330"/>
                <a:gd name="connsiteY57" fmla="*/ 1007628 h 1233068"/>
                <a:gd name="connsiteX58" fmla="*/ 4962336 w 5113330"/>
                <a:gd name="connsiteY58" fmla="*/ 883104 h 1233068"/>
                <a:gd name="connsiteX59" fmla="*/ 4835680 w 5113330"/>
                <a:gd name="connsiteY59" fmla="*/ 1013352 h 1233068"/>
                <a:gd name="connsiteX60" fmla="*/ 4835680 w 5113330"/>
                <a:gd name="connsiteY60" fmla="*/ 1224472 h 1233068"/>
                <a:gd name="connsiteX61" fmla="*/ 4800600 w 5113330"/>
                <a:gd name="connsiteY61" fmla="*/ 1224472 h 1233068"/>
                <a:gd name="connsiteX62" fmla="*/ 4800600 w 5113330"/>
                <a:gd name="connsiteY62" fmla="*/ 859496 h 1233068"/>
                <a:gd name="connsiteX63" fmla="*/ 4835680 w 5113330"/>
                <a:gd name="connsiteY63" fmla="*/ 859496 h 1233068"/>
                <a:gd name="connsiteX64" fmla="*/ 4835680 w 5113330"/>
                <a:gd name="connsiteY64" fmla="*/ 927483 h 1233068"/>
                <a:gd name="connsiteX65" fmla="*/ 4967346 w 5113330"/>
                <a:gd name="connsiteY65" fmla="*/ 850900 h 1233068"/>
                <a:gd name="connsiteX66" fmla="*/ 4506214 w 5113330"/>
                <a:gd name="connsiteY66" fmla="*/ 850900 h 1233068"/>
                <a:gd name="connsiteX67" fmla="*/ 4693006 w 5113330"/>
                <a:gd name="connsiteY67" fmla="*/ 1040551 h 1233068"/>
                <a:gd name="connsiteX68" fmla="*/ 4693006 w 5113330"/>
                <a:gd name="connsiteY68" fmla="*/ 1041984 h 1233068"/>
                <a:gd name="connsiteX69" fmla="*/ 4504792 w 5113330"/>
                <a:gd name="connsiteY69" fmla="*/ 1233068 h 1233068"/>
                <a:gd name="connsiteX70" fmla="*/ 4318000 w 5113330"/>
                <a:gd name="connsiteY70" fmla="*/ 1043417 h 1233068"/>
                <a:gd name="connsiteX71" fmla="*/ 4318000 w 5113330"/>
                <a:gd name="connsiteY71" fmla="*/ 1041984 h 1233068"/>
                <a:gd name="connsiteX72" fmla="*/ 4506214 w 5113330"/>
                <a:gd name="connsiteY72" fmla="*/ 850900 h 1233068"/>
                <a:gd name="connsiteX73" fmla="*/ 3604148 w 5113330"/>
                <a:gd name="connsiteY73" fmla="*/ 850900 h 1233068"/>
                <a:gd name="connsiteX74" fmla="*/ 3719378 w 5113330"/>
                <a:gd name="connsiteY74" fmla="*/ 890973 h 1233068"/>
                <a:gd name="connsiteX75" fmla="*/ 3756596 w 5113330"/>
                <a:gd name="connsiteY75" fmla="*/ 994034 h 1233068"/>
                <a:gd name="connsiteX76" fmla="*/ 3756596 w 5113330"/>
                <a:gd name="connsiteY76" fmla="*/ 1221615 h 1233068"/>
                <a:gd name="connsiteX77" fmla="*/ 3722234 w 5113330"/>
                <a:gd name="connsiteY77" fmla="*/ 1221615 h 1233068"/>
                <a:gd name="connsiteX78" fmla="*/ 3722234 w 5113330"/>
                <a:gd name="connsiteY78" fmla="*/ 1160786 h 1233068"/>
                <a:gd name="connsiteX79" fmla="*/ 3582689 w 5113330"/>
                <a:gd name="connsiteY79" fmla="*/ 1230202 h 1233068"/>
                <a:gd name="connsiteX80" fmla="*/ 3441700 w 5113330"/>
                <a:gd name="connsiteY80" fmla="*/ 1115692 h 1233068"/>
                <a:gd name="connsiteX81" fmla="*/ 3441700 w 5113330"/>
                <a:gd name="connsiteY81" fmla="*/ 1114269 h 1233068"/>
                <a:gd name="connsiteX82" fmla="*/ 3601291 w 5113330"/>
                <a:gd name="connsiteY82" fmla="*/ 995474 h 1233068"/>
                <a:gd name="connsiteX83" fmla="*/ 3722234 w 5113330"/>
                <a:gd name="connsiteY83" fmla="*/ 1011208 h 1233068"/>
                <a:gd name="connsiteX84" fmla="*/ 3722234 w 5113330"/>
                <a:gd name="connsiteY84" fmla="*/ 995474 h 1233068"/>
                <a:gd name="connsiteX85" fmla="*/ 3602005 w 5113330"/>
                <a:gd name="connsiteY85" fmla="*/ 883826 h 1233068"/>
                <a:gd name="connsiteX86" fmla="*/ 3487506 w 5113330"/>
                <a:gd name="connsiteY86" fmla="*/ 913151 h 1233068"/>
                <a:gd name="connsiteX87" fmla="*/ 3474633 w 5113330"/>
                <a:gd name="connsiteY87" fmla="*/ 882403 h 1233068"/>
                <a:gd name="connsiteX88" fmla="*/ 3604148 w 5113330"/>
                <a:gd name="connsiteY88" fmla="*/ 850900 h 1233068"/>
                <a:gd name="connsiteX89" fmla="*/ 2950716 w 5113330"/>
                <a:gd name="connsiteY89" fmla="*/ 850900 h 1233068"/>
                <a:gd name="connsiteX90" fmla="*/ 3073815 w 5113330"/>
                <a:gd name="connsiteY90" fmla="*/ 929627 h 1233068"/>
                <a:gd name="connsiteX91" fmla="*/ 3205498 w 5113330"/>
                <a:gd name="connsiteY91" fmla="*/ 850900 h 1233068"/>
                <a:gd name="connsiteX92" fmla="*/ 3345763 w 5113330"/>
                <a:gd name="connsiteY92" fmla="*/ 1003338 h 1233068"/>
                <a:gd name="connsiteX93" fmla="*/ 3345763 w 5113330"/>
                <a:gd name="connsiteY93" fmla="*/ 1224472 h 1233068"/>
                <a:gd name="connsiteX94" fmla="*/ 3310716 w 5113330"/>
                <a:gd name="connsiteY94" fmla="*/ 1224472 h 1233068"/>
                <a:gd name="connsiteX95" fmla="*/ 3310716 w 5113330"/>
                <a:gd name="connsiteY95" fmla="*/ 1007628 h 1233068"/>
                <a:gd name="connsiteX96" fmla="*/ 3202637 w 5113330"/>
                <a:gd name="connsiteY96" fmla="*/ 883104 h 1233068"/>
                <a:gd name="connsiteX97" fmla="*/ 3087405 w 5113330"/>
                <a:gd name="connsiteY97" fmla="*/ 1011917 h 1233068"/>
                <a:gd name="connsiteX98" fmla="*/ 3087405 w 5113330"/>
                <a:gd name="connsiteY98" fmla="*/ 1224472 h 1233068"/>
                <a:gd name="connsiteX99" fmla="*/ 3052358 w 5113330"/>
                <a:gd name="connsiteY99" fmla="*/ 1224472 h 1233068"/>
                <a:gd name="connsiteX100" fmla="*/ 3052358 w 5113330"/>
                <a:gd name="connsiteY100" fmla="*/ 1005500 h 1233068"/>
                <a:gd name="connsiteX101" fmla="*/ 2945709 w 5113330"/>
                <a:gd name="connsiteY101" fmla="*/ 883104 h 1233068"/>
                <a:gd name="connsiteX102" fmla="*/ 2829073 w 5113330"/>
                <a:gd name="connsiteY102" fmla="*/ 1014061 h 1233068"/>
                <a:gd name="connsiteX103" fmla="*/ 2829073 w 5113330"/>
                <a:gd name="connsiteY103" fmla="*/ 1224472 h 1233068"/>
                <a:gd name="connsiteX104" fmla="*/ 2794000 w 5113330"/>
                <a:gd name="connsiteY104" fmla="*/ 1224472 h 1233068"/>
                <a:gd name="connsiteX105" fmla="*/ 2794000 w 5113330"/>
                <a:gd name="connsiteY105" fmla="*/ 859496 h 1233068"/>
                <a:gd name="connsiteX106" fmla="*/ 2829073 w 5113330"/>
                <a:gd name="connsiteY106" fmla="*/ 859496 h 1233068"/>
                <a:gd name="connsiteX107" fmla="*/ 2829073 w 5113330"/>
                <a:gd name="connsiteY107" fmla="*/ 924612 h 1233068"/>
                <a:gd name="connsiteX108" fmla="*/ 2950716 w 5113330"/>
                <a:gd name="connsiteY108" fmla="*/ 850900 h 1233068"/>
                <a:gd name="connsiteX109" fmla="*/ 2207514 w 5113330"/>
                <a:gd name="connsiteY109" fmla="*/ 850900 h 1233068"/>
                <a:gd name="connsiteX110" fmla="*/ 2394304 w 5113330"/>
                <a:gd name="connsiteY110" fmla="*/ 1040551 h 1233068"/>
                <a:gd name="connsiteX111" fmla="*/ 2394304 w 5113330"/>
                <a:gd name="connsiteY111" fmla="*/ 1041984 h 1233068"/>
                <a:gd name="connsiteX112" fmla="*/ 2206090 w 5113330"/>
                <a:gd name="connsiteY112" fmla="*/ 1233068 h 1233068"/>
                <a:gd name="connsiteX113" fmla="*/ 2019300 w 5113330"/>
                <a:gd name="connsiteY113" fmla="*/ 1043417 h 1233068"/>
                <a:gd name="connsiteX114" fmla="*/ 2019300 w 5113330"/>
                <a:gd name="connsiteY114" fmla="*/ 1041984 h 1233068"/>
                <a:gd name="connsiteX115" fmla="*/ 2207514 w 5113330"/>
                <a:gd name="connsiteY115" fmla="*/ 850900 h 1233068"/>
                <a:gd name="connsiteX116" fmla="*/ 1547819 w 5113330"/>
                <a:gd name="connsiteY116" fmla="*/ 850900 h 1233068"/>
                <a:gd name="connsiteX117" fmla="*/ 1677366 w 5113330"/>
                <a:gd name="connsiteY117" fmla="*/ 890990 h 1233068"/>
                <a:gd name="connsiteX118" fmla="*/ 1658756 w 5113330"/>
                <a:gd name="connsiteY118" fmla="*/ 920316 h 1233068"/>
                <a:gd name="connsiteX119" fmla="*/ 1546391 w 5113330"/>
                <a:gd name="connsiteY119" fmla="*/ 883826 h 1233068"/>
                <a:gd name="connsiteX120" fmla="*/ 1463376 w 5113330"/>
                <a:gd name="connsiteY120" fmla="*/ 947517 h 1233068"/>
                <a:gd name="connsiteX121" fmla="*/ 1463376 w 5113330"/>
                <a:gd name="connsiteY121" fmla="*/ 948957 h 1233068"/>
                <a:gd name="connsiteX122" fmla="*/ 1565014 w 5113330"/>
                <a:gd name="connsiteY122" fmla="*/ 1019795 h 1233068"/>
                <a:gd name="connsiteX123" fmla="*/ 1685224 w 5113330"/>
                <a:gd name="connsiteY123" fmla="*/ 1122119 h 1233068"/>
                <a:gd name="connsiteX124" fmla="*/ 1685224 w 5113330"/>
                <a:gd name="connsiteY124" fmla="*/ 1123559 h 1233068"/>
                <a:gd name="connsiteX125" fmla="*/ 1559274 w 5113330"/>
                <a:gd name="connsiteY125" fmla="*/ 1230202 h 1233068"/>
                <a:gd name="connsiteX126" fmla="*/ 1409700 w 5113330"/>
                <a:gd name="connsiteY126" fmla="*/ 1177240 h 1233068"/>
                <a:gd name="connsiteX127" fmla="*/ 1430466 w 5113330"/>
                <a:gd name="connsiteY127" fmla="*/ 1149320 h 1233068"/>
                <a:gd name="connsiteX128" fmla="*/ 1561430 w 5113330"/>
                <a:gd name="connsiteY128" fmla="*/ 1197277 h 1233068"/>
                <a:gd name="connsiteX129" fmla="*/ 1649444 w 5113330"/>
                <a:gd name="connsiteY129" fmla="*/ 1127861 h 1233068"/>
                <a:gd name="connsiteX130" fmla="*/ 1649444 w 5113330"/>
                <a:gd name="connsiteY130" fmla="*/ 1126421 h 1233068"/>
                <a:gd name="connsiteX131" fmla="*/ 1552832 w 5113330"/>
                <a:gd name="connsiteY131" fmla="*/ 1053423 h 1233068"/>
                <a:gd name="connsiteX132" fmla="*/ 1427609 w 5113330"/>
                <a:gd name="connsiteY132" fmla="*/ 953242 h 1233068"/>
                <a:gd name="connsiteX133" fmla="*/ 1427609 w 5113330"/>
                <a:gd name="connsiteY133" fmla="*/ 951819 h 1233068"/>
                <a:gd name="connsiteX134" fmla="*/ 1547819 w 5113330"/>
                <a:gd name="connsiteY134" fmla="*/ 850900 h 1233068"/>
                <a:gd name="connsiteX135" fmla="*/ 1170046 w 5113330"/>
                <a:gd name="connsiteY135" fmla="*/ 850900 h 1233068"/>
                <a:gd name="connsiteX136" fmla="*/ 1316030 w 5113330"/>
                <a:gd name="connsiteY136" fmla="*/ 1001194 h 1233068"/>
                <a:gd name="connsiteX137" fmla="*/ 1316030 w 5113330"/>
                <a:gd name="connsiteY137" fmla="*/ 1224472 h 1233068"/>
                <a:gd name="connsiteX138" fmla="*/ 1280978 w 5113330"/>
                <a:gd name="connsiteY138" fmla="*/ 1224472 h 1233068"/>
                <a:gd name="connsiteX139" fmla="*/ 1280978 w 5113330"/>
                <a:gd name="connsiteY139" fmla="*/ 1007628 h 1233068"/>
                <a:gd name="connsiteX140" fmla="*/ 1165036 w 5113330"/>
                <a:gd name="connsiteY140" fmla="*/ 883104 h 1233068"/>
                <a:gd name="connsiteX141" fmla="*/ 1038381 w 5113330"/>
                <a:gd name="connsiteY141" fmla="*/ 1013352 h 1233068"/>
                <a:gd name="connsiteX142" fmla="*/ 1038381 w 5113330"/>
                <a:gd name="connsiteY142" fmla="*/ 1224472 h 1233068"/>
                <a:gd name="connsiteX143" fmla="*/ 1003300 w 5113330"/>
                <a:gd name="connsiteY143" fmla="*/ 1224472 h 1233068"/>
                <a:gd name="connsiteX144" fmla="*/ 1003300 w 5113330"/>
                <a:gd name="connsiteY144" fmla="*/ 859496 h 1233068"/>
                <a:gd name="connsiteX145" fmla="*/ 1038381 w 5113330"/>
                <a:gd name="connsiteY145" fmla="*/ 859496 h 1233068"/>
                <a:gd name="connsiteX146" fmla="*/ 1038381 w 5113330"/>
                <a:gd name="connsiteY146" fmla="*/ 927483 h 1233068"/>
                <a:gd name="connsiteX147" fmla="*/ 1170046 w 5113330"/>
                <a:gd name="connsiteY147" fmla="*/ 850900 h 1233068"/>
                <a:gd name="connsiteX148" fmla="*/ 721249 w 5113330"/>
                <a:gd name="connsiteY148" fmla="*/ 850900 h 1233068"/>
                <a:gd name="connsiteX149" fmla="*/ 836478 w 5113330"/>
                <a:gd name="connsiteY149" fmla="*/ 890973 h 1233068"/>
                <a:gd name="connsiteX150" fmla="*/ 873697 w 5113330"/>
                <a:gd name="connsiteY150" fmla="*/ 994034 h 1233068"/>
                <a:gd name="connsiteX151" fmla="*/ 873697 w 5113330"/>
                <a:gd name="connsiteY151" fmla="*/ 1221615 h 1233068"/>
                <a:gd name="connsiteX152" fmla="*/ 839335 w 5113330"/>
                <a:gd name="connsiteY152" fmla="*/ 1221615 h 1233068"/>
                <a:gd name="connsiteX153" fmla="*/ 839335 w 5113330"/>
                <a:gd name="connsiteY153" fmla="*/ 1160786 h 1233068"/>
                <a:gd name="connsiteX154" fmla="*/ 699789 w 5113330"/>
                <a:gd name="connsiteY154" fmla="*/ 1230202 h 1233068"/>
                <a:gd name="connsiteX155" fmla="*/ 558800 w 5113330"/>
                <a:gd name="connsiteY155" fmla="*/ 1115692 h 1233068"/>
                <a:gd name="connsiteX156" fmla="*/ 558800 w 5113330"/>
                <a:gd name="connsiteY156" fmla="*/ 1114269 h 1233068"/>
                <a:gd name="connsiteX157" fmla="*/ 718392 w 5113330"/>
                <a:gd name="connsiteY157" fmla="*/ 995474 h 1233068"/>
                <a:gd name="connsiteX158" fmla="*/ 839335 w 5113330"/>
                <a:gd name="connsiteY158" fmla="*/ 1011208 h 1233068"/>
                <a:gd name="connsiteX159" fmla="*/ 839335 w 5113330"/>
                <a:gd name="connsiteY159" fmla="*/ 995474 h 1233068"/>
                <a:gd name="connsiteX160" fmla="*/ 719106 w 5113330"/>
                <a:gd name="connsiteY160" fmla="*/ 883826 h 1233068"/>
                <a:gd name="connsiteX161" fmla="*/ 604606 w 5113330"/>
                <a:gd name="connsiteY161" fmla="*/ 913151 h 1233068"/>
                <a:gd name="connsiteX162" fmla="*/ 591733 w 5113330"/>
                <a:gd name="connsiteY162" fmla="*/ 882403 h 1233068"/>
                <a:gd name="connsiteX163" fmla="*/ 721249 w 5113330"/>
                <a:gd name="connsiteY163" fmla="*/ 850900 h 1233068"/>
                <a:gd name="connsiteX164" fmla="*/ 3901048 w 5113330"/>
                <a:gd name="connsiteY164" fmla="*/ 736600 h 1233068"/>
                <a:gd name="connsiteX165" fmla="*/ 3936126 w 5113330"/>
                <a:gd name="connsiteY165" fmla="*/ 736600 h 1233068"/>
                <a:gd name="connsiteX166" fmla="*/ 3936126 w 5113330"/>
                <a:gd name="connsiteY166" fmla="*/ 853241 h 1233068"/>
                <a:gd name="connsiteX167" fmla="*/ 4064214 w 5113330"/>
                <a:gd name="connsiteY167" fmla="*/ 853241 h 1233068"/>
                <a:gd name="connsiteX168" fmla="*/ 4064214 w 5113330"/>
                <a:gd name="connsiteY168" fmla="*/ 885463 h 1233068"/>
                <a:gd name="connsiteX169" fmla="*/ 3936126 w 5113330"/>
                <a:gd name="connsiteY169" fmla="*/ 885463 h 1233068"/>
                <a:gd name="connsiteX170" fmla="*/ 3936126 w 5113330"/>
                <a:gd name="connsiteY170" fmla="*/ 1120892 h 1233068"/>
                <a:gd name="connsiteX171" fmla="*/ 4009124 w 5113330"/>
                <a:gd name="connsiteY171" fmla="*/ 1191753 h 1233068"/>
                <a:gd name="connsiteX172" fmla="*/ 4062784 w 5113330"/>
                <a:gd name="connsiteY172" fmla="*/ 1178873 h 1233068"/>
                <a:gd name="connsiteX173" fmla="*/ 4062784 w 5113330"/>
                <a:gd name="connsiteY173" fmla="*/ 1211773 h 1233068"/>
                <a:gd name="connsiteX174" fmla="*/ 4003392 w 5113330"/>
                <a:gd name="connsiteY174" fmla="*/ 1224675 h 1233068"/>
                <a:gd name="connsiteX175" fmla="*/ 3901048 w 5113330"/>
                <a:gd name="connsiteY175" fmla="*/ 1124484 h 1233068"/>
                <a:gd name="connsiteX176" fmla="*/ 3901048 w 5113330"/>
                <a:gd name="connsiteY176" fmla="*/ 885463 h 1233068"/>
                <a:gd name="connsiteX177" fmla="*/ 3848100 w 5113330"/>
                <a:gd name="connsiteY177" fmla="*/ 885463 h 1233068"/>
                <a:gd name="connsiteX178" fmla="*/ 3848100 w 5113330"/>
                <a:gd name="connsiteY178" fmla="*/ 853241 h 1233068"/>
                <a:gd name="connsiteX179" fmla="*/ 3901048 w 5113330"/>
                <a:gd name="connsiteY179" fmla="*/ 853241 h 1233068"/>
                <a:gd name="connsiteX180" fmla="*/ 52948 w 5113330"/>
                <a:gd name="connsiteY180" fmla="*/ 736600 h 1233068"/>
                <a:gd name="connsiteX181" fmla="*/ 88016 w 5113330"/>
                <a:gd name="connsiteY181" fmla="*/ 736600 h 1233068"/>
                <a:gd name="connsiteX182" fmla="*/ 88016 w 5113330"/>
                <a:gd name="connsiteY182" fmla="*/ 853241 h 1233068"/>
                <a:gd name="connsiteX183" fmla="*/ 216114 w 5113330"/>
                <a:gd name="connsiteY183" fmla="*/ 853241 h 1233068"/>
                <a:gd name="connsiteX184" fmla="*/ 216114 w 5113330"/>
                <a:gd name="connsiteY184" fmla="*/ 885463 h 1233068"/>
                <a:gd name="connsiteX185" fmla="*/ 88016 w 5113330"/>
                <a:gd name="connsiteY185" fmla="*/ 885463 h 1233068"/>
                <a:gd name="connsiteX186" fmla="*/ 88016 w 5113330"/>
                <a:gd name="connsiteY186" fmla="*/ 1120892 h 1233068"/>
                <a:gd name="connsiteX187" fmla="*/ 161025 w 5113330"/>
                <a:gd name="connsiteY187" fmla="*/ 1191753 h 1233068"/>
                <a:gd name="connsiteX188" fmla="*/ 214683 w 5113330"/>
                <a:gd name="connsiteY188" fmla="*/ 1178873 h 1233068"/>
                <a:gd name="connsiteX189" fmla="*/ 214683 w 5113330"/>
                <a:gd name="connsiteY189" fmla="*/ 1211773 h 1233068"/>
                <a:gd name="connsiteX190" fmla="*/ 155292 w 5113330"/>
                <a:gd name="connsiteY190" fmla="*/ 1224675 h 1233068"/>
                <a:gd name="connsiteX191" fmla="*/ 52948 w 5113330"/>
                <a:gd name="connsiteY191" fmla="*/ 1124484 h 1233068"/>
                <a:gd name="connsiteX192" fmla="*/ 52948 w 5113330"/>
                <a:gd name="connsiteY192" fmla="*/ 885463 h 1233068"/>
                <a:gd name="connsiteX193" fmla="*/ 0 w 5113330"/>
                <a:gd name="connsiteY193" fmla="*/ 885463 h 1233068"/>
                <a:gd name="connsiteX194" fmla="*/ 0 w 5113330"/>
                <a:gd name="connsiteY194" fmla="*/ 853241 h 1233068"/>
                <a:gd name="connsiteX195" fmla="*/ 52948 w 5113330"/>
                <a:gd name="connsiteY195" fmla="*/ 853241 h 1233068"/>
                <a:gd name="connsiteX196" fmla="*/ 4165600 w 5113330"/>
                <a:gd name="connsiteY196" fmla="*/ 711200 h 1233068"/>
                <a:gd name="connsiteX197" fmla="*/ 4209252 w 5113330"/>
                <a:gd name="connsiteY197" fmla="*/ 711200 h 1233068"/>
                <a:gd name="connsiteX198" fmla="*/ 4209252 w 5113330"/>
                <a:gd name="connsiteY198" fmla="*/ 759151 h 1233068"/>
                <a:gd name="connsiteX199" fmla="*/ 4165600 w 5113330"/>
                <a:gd name="connsiteY199" fmla="*/ 759151 h 1233068"/>
                <a:gd name="connsiteX200" fmla="*/ 4165600 w 5113330"/>
                <a:gd name="connsiteY200" fmla="*/ 711200 h 1233068"/>
                <a:gd name="connsiteX201" fmla="*/ 1927040 w 5113330"/>
                <a:gd name="connsiteY201" fmla="*/ 698500 h 1233068"/>
                <a:gd name="connsiteX202" fmla="*/ 1981433 w 5113330"/>
                <a:gd name="connsiteY202" fmla="*/ 707097 h 1233068"/>
                <a:gd name="connsiteX203" fmla="*/ 1981433 w 5113330"/>
                <a:gd name="connsiteY203" fmla="*/ 740004 h 1233068"/>
                <a:gd name="connsiteX204" fmla="*/ 1927040 w 5113330"/>
                <a:gd name="connsiteY204" fmla="*/ 730702 h 1233068"/>
                <a:gd name="connsiteX205" fmla="*/ 1853344 w 5113330"/>
                <a:gd name="connsiteY205" fmla="*/ 823011 h 1233068"/>
                <a:gd name="connsiteX206" fmla="*/ 1853344 w 5113330"/>
                <a:gd name="connsiteY206" fmla="*/ 858080 h 1233068"/>
                <a:gd name="connsiteX207" fmla="*/ 1980713 w 5113330"/>
                <a:gd name="connsiteY207" fmla="*/ 858080 h 1233068"/>
                <a:gd name="connsiteX208" fmla="*/ 1980713 w 5113330"/>
                <a:gd name="connsiteY208" fmla="*/ 890306 h 1233068"/>
                <a:gd name="connsiteX209" fmla="*/ 1853344 w 5113330"/>
                <a:gd name="connsiteY209" fmla="*/ 890306 h 1233068"/>
                <a:gd name="connsiteX210" fmla="*/ 1853344 w 5113330"/>
                <a:gd name="connsiteY210" fmla="*/ 1223065 h 1233068"/>
                <a:gd name="connsiteX211" fmla="*/ 1818263 w 5113330"/>
                <a:gd name="connsiteY211" fmla="*/ 1223065 h 1233068"/>
                <a:gd name="connsiteX212" fmla="*/ 1818263 w 5113330"/>
                <a:gd name="connsiteY212" fmla="*/ 890306 h 1233068"/>
                <a:gd name="connsiteX213" fmla="*/ 1765300 w 5113330"/>
                <a:gd name="connsiteY213" fmla="*/ 890306 h 1233068"/>
                <a:gd name="connsiteX214" fmla="*/ 1765300 w 5113330"/>
                <a:gd name="connsiteY214" fmla="*/ 858080 h 1233068"/>
                <a:gd name="connsiteX215" fmla="*/ 1818263 w 5113330"/>
                <a:gd name="connsiteY215" fmla="*/ 858080 h 1233068"/>
                <a:gd name="connsiteX216" fmla="*/ 1818263 w 5113330"/>
                <a:gd name="connsiteY216" fmla="*/ 822307 h 1233068"/>
                <a:gd name="connsiteX217" fmla="*/ 1850472 w 5113330"/>
                <a:gd name="connsiteY217" fmla="*/ 727132 h 1233068"/>
                <a:gd name="connsiteX218" fmla="*/ 1927040 w 5113330"/>
                <a:gd name="connsiteY218" fmla="*/ 698500 h 1233068"/>
                <a:gd name="connsiteX219" fmla="*/ 1025142 w 5113330"/>
                <a:gd name="connsiteY219" fmla="*/ 174625 h 1233068"/>
                <a:gd name="connsiteX220" fmla="*/ 876300 w 5113330"/>
                <a:gd name="connsiteY220" fmla="*/ 331350 h 1233068"/>
                <a:gd name="connsiteX221" fmla="*/ 876300 w 5113330"/>
                <a:gd name="connsiteY221" fmla="*/ 332779 h 1233068"/>
                <a:gd name="connsiteX222" fmla="*/ 1025142 w 5113330"/>
                <a:gd name="connsiteY222" fmla="*/ 489504 h 1233068"/>
                <a:gd name="connsiteX223" fmla="*/ 1168280 w 5113330"/>
                <a:gd name="connsiteY223" fmla="*/ 333493 h 1233068"/>
                <a:gd name="connsiteX224" fmla="*/ 1168280 w 5113330"/>
                <a:gd name="connsiteY224" fmla="*/ 332065 h 1233068"/>
                <a:gd name="connsiteX225" fmla="*/ 1025142 w 5113330"/>
                <a:gd name="connsiteY225" fmla="*/ 174625 h 1233068"/>
                <a:gd name="connsiteX226" fmla="*/ 3601643 w 5113330"/>
                <a:gd name="connsiteY226" fmla="*/ 171450 h 1233068"/>
                <a:gd name="connsiteX227" fmla="*/ 3467100 w 5113330"/>
                <a:gd name="connsiteY227" fmla="*/ 313151 h 1233068"/>
                <a:gd name="connsiteX228" fmla="*/ 3732596 w 5113330"/>
                <a:gd name="connsiteY228" fmla="*/ 313151 h 1233068"/>
                <a:gd name="connsiteX229" fmla="*/ 3601643 w 5113330"/>
                <a:gd name="connsiteY229" fmla="*/ 171450 h 1233068"/>
                <a:gd name="connsiteX230" fmla="*/ 2344343 w 5113330"/>
                <a:gd name="connsiteY230" fmla="*/ 171450 h 1233068"/>
                <a:gd name="connsiteX231" fmla="*/ 2209800 w 5113330"/>
                <a:gd name="connsiteY231" fmla="*/ 313151 h 1233068"/>
                <a:gd name="connsiteX232" fmla="*/ 2475297 w 5113330"/>
                <a:gd name="connsiteY232" fmla="*/ 313151 h 1233068"/>
                <a:gd name="connsiteX233" fmla="*/ 2344343 w 5113330"/>
                <a:gd name="connsiteY233" fmla="*/ 171450 h 1233068"/>
                <a:gd name="connsiteX234" fmla="*/ 1455344 w 5113330"/>
                <a:gd name="connsiteY234" fmla="*/ 171450 h 1233068"/>
                <a:gd name="connsiteX235" fmla="*/ 1320800 w 5113330"/>
                <a:gd name="connsiteY235" fmla="*/ 313151 h 1233068"/>
                <a:gd name="connsiteX236" fmla="*/ 1586298 w 5113330"/>
                <a:gd name="connsiteY236" fmla="*/ 313151 h 1233068"/>
                <a:gd name="connsiteX237" fmla="*/ 1455344 w 5113330"/>
                <a:gd name="connsiteY237" fmla="*/ 171450 h 1233068"/>
                <a:gd name="connsiteX238" fmla="*/ 185344 w 5113330"/>
                <a:gd name="connsiteY238" fmla="*/ 171450 h 1233068"/>
                <a:gd name="connsiteX239" fmla="*/ 50800 w 5113330"/>
                <a:gd name="connsiteY239" fmla="*/ 313151 h 1233068"/>
                <a:gd name="connsiteX240" fmla="*/ 316298 w 5113330"/>
                <a:gd name="connsiteY240" fmla="*/ 313151 h 1233068"/>
                <a:gd name="connsiteX241" fmla="*/ 185344 w 5113330"/>
                <a:gd name="connsiteY241" fmla="*/ 171450 h 1233068"/>
                <a:gd name="connsiteX242" fmla="*/ 1924014 w 5113330"/>
                <a:gd name="connsiteY242" fmla="*/ 139820 h 1233068"/>
                <a:gd name="connsiteX243" fmla="*/ 1924014 w 5113330"/>
                <a:gd name="connsiteY243" fmla="*/ 178473 h 1233068"/>
                <a:gd name="connsiteX244" fmla="*/ 1920433 w 5113330"/>
                <a:gd name="connsiteY244" fmla="*/ 178473 h 1233068"/>
                <a:gd name="connsiteX245" fmla="*/ 1762280 w 5113330"/>
                <a:gd name="connsiteY245" fmla="*/ 360966 h 1233068"/>
                <a:gd name="connsiteX246" fmla="*/ 1762280 w 5113330"/>
                <a:gd name="connsiteY246" fmla="*/ 510530 h 1233068"/>
                <a:gd name="connsiteX247" fmla="*/ 1727200 w 5113330"/>
                <a:gd name="connsiteY247" fmla="*/ 510530 h 1233068"/>
                <a:gd name="connsiteX248" fmla="*/ 1727200 w 5113330"/>
                <a:gd name="connsiteY248" fmla="*/ 145544 h 1233068"/>
                <a:gd name="connsiteX249" fmla="*/ 1762280 w 5113330"/>
                <a:gd name="connsiteY249" fmla="*/ 145544 h 1233068"/>
                <a:gd name="connsiteX250" fmla="*/ 1762280 w 5113330"/>
                <a:gd name="connsiteY250" fmla="*/ 249312 h 1233068"/>
                <a:gd name="connsiteX251" fmla="*/ 1924014 w 5113330"/>
                <a:gd name="connsiteY251" fmla="*/ 139820 h 1233068"/>
                <a:gd name="connsiteX252" fmla="*/ 3602193 w 5113330"/>
                <a:gd name="connsiteY252" fmla="*/ 139700 h 1233068"/>
                <a:gd name="connsiteX253" fmla="*/ 3769644 w 5113330"/>
                <a:gd name="connsiteY253" fmla="*/ 330779 h 1233068"/>
                <a:gd name="connsiteX254" fmla="*/ 3768936 w 5113330"/>
                <a:gd name="connsiteY254" fmla="*/ 345074 h 1233068"/>
                <a:gd name="connsiteX255" fmla="*/ 3466219 w 5113330"/>
                <a:gd name="connsiteY255" fmla="*/ 345074 h 1233068"/>
                <a:gd name="connsiteX256" fmla="*/ 3609336 w 5113330"/>
                <a:gd name="connsiteY256" fmla="*/ 488932 h 1233068"/>
                <a:gd name="connsiteX257" fmla="*/ 3734586 w 5113330"/>
                <a:gd name="connsiteY257" fmla="*/ 431679 h 1233068"/>
                <a:gd name="connsiteX258" fmla="*/ 3758920 w 5113330"/>
                <a:gd name="connsiteY258" fmla="*/ 453157 h 1233068"/>
                <a:gd name="connsiteX259" fmla="*/ 3607902 w 5113330"/>
                <a:gd name="connsiteY259" fmla="*/ 521857 h 1233068"/>
                <a:gd name="connsiteX260" fmla="*/ 3429000 w 5113330"/>
                <a:gd name="connsiteY260" fmla="*/ 331486 h 1233068"/>
                <a:gd name="connsiteX261" fmla="*/ 3429000 w 5113330"/>
                <a:gd name="connsiteY261" fmla="*/ 330053 h 1233068"/>
                <a:gd name="connsiteX262" fmla="*/ 3602193 w 5113330"/>
                <a:gd name="connsiteY262" fmla="*/ 139700 h 1233068"/>
                <a:gd name="connsiteX263" fmla="*/ 3208674 w 5113330"/>
                <a:gd name="connsiteY263" fmla="*/ 139700 h 1233068"/>
                <a:gd name="connsiteX264" fmla="*/ 3354665 w 5113330"/>
                <a:gd name="connsiteY264" fmla="*/ 206966 h 1233068"/>
                <a:gd name="connsiteX265" fmla="*/ 3329623 w 5113330"/>
                <a:gd name="connsiteY265" fmla="*/ 232727 h 1233068"/>
                <a:gd name="connsiteX266" fmla="*/ 3207961 w 5113330"/>
                <a:gd name="connsiteY266" fmla="*/ 172625 h 1233068"/>
                <a:gd name="connsiteX267" fmla="*/ 3060544 w 5113330"/>
                <a:gd name="connsiteY267" fmla="*/ 329345 h 1233068"/>
                <a:gd name="connsiteX268" fmla="*/ 3060544 w 5113330"/>
                <a:gd name="connsiteY268" fmla="*/ 330778 h 1233068"/>
                <a:gd name="connsiteX269" fmla="*/ 3210814 w 5113330"/>
                <a:gd name="connsiteY269" fmla="*/ 488931 h 1233068"/>
                <a:gd name="connsiteX270" fmla="*/ 3333205 w 5113330"/>
                <a:gd name="connsiteY270" fmla="*/ 428104 h 1233068"/>
                <a:gd name="connsiteX271" fmla="*/ 3357534 w 5113330"/>
                <a:gd name="connsiteY271" fmla="*/ 449565 h 1233068"/>
                <a:gd name="connsiteX272" fmla="*/ 3208674 w 5113330"/>
                <a:gd name="connsiteY272" fmla="*/ 521857 h 1233068"/>
                <a:gd name="connsiteX273" fmla="*/ 3022600 w 5113330"/>
                <a:gd name="connsiteY273" fmla="*/ 332211 h 1233068"/>
                <a:gd name="connsiteX274" fmla="*/ 3022600 w 5113330"/>
                <a:gd name="connsiteY274" fmla="*/ 330778 h 1233068"/>
                <a:gd name="connsiteX275" fmla="*/ 3208674 w 5113330"/>
                <a:gd name="connsiteY275" fmla="*/ 139700 h 1233068"/>
                <a:gd name="connsiteX276" fmla="*/ 2782946 w 5113330"/>
                <a:gd name="connsiteY276" fmla="*/ 139700 h 1233068"/>
                <a:gd name="connsiteX277" fmla="*/ 2928930 w 5113330"/>
                <a:gd name="connsiteY277" fmla="*/ 289990 h 1233068"/>
                <a:gd name="connsiteX278" fmla="*/ 2928930 w 5113330"/>
                <a:gd name="connsiteY278" fmla="*/ 513263 h 1233068"/>
                <a:gd name="connsiteX279" fmla="*/ 2893878 w 5113330"/>
                <a:gd name="connsiteY279" fmla="*/ 513263 h 1233068"/>
                <a:gd name="connsiteX280" fmla="*/ 2893878 w 5113330"/>
                <a:gd name="connsiteY280" fmla="*/ 296406 h 1233068"/>
                <a:gd name="connsiteX281" fmla="*/ 2777936 w 5113330"/>
                <a:gd name="connsiteY281" fmla="*/ 171902 h 1233068"/>
                <a:gd name="connsiteX282" fmla="*/ 2651281 w 5113330"/>
                <a:gd name="connsiteY282" fmla="*/ 302148 h 1233068"/>
                <a:gd name="connsiteX283" fmla="*/ 2651281 w 5113330"/>
                <a:gd name="connsiteY283" fmla="*/ 513263 h 1233068"/>
                <a:gd name="connsiteX284" fmla="*/ 2616200 w 5113330"/>
                <a:gd name="connsiteY284" fmla="*/ 513263 h 1233068"/>
                <a:gd name="connsiteX285" fmla="*/ 2616200 w 5113330"/>
                <a:gd name="connsiteY285" fmla="*/ 148278 h 1233068"/>
                <a:gd name="connsiteX286" fmla="*/ 2651281 w 5113330"/>
                <a:gd name="connsiteY286" fmla="*/ 148278 h 1233068"/>
                <a:gd name="connsiteX287" fmla="*/ 2651281 w 5113330"/>
                <a:gd name="connsiteY287" fmla="*/ 216263 h 1233068"/>
                <a:gd name="connsiteX288" fmla="*/ 2782946 w 5113330"/>
                <a:gd name="connsiteY288" fmla="*/ 139700 h 1233068"/>
                <a:gd name="connsiteX289" fmla="*/ 2344893 w 5113330"/>
                <a:gd name="connsiteY289" fmla="*/ 139700 h 1233068"/>
                <a:gd name="connsiteX290" fmla="*/ 2512345 w 5113330"/>
                <a:gd name="connsiteY290" fmla="*/ 330779 h 1233068"/>
                <a:gd name="connsiteX291" fmla="*/ 2511635 w 5113330"/>
                <a:gd name="connsiteY291" fmla="*/ 345074 h 1233068"/>
                <a:gd name="connsiteX292" fmla="*/ 2208919 w 5113330"/>
                <a:gd name="connsiteY292" fmla="*/ 345074 h 1233068"/>
                <a:gd name="connsiteX293" fmla="*/ 2352037 w 5113330"/>
                <a:gd name="connsiteY293" fmla="*/ 488932 h 1233068"/>
                <a:gd name="connsiteX294" fmla="*/ 2477287 w 5113330"/>
                <a:gd name="connsiteY294" fmla="*/ 431679 h 1233068"/>
                <a:gd name="connsiteX295" fmla="*/ 2501621 w 5113330"/>
                <a:gd name="connsiteY295" fmla="*/ 453157 h 1233068"/>
                <a:gd name="connsiteX296" fmla="*/ 2350602 w 5113330"/>
                <a:gd name="connsiteY296" fmla="*/ 521857 h 1233068"/>
                <a:gd name="connsiteX297" fmla="*/ 2171700 w 5113330"/>
                <a:gd name="connsiteY297" fmla="*/ 331486 h 1233068"/>
                <a:gd name="connsiteX298" fmla="*/ 2171700 w 5113330"/>
                <a:gd name="connsiteY298" fmla="*/ 330053 h 1233068"/>
                <a:gd name="connsiteX299" fmla="*/ 2344893 w 5113330"/>
                <a:gd name="connsiteY299" fmla="*/ 139700 h 1233068"/>
                <a:gd name="connsiteX300" fmla="*/ 2019300 w 5113330"/>
                <a:gd name="connsiteY300" fmla="*/ 139700 h 1233068"/>
                <a:gd name="connsiteX301" fmla="*/ 2054359 w 5113330"/>
                <a:gd name="connsiteY301" fmla="*/ 139700 h 1233068"/>
                <a:gd name="connsiteX302" fmla="*/ 2054359 w 5113330"/>
                <a:gd name="connsiteY302" fmla="*/ 504677 h 1233068"/>
                <a:gd name="connsiteX303" fmla="*/ 2019300 w 5113330"/>
                <a:gd name="connsiteY303" fmla="*/ 504677 h 1233068"/>
                <a:gd name="connsiteX304" fmla="*/ 2019300 w 5113330"/>
                <a:gd name="connsiteY304" fmla="*/ 139700 h 1233068"/>
                <a:gd name="connsiteX305" fmla="*/ 1455892 w 5113330"/>
                <a:gd name="connsiteY305" fmla="*/ 139700 h 1233068"/>
                <a:gd name="connsiteX306" fmla="*/ 1623344 w 5113330"/>
                <a:gd name="connsiteY306" fmla="*/ 330779 h 1233068"/>
                <a:gd name="connsiteX307" fmla="*/ 1622634 w 5113330"/>
                <a:gd name="connsiteY307" fmla="*/ 345074 h 1233068"/>
                <a:gd name="connsiteX308" fmla="*/ 1319919 w 5113330"/>
                <a:gd name="connsiteY308" fmla="*/ 345074 h 1233068"/>
                <a:gd name="connsiteX309" fmla="*/ 1463036 w 5113330"/>
                <a:gd name="connsiteY309" fmla="*/ 488932 h 1233068"/>
                <a:gd name="connsiteX310" fmla="*/ 1588286 w 5113330"/>
                <a:gd name="connsiteY310" fmla="*/ 431679 h 1233068"/>
                <a:gd name="connsiteX311" fmla="*/ 1612620 w 5113330"/>
                <a:gd name="connsiteY311" fmla="*/ 453157 h 1233068"/>
                <a:gd name="connsiteX312" fmla="*/ 1461601 w 5113330"/>
                <a:gd name="connsiteY312" fmla="*/ 521857 h 1233068"/>
                <a:gd name="connsiteX313" fmla="*/ 1282700 w 5113330"/>
                <a:gd name="connsiteY313" fmla="*/ 331486 h 1233068"/>
                <a:gd name="connsiteX314" fmla="*/ 1282700 w 5113330"/>
                <a:gd name="connsiteY314" fmla="*/ 330053 h 1233068"/>
                <a:gd name="connsiteX315" fmla="*/ 1455892 w 5113330"/>
                <a:gd name="connsiteY315" fmla="*/ 139700 h 1233068"/>
                <a:gd name="connsiteX316" fmla="*/ 1023545 w 5113330"/>
                <a:gd name="connsiteY316" fmla="*/ 139700 h 1233068"/>
                <a:gd name="connsiteX317" fmla="*/ 1201029 w 5113330"/>
                <a:gd name="connsiteY317" fmla="*/ 329346 h 1233068"/>
                <a:gd name="connsiteX318" fmla="*/ 1201029 w 5113330"/>
                <a:gd name="connsiteY318" fmla="*/ 330769 h 1233068"/>
                <a:gd name="connsiteX319" fmla="*/ 1023545 w 5113330"/>
                <a:gd name="connsiteY319" fmla="*/ 521861 h 1233068"/>
                <a:gd name="connsiteX320" fmla="*/ 873273 w 5113330"/>
                <a:gd name="connsiteY320" fmla="*/ 434529 h 1233068"/>
                <a:gd name="connsiteX321" fmla="*/ 873273 w 5113330"/>
                <a:gd name="connsiteY321" fmla="*/ 627767 h 1233068"/>
                <a:gd name="connsiteX322" fmla="*/ 838200 w 5113330"/>
                <a:gd name="connsiteY322" fmla="*/ 627767 h 1233068"/>
                <a:gd name="connsiteX323" fmla="*/ 838200 w 5113330"/>
                <a:gd name="connsiteY323" fmla="*/ 148287 h 1233068"/>
                <a:gd name="connsiteX324" fmla="*/ 873273 w 5113330"/>
                <a:gd name="connsiteY324" fmla="*/ 148287 h 1233068"/>
                <a:gd name="connsiteX325" fmla="*/ 873273 w 5113330"/>
                <a:gd name="connsiteY325" fmla="*/ 229857 h 1233068"/>
                <a:gd name="connsiteX326" fmla="*/ 1023545 w 5113330"/>
                <a:gd name="connsiteY326" fmla="*/ 139700 h 1233068"/>
                <a:gd name="connsiteX327" fmla="*/ 399409 w 5113330"/>
                <a:gd name="connsiteY327" fmla="*/ 139700 h 1233068"/>
                <a:gd name="connsiteX328" fmla="*/ 443064 w 5113330"/>
                <a:gd name="connsiteY328" fmla="*/ 139700 h 1233068"/>
                <a:gd name="connsiteX329" fmla="*/ 565439 w 5113330"/>
                <a:gd name="connsiteY329" fmla="*/ 294274 h 1233068"/>
                <a:gd name="connsiteX330" fmla="*/ 689261 w 5113330"/>
                <a:gd name="connsiteY330" fmla="*/ 139700 h 1233068"/>
                <a:gd name="connsiteX331" fmla="*/ 731484 w 5113330"/>
                <a:gd name="connsiteY331" fmla="*/ 139700 h 1233068"/>
                <a:gd name="connsiteX332" fmla="*/ 587624 w 5113330"/>
                <a:gd name="connsiteY332" fmla="*/ 317896 h 1233068"/>
                <a:gd name="connsiteX333" fmla="*/ 737209 w 5113330"/>
                <a:gd name="connsiteY333" fmla="*/ 504677 h 1233068"/>
                <a:gd name="connsiteX334" fmla="*/ 693539 w 5113330"/>
                <a:gd name="connsiteY334" fmla="*/ 504677 h 1233068"/>
                <a:gd name="connsiteX335" fmla="*/ 564723 w 5113330"/>
                <a:gd name="connsiteY335" fmla="*/ 342228 h 1233068"/>
                <a:gd name="connsiteX336" fmla="*/ 435923 w 5113330"/>
                <a:gd name="connsiteY336" fmla="*/ 504677 h 1233068"/>
                <a:gd name="connsiteX337" fmla="*/ 393700 w 5113330"/>
                <a:gd name="connsiteY337" fmla="*/ 504677 h 1233068"/>
                <a:gd name="connsiteX338" fmla="*/ 542538 w 5113330"/>
                <a:gd name="connsiteY338" fmla="*/ 318606 h 1233068"/>
                <a:gd name="connsiteX339" fmla="*/ 185893 w 5113330"/>
                <a:gd name="connsiteY339" fmla="*/ 139700 h 1233068"/>
                <a:gd name="connsiteX340" fmla="*/ 353345 w 5113330"/>
                <a:gd name="connsiteY340" fmla="*/ 330779 h 1233068"/>
                <a:gd name="connsiteX341" fmla="*/ 352635 w 5113330"/>
                <a:gd name="connsiteY341" fmla="*/ 345074 h 1233068"/>
                <a:gd name="connsiteX342" fmla="*/ 49919 w 5113330"/>
                <a:gd name="connsiteY342" fmla="*/ 345074 h 1233068"/>
                <a:gd name="connsiteX343" fmla="*/ 193037 w 5113330"/>
                <a:gd name="connsiteY343" fmla="*/ 488932 h 1233068"/>
                <a:gd name="connsiteX344" fmla="*/ 318287 w 5113330"/>
                <a:gd name="connsiteY344" fmla="*/ 431679 h 1233068"/>
                <a:gd name="connsiteX345" fmla="*/ 342621 w 5113330"/>
                <a:gd name="connsiteY345" fmla="*/ 453157 h 1233068"/>
                <a:gd name="connsiteX346" fmla="*/ 191602 w 5113330"/>
                <a:gd name="connsiteY346" fmla="*/ 521857 h 1233068"/>
                <a:gd name="connsiteX347" fmla="*/ 12700 w 5113330"/>
                <a:gd name="connsiteY347" fmla="*/ 331486 h 1233068"/>
                <a:gd name="connsiteX348" fmla="*/ 12700 w 5113330"/>
                <a:gd name="connsiteY348" fmla="*/ 330053 h 1233068"/>
                <a:gd name="connsiteX349" fmla="*/ 185893 w 5113330"/>
                <a:gd name="connsiteY349" fmla="*/ 139700 h 1233068"/>
                <a:gd name="connsiteX350" fmla="*/ 2019300 w 5113330"/>
                <a:gd name="connsiteY350" fmla="*/ 0 h 1233068"/>
                <a:gd name="connsiteX351" fmla="*/ 2062954 w 5113330"/>
                <a:gd name="connsiteY351" fmla="*/ 0 h 1233068"/>
                <a:gd name="connsiteX352" fmla="*/ 2062954 w 5113330"/>
                <a:gd name="connsiteY352" fmla="*/ 47951 h 1233068"/>
                <a:gd name="connsiteX353" fmla="*/ 2019300 w 5113330"/>
                <a:gd name="connsiteY353" fmla="*/ 47951 h 1233068"/>
                <a:gd name="connsiteX354" fmla="*/ 2019300 w 5113330"/>
                <a:gd name="connsiteY354" fmla="*/ 0 h 1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5113330" h="1233068">
                  <a:moveTo>
                    <a:pt x="3600029" y="1025525"/>
                  </a:moveTo>
                  <a:cubicBezTo>
                    <a:pt x="3522742" y="1025525"/>
                    <a:pt x="3479800" y="1059864"/>
                    <a:pt x="3479800" y="1110682"/>
                  </a:cubicBezTo>
                  <a:lnTo>
                    <a:pt x="3479800" y="1112117"/>
                  </a:lnTo>
                  <a:cubicBezTo>
                    <a:pt x="3479800" y="1165057"/>
                    <a:pt x="3529894" y="1195839"/>
                    <a:pt x="3585704" y="1195839"/>
                  </a:cubicBezTo>
                  <a:cubicBezTo>
                    <a:pt x="3660144" y="1195839"/>
                    <a:pt x="3723828" y="1150036"/>
                    <a:pt x="3723828" y="1083487"/>
                  </a:cubicBezTo>
                  <a:lnTo>
                    <a:pt x="3723828" y="1041981"/>
                  </a:lnTo>
                  <a:cubicBezTo>
                    <a:pt x="3693054" y="1034104"/>
                    <a:pt x="3652258" y="1025525"/>
                    <a:pt x="3600029" y="1025525"/>
                  </a:cubicBezTo>
                  <a:close/>
                  <a:moveTo>
                    <a:pt x="717129" y="1025525"/>
                  </a:moveTo>
                  <a:cubicBezTo>
                    <a:pt x="639842" y="1025525"/>
                    <a:pt x="596900" y="1059864"/>
                    <a:pt x="596900" y="1110682"/>
                  </a:cubicBezTo>
                  <a:lnTo>
                    <a:pt x="596900" y="1112117"/>
                  </a:lnTo>
                  <a:cubicBezTo>
                    <a:pt x="596900" y="1165057"/>
                    <a:pt x="646994" y="1195839"/>
                    <a:pt x="702815" y="1195839"/>
                  </a:cubicBezTo>
                  <a:cubicBezTo>
                    <a:pt x="777243" y="1195839"/>
                    <a:pt x="840928" y="1150036"/>
                    <a:pt x="840928" y="1083487"/>
                  </a:cubicBezTo>
                  <a:lnTo>
                    <a:pt x="840928" y="1041981"/>
                  </a:lnTo>
                  <a:cubicBezTo>
                    <a:pt x="810153" y="1034104"/>
                    <a:pt x="769358" y="1025525"/>
                    <a:pt x="717129" y="1025525"/>
                  </a:cubicBezTo>
                  <a:close/>
                  <a:moveTo>
                    <a:pt x="4504942" y="882650"/>
                  </a:moveTo>
                  <a:cubicBezTo>
                    <a:pt x="4418362" y="882650"/>
                    <a:pt x="4356100" y="953498"/>
                    <a:pt x="4356100" y="1039371"/>
                  </a:cubicBezTo>
                  <a:lnTo>
                    <a:pt x="4356100" y="1040806"/>
                  </a:lnTo>
                  <a:cubicBezTo>
                    <a:pt x="4356100" y="1128832"/>
                    <a:pt x="4421934" y="1198962"/>
                    <a:pt x="4506382" y="1198962"/>
                  </a:cubicBezTo>
                  <a:cubicBezTo>
                    <a:pt x="4592962" y="1198962"/>
                    <a:pt x="4655224" y="1128114"/>
                    <a:pt x="4655224" y="1042241"/>
                  </a:cubicBezTo>
                  <a:lnTo>
                    <a:pt x="4655224" y="1040806"/>
                  </a:lnTo>
                  <a:cubicBezTo>
                    <a:pt x="4655224" y="952781"/>
                    <a:pt x="4589390" y="882650"/>
                    <a:pt x="4504942" y="882650"/>
                  </a:cubicBezTo>
                  <a:close/>
                  <a:moveTo>
                    <a:pt x="2206242" y="882650"/>
                  </a:moveTo>
                  <a:cubicBezTo>
                    <a:pt x="2119662" y="882650"/>
                    <a:pt x="2057400" y="953498"/>
                    <a:pt x="2057400" y="1039371"/>
                  </a:cubicBezTo>
                  <a:lnTo>
                    <a:pt x="2057400" y="1040806"/>
                  </a:lnTo>
                  <a:cubicBezTo>
                    <a:pt x="2057400" y="1128832"/>
                    <a:pt x="2123235" y="1198962"/>
                    <a:pt x="2207682" y="1198962"/>
                  </a:cubicBezTo>
                  <a:cubicBezTo>
                    <a:pt x="2294262" y="1198962"/>
                    <a:pt x="2356524" y="1128114"/>
                    <a:pt x="2356524" y="1042241"/>
                  </a:cubicBezTo>
                  <a:lnTo>
                    <a:pt x="2356524" y="1040806"/>
                  </a:lnTo>
                  <a:cubicBezTo>
                    <a:pt x="2356524" y="952781"/>
                    <a:pt x="2290689" y="882650"/>
                    <a:pt x="2206242" y="882650"/>
                  </a:cubicBezTo>
                  <a:close/>
                  <a:moveTo>
                    <a:pt x="4178300" y="863600"/>
                  </a:moveTo>
                  <a:lnTo>
                    <a:pt x="4213360" y="863600"/>
                  </a:lnTo>
                  <a:lnTo>
                    <a:pt x="4213360" y="1228577"/>
                  </a:lnTo>
                  <a:lnTo>
                    <a:pt x="4178300" y="1228577"/>
                  </a:lnTo>
                  <a:cubicBezTo>
                    <a:pt x="4178300" y="1228577"/>
                    <a:pt x="4178300" y="863600"/>
                    <a:pt x="4178300" y="863600"/>
                  </a:cubicBezTo>
                  <a:close/>
                  <a:moveTo>
                    <a:pt x="2698695" y="851020"/>
                  </a:moveTo>
                  <a:lnTo>
                    <a:pt x="2698695" y="889676"/>
                  </a:lnTo>
                  <a:lnTo>
                    <a:pt x="2695133" y="889676"/>
                  </a:lnTo>
                  <a:cubicBezTo>
                    <a:pt x="2610675" y="889676"/>
                    <a:pt x="2536977" y="953358"/>
                    <a:pt x="2536977" y="1072160"/>
                  </a:cubicBezTo>
                  <a:lnTo>
                    <a:pt x="2536977" y="1221731"/>
                  </a:lnTo>
                  <a:lnTo>
                    <a:pt x="2501900" y="1221731"/>
                  </a:lnTo>
                  <a:cubicBezTo>
                    <a:pt x="2501900" y="1221731"/>
                    <a:pt x="2501900" y="856745"/>
                    <a:pt x="2501900" y="856745"/>
                  </a:cubicBezTo>
                  <a:lnTo>
                    <a:pt x="2536977" y="856745"/>
                  </a:lnTo>
                  <a:lnTo>
                    <a:pt x="2536977" y="960501"/>
                  </a:lnTo>
                  <a:cubicBezTo>
                    <a:pt x="2565585" y="895383"/>
                    <a:pt x="2626428" y="848149"/>
                    <a:pt x="2698695" y="851020"/>
                  </a:cubicBezTo>
                  <a:close/>
                  <a:moveTo>
                    <a:pt x="514314" y="851020"/>
                  </a:moveTo>
                  <a:lnTo>
                    <a:pt x="514314" y="889676"/>
                  </a:lnTo>
                  <a:lnTo>
                    <a:pt x="510733" y="889676"/>
                  </a:lnTo>
                  <a:cubicBezTo>
                    <a:pt x="426276" y="889676"/>
                    <a:pt x="352571" y="953358"/>
                    <a:pt x="352571" y="1072160"/>
                  </a:cubicBezTo>
                  <a:lnTo>
                    <a:pt x="352571" y="1221731"/>
                  </a:lnTo>
                  <a:lnTo>
                    <a:pt x="317500" y="1221731"/>
                  </a:lnTo>
                  <a:cubicBezTo>
                    <a:pt x="317500" y="1221731"/>
                    <a:pt x="317500" y="856745"/>
                    <a:pt x="317500" y="856745"/>
                  </a:cubicBezTo>
                  <a:lnTo>
                    <a:pt x="352571" y="856745"/>
                  </a:lnTo>
                  <a:lnTo>
                    <a:pt x="352571" y="960501"/>
                  </a:lnTo>
                  <a:cubicBezTo>
                    <a:pt x="381191" y="895383"/>
                    <a:pt x="442030" y="848149"/>
                    <a:pt x="514314" y="851020"/>
                  </a:cubicBezTo>
                  <a:close/>
                  <a:moveTo>
                    <a:pt x="4967346" y="850900"/>
                  </a:moveTo>
                  <a:cubicBezTo>
                    <a:pt x="5059674" y="850900"/>
                    <a:pt x="5113330" y="913889"/>
                    <a:pt x="5113330" y="1001194"/>
                  </a:cubicBezTo>
                  <a:lnTo>
                    <a:pt x="5113330" y="1224472"/>
                  </a:lnTo>
                  <a:lnTo>
                    <a:pt x="5078278" y="1224472"/>
                  </a:lnTo>
                  <a:lnTo>
                    <a:pt x="5078278" y="1007628"/>
                  </a:lnTo>
                  <a:cubicBezTo>
                    <a:pt x="5078278" y="932498"/>
                    <a:pt x="5036046" y="883104"/>
                    <a:pt x="4962336" y="883104"/>
                  </a:cubicBezTo>
                  <a:cubicBezTo>
                    <a:pt x="4890770" y="883104"/>
                    <a:pt x="4835680" y="937514"/>
                    <a:pt x="4835680" y="1013352"/>
                  </a:cubicBezTo>
                  <a:lnTo>
                    <a:pt x="4835680" y="1224472"/>
                  </a:lnTo>
                  <a:lnTo>
                    <a:pt x="4800600" y="1224472"/>
                  </a:lnTo>
                  <a:cubicBezTo>
                    <a:pt x="4800600" y="1224472"/>
                    <a:pt x="4800600" y="859496"/>
                    <a:pt x="4800600" y="859496"/>
                  </a:cubicBezTo>
                  <a:lnTo>
                    <a:pt x="4835680" y="859496"/>
                  </a:lnTo>
                  <a:lnTo>
                    <a:pt x="4835680" y="927483"/>
                  </a:lnTo>
                  <a:cubicBezTo>
                    <a:pt x="4860004" y="884539"/>
                    <a:pt x="4900804" y="850900"/>
                    <a:pt x="4967346" y="850900"/>
                  </a:cubicBezTo>
                  <a:close/>
                  <a:moveTo>
                    <a:pt x="4506214" y="850900"/>
                  </a:moveTo>
                  <a:cubicBezTo>
                    <a:pt x="4614272" y="850900"/>
                    <a:pt x="4693006" y="938233"/>
                    <a:pt x="4693006" y="1040551"/>
                  </a:cubicBezTo>
                  <a:lnTo>
                    <a:pt x="4693006" y="1041984"/>
                  </a:lnTo>
                  <a:cubicBezTo>
                    <a:pt x="4693006" y="1144320"/>
                    <a:pt x="4613560" y="1233068"/>
                    <a:pt x="4504792" y="1233068"/>
                  </a:cubicBezTo>
                  <a:cubicBezTo>
                    <a:pt x="4396734" y="1233068"/>
                    <a:pt x="4318000" y="1145736"/>
                    <a:pt x="4318000" y="1043417"/>
                  </a:cubicBezTo>
                  <a:lnTo>
                    <a:pt x="4318000" y="1041984"/>
                  </a:lnTo>
                  <a:cubicBezTo>
                    <a:pt x="4318000" y="939630"/>
                    <a:pt x="4397446" y="850900"/>
                    <a:pt x="4506214" y="850900"/>
                  </a:cubicBezTo>
                  <a:close/>
                  <a:moveTo>
                    <a:pt x="3604148" y="850900"/>
                  </a:moveTo>
                  <a:cubicBezTo>
                    <a:pt x="3653540" y="850900"/>
                    <a:pt x="3692888" y="864509"/>
                    <a:pt x="3719378" y="890973"/>
                  </a:cubicBezTo>
                  <a:cubicBezTo>
                    <a:pt x="3743708" y="915311"/>
                    <a:pt x="3756596" y="948957"/>
                    <a:pt x="3756596" y="994034"/>
                  </a:cubicBezTo>
                  <a:lnTo>
                    <a:pt x="3756596" y="1221615"/>
                  </a:lnTo>
                  <a:lnTo>
                    <a:pt x="3722234" y="1221615"/>
                  </a:lnTo>
                  <a:lnTo>
                    <a:pt x="3722234" y="1160786"/>
                  </a:lnTo>
                  <a:cubicBezTo>
                    <a:pt x="3697188" y="1195837"/>
                    <a:pt x="3652098" y="1230202"/>
                    <a:pt x="3582689" y="1230202"/>
                  </a:cubicBezTo>
                  <a:cubicBezTo>
                    <a:pt x="3514695" y="1230202"/>
                    <a:pt x="3441700" y="1191552"/>
                    <a:pt x="3441700" y="1115692"/>
                  </a:cubicBezTo>
                  <a:lnTo>
                    <a:pt x="3441700" y="1114269"/>
                  </a:lnTo>
                  <a:cubicBezTo>
                    <a:pt x="3441700" y="1038409"/>
                    <a:pt x="3506837" y="995474"/>
                    <a:pt x="3601291" y="995474"/>
                  </a:cubicBezTo>
                  <a:cubicBezTo>
                    <a:pt x="3652098" y="995474"/>
                    <a:pt x="3687174" y="1001919"/>
                    <a:pt x="3722234" y="1011208"/>
                  </a:cubicBezTo>
                  <a:lnTo>
                    <a:pt x="3722234" y="995474"/>
                  </a:lnTo>
                  <a:cubicBezTo>
                    <a:pt x="3722234" y="921756"/>
                    <a:pt x="3677158" y="883826"/>
                    <a:pt x="3602005" y="883826"/>
                  </a:cubicBezTo>
                  <a:cubicBezTo>
                    <a:pt x="3557643" y="883826"/>
                    <a:pt x="3521138" y="895977"/>
                    <a:pt x="3487506" y="913151"/>
                  </a:cubicBezTo>
                  <a:lnTo>
                    <a:pt x="3474633" y="882403"/>
                  </a:lnTo>
                  <a:cubicBezTo>
                    <a:pt x="3514695" y="863789"/>
                    <a:pt x="3554071" y="850900"/>
                    <a:pt x="3604148" y="850900"/>
                  </a:cubicBezTo>
                  <a:close/>
                  <a:moveTo>
                    <a:pt x="2950716" y="850900"/>
                  </a:moveTo>
                  <a:cubicBezTo>
                    <a:pt x="3014399" y="850900"/>
                    <a:pt x="3053788" y="887410"/>
                    <a:pt x="3073815" y="929627"/>
                  </a:cubicBezTo>
                  <a:cubicBezTo>
                    <a:pt x="3097444" y="888845"/>
                    <a:pt x="3136783" y="850900"/>
                    <a:pt x="3205498" y="850900"/>
                  </a:cubicBezTo>
                  <a:cubicBezTo>
                    <a:pt x="3292094" y="850900"/>
                    <a:pt x="3345763" y="911744"/>
                    <a:pt x="3345763" y="1003338"/>
                  </a:cubicBezTo>
                  <a:lnTo>
                    <a:pt x="3345763" y="1224472"/>
                  </a:lnTo>
                  <a:lnTo>
                    <a:pt x="3310716" y="1224472"/>
                  </a:lnTo>
                  <a:lnTo>
                    <a:pt x="3310716" y="1007628"/>
                  </a:lnTo>
                  <a:cubicBezTo>
                    <a:pt x="3310716" y="928918"/>
                    <a:pt x="3269896" y="883104"/>
                    <a:pt x="3202637" y="883104"/>
                  </a:cubicBezTo>
                  <a:cubicBezTo>
                    <a:pt x="3141100" y="883104"/>
                    <a:pt x="3087405" y="930353"/>
                    <a:pt x="3087405" y="1011917"/>
                  </a:cubicBezTo>
                  <a:lnTo>
                    <a:pt x="3087405" y="1224472"/>
                  </a:lnTo>
                  <a:lnTo>
                    <a:pt x="3052358" y="1224472"/>
                  </a:lnTo>
                  <a:lnTo>
                    <a:pt x="3052358" y="1005500"/>
                  </a:lnTo>
                  <a:cubicBezTo>
                    <a:pt x="3052358" y="929627"/>
                    <a:pt x="3010848" y="883104"/>
                    <a:pt x="2945709" y="883104"/>
                  </a:cubicBezTo>
                  <a:cubicBezTo>
                    <a:pt x="2880596" y="883104"/>
                    <a:pt x="2829073" y="940350"/>
                    <a:pt x="2829073" y="1014061"/>
                  </a:cubicBezTo>
                  <a:lnTo>
                    <a:pt x="2829073" y="1224472"/>
                  </a:lnTo>
                  <a:lnTo>
                    <a:pt x="2794000" y="1224472"/>
                  </a:lnTo>
                  <a:cubicBezTo>
                    <a:pt x="2794000" y="1224472"/>
                    <a:pt x="2794000" y="859496"/>
                    <a:pt x="2794000" y="859496"/>
                  </a:cubicBezTo>
                  <a:lnTo>
                    <a:pt x="2829073" y="859496"/>
                  </a:lnTo>
                  <a:lnTo>
                    <a:pt x="2829073" y="924612"/>
                  </a:lnTo>
                  <a:cubicBezTo>
                    <a:pt x="2852701" y="886701"/>
                    <a:pt x="2885603" y="850900"/>
                    <a:pt x="2950716" y="850900"/>
                  </a:cubicBezTo>
                  <a:close/>
                  <a:moveTo>
                    <a:pt x="2207514" y="850900"/>
                  </a:moveTo>
                  <a:cubicBezTo>
                    <a:pt x="2315571" y="850900"/>
                    <a:pt x="2394304" y="938233"/>
                    <a:pt x="2394304" y="1040551"/>
                  </a:cubicBezTo>
                  <a:lnTo>
                    <a:pt x="2394304" y="1041984"/>
                  </a:lnTo>
                  <a:cubicBezTo>
                    <a:pt x="2394304" y="1144320"/>
                    <a:pt x="2314859" y="1233068"/>
                    <a:pt x="2206090" y="1233068"/>
                  </a:cubicBezTo>
                  <a:cubicBezTo>
                    <a:pt x="2098033" y="1233068"/>
                    <a:pt x="2019300" y="1145736"/>
                    <a:pt x="2019300" y="1043417"/>
                  </a:cubicBezTo>
                  <a:lnTo>
                    <a:pt x="2019300" y="1041984"/>
                  </a:lnTo>
                  <a:cubicBezTo>
                    <a:pt x="2019300" y="939630"/>
                    <a:pt x="2098745" y="850900"/>
                    <a:pt x="2207514" y="850900"/>
                  </a:cubicBezTo>
                  <a:close/>
                  <a:moveTo>
                    <a:pt x="1547819" y="850900"/>
                  </a:moveTo>
                  <a:cubicBezTo>
                    <a:pt x="1591495" y="850900"/>
                    <a:pt x="1640860" y="866652"/>
                    <a:pt x="1677366" y="890990"/>
                  </a:cubicBezTo>
                  <a:lnTo>
                    <a:pt x="1658756" y="920316"/>
                  </a:lnTo>
                  <a:cubicBezTo>
                    <a:pt x="1625119" y="898137"/>
                    <a:pt x="1585040" y="883826"/>
                    <a:pt x="1546391" y="883826"/>
                  </a:cubicBezTo>
                  <a:cubicBezTo>
                    <a:pt x="1496311" y="883826"/>
                    <a:pt x="1463376" y="911027"/>
                    <a:pt x="1463376" y="947517"/>
                  </a:cubicBezTo>
                  <a:lnTo>
                    <a:pt x="1463376" y="948957"/>
                  </a:lnTo>
                  <a:cubicBezTo>
                    <a:pt x="1463376" y="989732"/>
                    <a:pt x="1512766" y="1004781"/>
                    <a:pt x="1565014" y="1019795"/>
                  </a:cubicBezTo>
                  <a:cubicBezTo>
                    <a:pt x="1623678" y="1036249"/>
                    <a:pt x="1685224" y="1057725"/>
                    <a:pt x="1685224" y="1122119"/>
                  </a:cubicBezTo>
                  <a:lnTo>
                    <a:pt x="1685224" y="1123559"/>
                  </a:lnTo>
                  <a:cubicBezTo>
                    <a:pt x="1685224" y="1188672"/>
                    <a:pt x="1629418" y="1230202"/>
                    <a:pt x="1559274" y="1230202"/>
                  </a:cubicBezTo>
                  <a:cubicBezTo>
                    <a:pt x="1506312" y="1230202"/>
                    <a:pt x="1448363" y="1208726"/>
                    <a:pt x="1409700" y="1177240"/>
                  </a:cubicBezTo>
                  <a:lnTo>
                    <a:pt x="1430466" y="1149320"/>
                  </a:lnTo>
                  <a:cubicBezTo>
                    <a:pt x="1470545" y="1180103"/>
                    <a:pt x="1514909" y="1197277"/>
                    <a:pt x="1561430" y="1197277"/>
                  </a:cubicBezTo>
                  <a:cubicBezTo>
                    <a:pt x="1610807" y="1197277"/>
                    <a:pt x="1649444" y="1170076"/>
                    <a:pt x="1649444" y="1127861"/>
                  </a:cubicBezTo>
                  <a:lnTo>
                    <a:pt x="1649444" y="1126421"/>
                  </a:lnTo>
                  <a:cubicBezTo>
                    <a:pt x="1649444" y="1083486"/>
                    <a:pt x="1603651" y="1067752"/>
                    <a:pt x="1552832" y="1053423"/>
                  </a:cubicBezTo>
                  <a:cubicBezTo>
                    <a:pt x="1493441" y="1036249"/>
                    <a:pt x="1427609" y="1018373"/>
                    <a:pt x="1427609" y="953242"/>
                  </a:cubicBezTo>
                  <a:lnTo>
                    <a:pt x="1427609" y="951819"/>
                  </a:lnTo>
                  <a:cubicBezTo>
                    <a:pt x="1427609" y="893115"/>
                    <a:pt x="1476987" y="850900"/>
                    <a:pt x="1547819" y="850900"/>
                  </a:cubicBezTo>
                  <a:close/>
                  <a:moveTo>
                    <a:pt x="1170046" y="850900"/>
                  </a:moveTo>
                  <a:cubicBezTo>
                    <a:pt x="1262374" y="850900"/>
                    <a:pt x="1316030" y="913889"/>
                    <a:pt x="1316030" y="1001194"/>
                  </a:cubicBezTo>
                  <a:lnTo>
                    <a:pt x="1316030" y="1224472"/>
                  </a:lnTo>
                  <a:lnTo>
                    <a:pt x="1280978" y="1224472"/>
                  </a:lnTo>
                  <a:lnTo>
                    <a:pt x="1280978" y="1007628"/>
                  </a:lnTo>
                  <a:cubicBezTo>
                    <a:pt x="1280978" y="932498"/>
                    <a:pt x="1238760" y="883104"/>
                    <a:pt x="1165036" y="883104"/>
                  </a:cubicBezTo>
                  <a:cubicBezTo>
                    <a:pt x="1093470" y="883104"/>
                    <a:pt x="1038381" y="937514"/>
                    <a:pt x="1038381" y="1013352"/>
                  </a:cubicBezTo>
                  <a:lnTo>
                    <a:pt x="1038381" y="1224472"/>
                  </a:lnTo>
                  <a:lnTo>
                    <a:pt x="1003300" y="1224472"/>
                  </a:lnTo>
                  <a:cubicBezTo>
                    <a:pt x="1003300" y="1224472"/>
                    <a:pt x="1003300" y="859496"/>
                    <a:pt x="1003300" y="859496"/>
                  </a:cubicBezTo>
                  <a:lnTo>
                    <a:pt x="1038381" y="859496"/>
                  </a:lnTo>
                  <a:lnTo>
                    <a:pt x="1038381" y="927483"/>
                  </a:lnTo>
                  <a:cubicBezTo>
                    <a:pt x="1062704" y="884539"/>
                    <a:pt x="1103504" y="850900"/>
                    <a:pt x="1170046" y="850900"/>
                  </a:cubicBezTo>
                  <a:close/>
                  <a:moveTo>
                    <a:pt x="721249" y="850900"/>
                  </a:moveTo>
                  <a:cubicBezTo>
                    <a:pt x="770641" y="850900"/>
                    <a:pt x="809989" y="864509"/>
                    <a:pt x="836478" y="890973"/>
                  </a:cubicBezTo>
                  <a:cubicBezTo>
                    <a:pt x="860810" y="915311"/>
                    <a:pt x="873697" y="948957"/>
                    <a:pt x="873697" y="994034"/>
                  </a:cubicBezTo>
                  <a:lnTo>
                    <a:pt x="873697" y="1221615"/>
                  </a:lnTo>
                  <a:lnTo>
                    <a:pt x="839335" y="1221615"/>
                  </a:lnTo>
                  <a:lnTo>
                    <a:pt x="839335" y="1160786"/>
                  </a:lnTo>
                  <a:cubicBezTo>
                    <a:pt x="814289" y="1195837"/>
                    <a:pt x="769198" y="1230202"/>
                    <a:pt x="699789" y="1230202"/>
                  </a:cubicBezTo>
                  <a:cubicBezTo>
                    <a:pt x="631795" y="1230202"/>
                    <a:pt x="558800" y="1191552"/>
                    <a:pt x="558800" y="1115692"/>
                  </a:cubicBezTo>
                  <a:lnTo>
                    <a:pt x="558800" y="1114269"/>
                  </a:lnTo>
                  <a:cubicBezTo>
                    <a:pt x="558800" y="1038409"/>
                    <a:pt x="623937" y="995474"/>
                    <a:pt x="718392" y="995474"/>
                  </a:cubicBezTo>
                  <a:cubicBezTo>
                    <a:pt x="769198" y="995474"/>
                    <a:pt x="804274" y="1001919"/>
                    <a:pt x="839335" y="1011208"/>
                  </a:cubicBezTo>
                  <a:lnTo>
                    <a:pt x="839335" y="995474"/>
                  </a:lnTo>
                  <a:cubicBezTo>
                    <a:pt x="839335" y="921756"/>
                    <a:pt x="794258" y="883826"/>
                    <a:pt x="719106" y="883826"/>
                  </a:cubicBezTo>
                  <a:cubicBezTo>
                    <a:pt x="674729" y="883826"/>
                    <a:pt x="638239" y="895977"/>
                    <a:pt x="604606" y="913151"/>
                  </a:cubicBezTo>
                  <a:lnTo>
                    <a:pt x="591733" y="882403"/>
                  </a:lnTo>
                  <a:cubicBezTo>
                    <a:pt x="631795" y="863789"/>
                    <a:pt x="671157" y="850900"/>
                    <a:pt x="721249" y="850900"/>
                  </a:cubicBezTo>
                  <a:close/>
                  <a:moveTo>
                    <a:pt x="3901048" y="736600"/>
                  </a:moveTo>
                  <a:lnTo>
                    <a:pt x="3936126" y="736600"/>
                  </a:lnTo>
                  <a:lnTo>
                    <a:pt x="3936126" y="853241"/>
                  </a:lnTo>
                  <a:lnTo>
                    <a:pt x="4064214" y="853241"/>
                  </a:lnTo>
                  <a:lnTo>
                    <a:pt x="4064214" y="885463"/>
                  </a:lnTo>
                  <a:lnTo>
                    <a:pt x="3936126" y="885463"/>
                  </a:lnTo>
                  <a:lnTo>
                    <a:pt x="3936126" y="1120892"/>
                  </a:lnTo>
                  <a:cubicBezTo>
                    <a:pt x="3936126" y="1173134"/>
                    <a:pt x="3966882" y="1191753"/>
                    <a:pt x="4009124" y="1191753"/>
                  </a:cubicBezTo>
                  <a:cubicBezTo>
                    <a:pt x="4027004" y="1191753"/>
                    <a:pt x="4042032" y="1188160"/>
                    <a:pt x="4062784" y="1178873"/>
                  </a:cubicBezTo>
                  <a:lnTo>
                    <a:pt x="4062784" y="1211773"/>
                  </a:lnTo>
                  <a:cubicBezTo>
                    <a:pt x="4044184" y="1220382"/>
                    <a:pt x="4026294" y="1224675"/>
                    <a:pt x="4003392" y="1224675"/>
                  </a:cubicBezTo>
                  <a:cubicBezTo>
                    <a:pt x="3946852" y="1224675"/>
                    <a:pt x="3901048" y="1193899"/>
                    <a:pt x="3901048" y="1124484"/>
                  </a:cubicBezTo>
                  <a:lnTo>
                    <a:pt x="3901048" y="885463"/>
                  </a:lnTo>
                  <a:lnTo>
                    <a:pt x="3848100" y="885463"/>
                  </a:lnTo>
                  <a:lnTo>
                    <a:pt x="3848100" y="853241"/>
                  </a:lnTo>
                  <a:lnTo>
                    <a:pt x="3901048" y="853241"/>
                  </a:lnTo>
                  <a:close/>
                  <a:moveTo>
                    <a:pt x="52948" y="736600"/>
                  </a:moveTo>
                  <a:lnTo>
                    <a:pt x="88016" y="736600"/>
                  </a:lnTo>
                  <a:lnTo>
                    <a:pt x="88016" y="853241"/>
                  </a:lnTo>
                  <a:lnTo>
                    <a:pt x="216114" y="853241"/>
                  </a:lnTo>
                  <a:lnTo>
                    <a:pt x="216114" y="885463"/>
                  </a:lnTo>
                  <a:lnTo>
                    <a:pt x="88016" y="885463"/>
                  </a:lnTo>
                  <a:lnTo>
                    <a:pt x="88016" y="1120892"/>
                  </a:lnTo>
                  <a:cubicBezTo>
                    <a:pt x="88016" y="1173134"/>
                    <a:pt x="118783" y="1191753"/>
                    <a:pt x="161025" y="1191753"/>
                  </a:cubicBezTo>
                  <a:cubicBezTo>
                    <a:pt x="178904" y="1191753"/>
                    <a:pt x="193932" y="1188160"/>
                    <a:pt x="214683" y="1178873"/>
                  </a:cubicBezTo>
                  <a:lnTo>
                    <a:pt x="214683" y="1211773"/>
                  </a:lnTo>
                  <a:cubicBezTo>
                    <a:pt x="196083" y="1220382"/>
                    <a:pt x="178194" y="1224675"/>
                    <a:pt x="155292" y="1224675"/>
                  </a:cubicBezTo>
                  <a:cubicBezTo>
                    <a:pt x="98752" y="1224675"/>
                    <a:pt x="52948" y="1193899"/>
                    <a:pt x="52948" y="1124484"/>
                  </a:cubicBezTo>
                  <a:lnTo>
                    <a:pt x="52948" y="885463"/>
                  </a:lnTo>
                  <a:lnTo>
                    <a:pt x="0" y="885463"/>
                  </a:lnTo>
                  <a:lnTo>
                    <a:pt x="0" y="853241"/>
                  </a:lnTo>
                  <a:lnTo>
                    <a:pt x="52948" y="853241"/>
                  </a:lnTo>
                  <a:close/>
                  <a:moveTo>
                    <a:pt x="4165600" y="711200"/>
                  </a:moveTo>
                  <a:lnTo>
                    <a:pt x="4209252" y="711200"/>
                  </a:lnTo>
                  <a:lnTo>
                    <a:pt x="4209252" y="759151"/>
                  </a:lnTo>
                  <a:lnTo>
                    <a:pt x="4165600" y="759151"/>
                  </a:lnTo>
                  <a:cubicBezTo>
                    <a:pt x="4165600" y="759151"/>
                    <a:pt x="4165600" y="711200"/>
                    <a:pt x="4165600" y="711200"/>
                  </a:cubicBezTo>
                  <a:close/>
                  <a:moveTo>
                    <a:pt x="1927040" y="698500"/>
                  </a:moveTo>
                  <a:cubicBezTo>
                    <a:pt x="1949223" y="698500"/>
                    <a:pt x="1964983" y="701365"/>
                    <a:pt x="1981433" y="707097"/>
                  </a:cubicBezTo>
                  <a:lnTo>
                    <a:pt x="1981433" y="740004"/>
                  </a:lnTo>
                  <a:cubicBezTo>
                    <a:pt x="1960680" y="733568"/>
                    <a:pt x="1945661" y="730702"/>
                    <a:pt x="1927040" y="730702"/>
                  </a:cubicBezTo>
                  <a:cubicBezTo>
                    <a:pt x="1876959" y="730702"/>
                    <a:pt x="1853344" y="760768"/>
                    <a:pt x="1853344" y="823011"/>
                  </a:cubicBezTo>
                  <a:lnTo>
                    <a:pt x="1853344" y="858080"/>
                  </a:lnTo>
                  <a:lnTo>
                    <a:pt x="1980713" y="858080"/>
                  </a:lnTo>
                  <a:lnTo>
                    <a:pt x="1980713" y="890306"/>
                  </a:lnTo>
                  <a:lnTo>
                    <a:pt x="1853344" y="890306"/>
                  </a:lnTo>
                  <a:lnTo>
                    <a:pt x="1853344" y="1223065"/>
                  </a:lnTo>
                  <a:lnTo>
                    <a:pt x="1818263" y="1223065"/>
                  </a:lnTo>
                  <a:cubicBezTo>
                    <a:pt x="1818263" y="1223065"/>
                    <a:pt x="1818263" y="890306"/>
                    <a:pt x="1818263" y="890306"/>
                  </a:cubicBezTo>
                  <a:lnTo>
                    <a:pt x="1765300" y="890306"/>
                  </a:lnTo>
                  <a:lnTo>
                    <a:pt x="1765300" y="858080"/>
                  </a:lnTo>
                  <a:lnTo>
                    <a:pt x="1818263" y="858080"/>
                  </a:lnTo>
                  <a:lnTo>
                    <a:pt x="1818263" y="822307"/>
                  </a:lnTo>
                  <a:cubicBezTo>
                    <a:pt x="1818263" y="780803"/>
                    <a:pt x="1829720" y="747872"/>
                    <a:pt x="1850472" y="727132"/>
                  </a:cubicBezTo>
                  <a:cubicBezTo>
                    <a:pt x="1869074" y="708505"/>
                    <a:pt x="1894840" y="698500"/>
                    <a:pt x="1927040" y="698500"/>
                  </a:cubicBezTo>
                  <a:close/>
                  <a:moveTo>
                    <a:pt x="1025142" y="174625"/>
                  </a:moveTo>
                  <a:cubicBezTo>
                    <a:pt x="949281" y="174625"/>
                    <a:pt x="876300" y="238315"/>
                    <a:pt x="876300" y="331350"/>
                  </a:cubicBezTo>
                  <a:lnTo>
                    <a:pt x="876300" y="332779"/>
                  </a:lnTo>
                  <a:cubicBezTo>
                    <a:pt x="876300" y="426528"/>
                    <a:pt x="949281" y="489504"/>
                    <a:pt x="1025142" y="489504"/>
                  </a:cubicBezTo>
                  <a:cubicBezTo>
                    <a:pt x="1104585" y="489504"/>
                    <a:pt x="1168280" y="431543"/>
                    <a:pt x="1168280" y="333493"/>
                  </a:cubicBezTo>
                  <a:lnTo>
                    <a:pt x="1168280" y="332065"/>
                  </a:lnTo>
                  <a:cubicBezTo>
                    <a:pt x="1168280" y="236172"/>
                    <a:pt x="1101719" y="174625"/>
                    <a:pt x="1025142" y="174625"/>
                  </a:cubicBezTo>
                  <a:close/>
                  <a:moveTo>
                    <a:pt x="3601643" y="171450"/>
                  </a:moveTo>
                  <a:cubicBezTo>
                    <a:pt x="3529357" y="171450"/>
                    <a:pt x="3473528" y="232277"/>
                    <a:pt x="3467100" y="313151"/>
                  </a:cubicBezTo>
                  <a:cubicBezTo>
                    <a:pt x="3467100" y="313151"/>
                    <a:pt x="3732596" y="313151"/>
                    <a:pt x="3732596" y="313151"/>
                  </a:cubicBezTo>
                  <a:cubicBezTo>
                    <a:pt x="3727582" y="239434"/>
                    <a:pt x="3685360" y="171450"/>
                    <a:pt x="3601643" y="171450"/>
                  </a:cubicBezTo>
                  <a:close/>
                  <a:moveTo>
                    <a:pt x="2344343" y="171450"/>
                  </a:moveTo>
                  <a:cubicBezTo>
                    <a:pt x="2272057" y="171450"/>
                    <a:pt x="2216228" y="232277"/>
                    <a:pt x="2209800" y="313151"/>
                  </a:cubicBezTo>
                  <a:cubicBezTo>
                    <a:pt x="2209800" y="313151"/>
                    <a:pt x="2475297" y="313151"/>
                    <a:pt x="2475297" y="313151"/>
                  </a:cubicBezTo>
                  <a:cubicBezTo>
                    <a:pt x="2470282" y="239434"/>
                    <a:pt x="2428061" y="171450"/>
                    <a:pt x="2344343" y="171450"/>
                  </a:cubicBezTo>
                  <a:close/>
                  <a:moveTo>
                    <a:pt x="1455344" y="171450"/>
                  </a:moveTo>
                  <a:cubicBezTo>
                    <a:pt x="1383057" y="171450"/>
                    <a:pt x="1327228" y="232277"/>
                    <a:pt x="1320800" y="313151"/>
                  </a:cubicBezTo>
                  <a:cubicBezTo>
                    <a:pt x="1320800" y="313151"/>
                    <a:pt x="1586298" y="313151"/>
                    <a:pt x="1586298" y="313151"/>
                  </a:cubicBezTo>
                  <a:cubicBezTo>
                    <a:pt x="1581283" y="239434"/>
                    <a:pt x="1539061" y="171450"/>
                    <a:pt x="1455344" y="171450"/>
                  </a:cubicBezTo>
                  <a:close/>
                  <a:moveTo>
                    <a:pt x="185344" y="171450"/>
                  </a:moveTo>
                  <a:cubicBezTo>
                    <a:pt x="113057" y="171450"/>
                    <a:pt x="57228" y="232277"/>
                    <a:pt x="50800" y="313151"/>
                  </a:cubicBezTo>
                  <a:cubicBezTo>
                    <a:pt x="50800" y="313151"/>
                    <a:pt x="316298" y="313151"/>
                    <a:pt x="316298" y="313151"/>
                  </a:cubicBezTo>
                  <a:cubicBezTo>
                    <a:pt x="311283" y="239434"/>
                    <a:pt x="269061" y="171450"/>
                    <a:pt x="185344" y="171450"/>
                  </a:cubicBezTo>
                  <a:close/>
                  <a:moveTo>
                    <a:pt x="1924014" y="139820"/>
                  </a:moveTo>
                  <a:lnTo>
                    <a:pt x="1924014" y="178473"/>
                  </a:lnTo>
                  <a:lnTo>
                    <a:pt x="1920433" y="178473"/>
                  </a:lnTo>
                  <a:cubicBezTo>
                    <a:pt x="1835976" y="178473"/>
                    <a:pt x="1762280" y="242169"/>
                    <a:pt x="1762280" y="360966"/>
                  </a:cubicBezTo>
                  <a:lnTo>
                    <a:pt x="1762280" y="510530"/>
                  </a:lnTo>
                  <a:lnTo>
                    <a:pt x="1727200" y="510530"/>
                  </a:lnTo>
                  <a:cubicBezTo>
                    <a:pt x="1727200" y="510530"/>
                    <a:pt x="1727200" y="145544"/>
                    <a:pt x="1727200" y="145544"/>
                  </a:cubicBezTo>
                  <a:lnTo>
                    <a:pt x="1762280" y="145544"/>
                  </a:lnTo>
                  <a:lnTo>
                    <a:pt x="1762280" y="249312"/>
                  </a:lnTo>
                  <a:cubicBezTo>
                    <a:pt x="1790891" y="184198"/>
                    <a:pt x="1851730" y="136966"/>
                    <a:pt x="1924014" y="139820"/>
                  </a:cubicBezTo>
                  <a:close/>
                  <a:moveTo>
                    <a:pt x="3602193" y="139700"/>
                  </a:moveTo>
                  <a:cubicBezTo>
                    <a:pt x="3704528" y="139700"/>
                    <a:pt x="3769644" y="222713"/>
                    <a:pt x="3769644" y="330779"/>
                  </a:cubicBezTo>
                  <a:cubicBezTo>
                    <a:pt x="3769644" y="337219"/>
                    <a:pt x="3769644" y="339377"/>
                    <a:pt x="3768936" y="345074"/>
                  </a:cubicBezTo>
                  <a:lnTo>
                    <a:pt x="3466219" y="345074"/>
                  </a:lnTo>
                  <a:cubicBezTo>
                    <a:pt x="3472653" y="435960"/>
                    <a:pt x="3537770" y="488932"/>
                    <a:pt x="3609336" y="488932"/>
                  </a:cubicBezTo>
                  <a:cubicBezTo>
                    <a:pt x="3665890" y="488932"/>
                    <a:pt x="3704528" y="463879"/>
                    <a:pt x="3734586" y="431679"/>
                  </a:cubicBezTo>
                  <a:lnTo>
                    <a:pt x="3758920" y="453157"/>
                  </a:lnTo>
                  <a:cubicBezTo>
                    <a:pt x="3721702" y="493231"/>
                    <a:pt x="3678050" y="521857"/>
                    <a:pt x="3607902" y="521857"/>
                  </a:cubicBezTo>
                  <a:cubicBezTo>
                    <a:pt x="3512032" y="521857"/>
                    <a:pt x="3429000" y="445284"/>
                    <a:pt x="3429000" y="331486"/>
                  </a:cubicBezTo>
                  <a:lnTo>
                    <a:pt x="3429000" y="330053"/>
                  </a:lnTo>
                  <a:cubicBezTo>
                    <a:pt x="3429000" y="224146"/>
                    <a:pt x="3503437" y="139700"/>
                    <a:pt x="3602193" y="139700"/>
                  </a:cubicBezTo>
                  <a:close/>
                  <a:moveTo>
                    <a:pt x="3208674" y="139700"/>
                  </a:moveTo>
                  <a:cubicBezTo>
                    <a:pt x="3277367" y="139700"/>
                    <a:pt x="3320304" y="171192"/>
                    <a:pt x="3354665" y="206966"/>
                  </a:cubicBezTo>
                  <a:lnTo>
                    <a:pt x="3329623" y="232727"/>
                  </a:lnTo>
                  <a:cubicBezTo>
                    <a:pt x="3298130" y="200526"/>
                    <a:pt x="3262357" y="172625"/>
                    <a:pt x="3207961" y="172625"/>
                  </a:cubicBezTo>
                  <a:cubicBezTo>
                    <a:pt x="3124941" y="172625"/>
                    <a:pt x="3060544" y="242033"/>
                    <a:pt x="3060544" y="329345"/>
                  </a:cubicBezTo>
                  <a:lnTo>
                    <a:pt x="3060544" y="330778"/>
                  </a:lnTo>
                  <a:cubicBezTo>
                    <a:pt x="3060544" y="418798"/>
                    <a:pt x="3127096" y="488931"/>
                    <a:pt x="3210814" y="488931"/>
                  </a:cubicBezTo>
                  <a:cubicBezTo>
                    <a:pt x="3262357" y="488931"/>
                    <a:pt x="3302425" y="462446"/>
                    <a:pt x="3333205" y="428104"/>
                  </a:cubicBezTo>
                  <a:lnTo>
                    <a:pt x="3357534" y="449565"/>
                  </a:lnTo>
                  <a:cubicBezTo>
                    <a:pt x="3320304" y="491797"/>
                    <a:pt x="3275940" y="521857"/>
                    <a:pt x="3208674" y="521857"/>
                  </a:cubicBezTo>
                  <a:cubicBezTo>
                    <a:pt x="3103480" y="521857"/>
                    <a:pt x="3022600" y="434527"/>
                    <a:pt x="3022600" y="332211"/>
                  </a:cubicBezTo>
                  <a:lnTo>
                    <a:pt x="3022600" y="330778"/>
                  </a:lnTo>
                  <a:cubicBezTo>
                    <a:pt x="3022600" y="228427"/>
                    <a:pt x="3104194" y="139700"/>
                    <a:pt x="3208674" y="139700"/>
                  </a:cubicBezTo>
                  <a:close/>
                  <a:moveTo>
                    <a:pt x="2782946" y="139700"/>
                  </a:moveTo>
                  <a:cubicBezTo>
                    <a:pt x="2875274" y="139700"/>
                    <a:pt x="2928930" y="202687"/>
                    <a:pt x="2928930" y="289990"/>
                  </a:cubicBezTo>
                  <a:lnTo>
                    <a:pt x="2928930" y="513263"/>
                  </a:lnTo>
                  <a:lnTo>
                    <a:pt x="2893878" y="513263"/>
                  </a:lnTo>
                  <a:lnTo>
                    <a:pt x="2893878" y="296406"/>
                  </a:lnTo>
                  <a:cubicBezTo>
                    <a:pt x="2893878" y="221278"/>
                    <a:pt x="2851645" y="171902"/>
                    <a:pt x="2777936" y="171902"/>
                  </a:cubicBezTo>
                  <a:cubicBezTo>
                    <a:pt x="2706370" y="171902"/>
                    <a:pt x="2651281" y="226294"/>
                    <a:pt x="2651281" y="302148"/>
                  </a:cubicBezTo>
                  <a:lnTo>
                    <a:pt x="2651281" y="513263"/>
                  </a:lnTo>
                  <a:lnTo>
                    <a:pt x="2616200" y="513263"/>
                  </a:lnTo>
                  <a:cubicBezTo>
                    <a:pt x="2616200" y="513263"/>
                    <a:pt x="2616200" y="148278"/>
                    <a:pt x="2616200" y="148278"/>
                  </a:cubicBezTo>
                  <a:lnTo>
                    <a:pt x="2651281" y="148278"/>
                  </a:lnTo>
                  <a:lnTo>
                    <a:pt x="2651281" y="216263"/>
                  </a:lnTo>
                  <a:cubicBezTo>
                    <a:pt x="2675590" y="173338"/>
                    <a:pt x="2716404" y="139700"/>
                    <a:pt x="2782946" y="139700"/>
                  </a:cubicBezTo>
                  <a:close/>
                  <a:moveTo>
                    <a:pt x="2344893" y="139700"/>
                  </a:moveTo>
                  <a:cubicBezTo>
                    <a:pt x="2447228" y="139700"/>
                    <a:pt x="2512345" y="222713"/>
                    <a:pt x="2512345" y="330779"/>
                  </a:cubicBezTo>
                  <a:cubicBezTo>
                    <a:pt x="2512345" y="337219"/>
                    <a:pt x="2512345" y="339377"/>
                    <a:pt x="2511635" y="345074"/>
                  </a:cubicBezTo>
                  <a:lnTo>
                    <a:pt x="2208919" y="345074"/>
                  </a:lnTo>
                  <a:cubicBezTo>
                    <a:pt x="2215353" y="435960"/>
                    <a:pt x="2280470" y="488932"/>
                    <a:pt x="2352037" y="488932"/>
                  </a:cubicBezTo>
                  <a:cubicBezTo>
                    <a:pt x="2408590" y="488932"/>
                    <a:pt x="2447228" y="463879"/>
                    <a:pt x="2477287" y="431679"/>
                  </a:cubicBezTo>
                  <a:lnTo>
                    <a:pt x="2501621" y="453157"/>
                  </a:lnTo>
                  <a:cubicBezTo>
                    <a:pt x="2464402" y="493231"/>
                    <a:pt x="2420749" y="521857"/>
                    <a:pt x="2350602" y="521857"/>
                  </a:cubicBezTo>
                  <a:cubicBezTo>
                    <a:pt x="2254732" y="521857"/>
                    <a:pt x="2171700" y="445284"/>
                    <a:pt x="2171700" y="331486"/>
                  </a:cubicBezTo>
                  <a:lnTo>
                    <a:pt x="2171700" y="330053"/>
                  </a:lnTo>
                  <a:cubicBezTo>
                    <a:pt x="2171700" y="224146"/>
                    <a:pt x="2246137" y="139700"/>
                    <a:pt x="2344893" y="139700"/>
                  </a:cubicBezTo>
                  <a:close/>
                  <a:moveTo>
                    <a:pt x="2019300" y="139700"/>
                  </a:moveTo>
                  <a:lnTo>
                    <a:pt x="2054359" y="139700"/>
                  </a:lnTo>
                  <a:lnTo>
                    <a:pt x="2054359" y="504677"/>
                  </a:lnTo>
                  <a:lnTo>
                    <a:pt x="2019300" y="504677"/>
                  </a:lnTo>
                  <a:cubicBezTo>
                    <a:pt x="2019300" y="504677"/>
                    <a:pt x="2019300" y="139700"/>
                    <a:pt x="2019300" y="139700"/>
                  </a:cubicBezTo>
                  <a:close/>
                  <a:moveTo>
                    <a:pt x="1455892" y="139700"/>
                  </a:moveTo>
                  <a:cubicBezTo>
                    <a:pt x="1558227" y="139700"/>
                    <a:pt x="1623344" y="222713"/>
                    <a:pt x="1623344" y="330779"/>
                  </a:cubicBezTo>
                  <a:cubicBezTo>
                    <a:pt x="1623344" y="337219"/>
                    <a:pt x="1623344" y="339377"/>
                    <a:pt x="1622634" y="345074"/>
                  </a:cubicBezTo>
                  <a:lnTo>
                    <a:pt x="1319919" y="345074"/>
                  </a:lnTo>
                  <a:cubicBezTo>
                    <a:pt x="1326353" y="435960"/>
                    <a:pt x="1391470" y="488932"/>
                    <a:pt x="1463036" y="488932"/>
                  </a:cubicBezTo>
                  <a:cubicBezTo>
                    <a:pt x="1519590" y="488932"/>
                    <a:pt x="1558227" y="463879"/>
                    <a:pt x="1588286" y="431679"/>
                  </a:cubicBezTo>
                  <a:lnTo>
                    <a:pt x="1612620" y="453157"/>
                  </a:lnTo>
                  <a:cubicBezTo>
                    <a:pt x="1575402" y="493231"/>
                    <a:pt x="1531749" y="521857"/>
                    <a:pt x="1461601" y="521857"/>
                  </a:cubicBezTo>
                  <a:cubicBezTo>
                    <a:pt x="1365732" y="521857"/>
                    <a:pt x="1282700" y="445284"/>
                    <a:pt x="1282700" y="331486"/>
                  </a:cubicBezTo>
                  <a:lnTo>
                    <a:pt x="1282700" y="330053"/>
                  </a:lnTo>
                  <a:cubicBezTo>
                    <a:pt x="1282700" y="224146"/>
                    <a:pt x="1357137" y="139700"/>
                    <a:pt x="1455892" y="139700"/>
                  </a:cubicBezTo>
                  <a:close/>
                  <a:moveTo>
                    <a:pt x="1023545" y="139700"/>
                  </a:moveTo>
                  <a:cubicBezTo>
                    <a:pt x="1111582" y="139700"/>
                    <a:pt x="1201029" y="210538"/>
                    <a:pt x="1201029" y="329346"/>
                  </a:cubicBezTo>
                  <a:lnTo>
                    <a:pt x="1201029" y="330769"/>
                  </a:lnTo>
                  <a:cubicBezTo>
                    <a:pt x="1201029" y="449578"/>
                    <a:pt x="1111582" y="521861"/>
                    <a:pt x="1023545" y="521861"/>
                  </a:cubicBezTo>
                  <a:cubicBezTo>
                    <a:pt x="950559" y="521861"/>
                    <a:pt x="903324" y="480330"/>
                    <a:pt x="873273" y="434529"/>
                  </a:cubicBezTo>
                  <a:lnTo>
                    <a:pt x="873273" y="627767"/>
                  </a:lnTo>
                  <a:lnTo>
                    <a:pt x="838200" y="627767"/>
                  </a:lnTo>
                  <a:cubicBezTo>
                    <a:pt x="838200" y="627767"/>
                    <a:pt x="838200" y="148287"/>
                    <a:pt x="838200" y="148287"/>
                  </a:cubicBezTo>
                  <a:lnTo>
                    <a:pt x="873273" y="148287"/>
                  </a:lnTo>
                  <a:lnTo>
                    <a:pt x="873273" y="229857"/>
                  </a:lnTo>
                  <a:cubicBezTo>
                    <a:pt x="904752" y="181909"/>
                    <a:pt x="951265" y="139700"/>
                    <a:pt x="1023545" y="139700"/>
                  </a:cubicBezTo>
                  <a:close/>
                  <a:moveTo>
                    <a:pt x="399409" y="139700"/>
                  </a:moveTo>
                  <a:lnTo>
                    <a:pt x="443064" y="139700"/>
                  </a:lnTo>
                  <a:lnTo>
                    <a:pt x="565439" y="294274"/>
                  </a:lnTo>
                  <a:lnTo>
                    <a:pt x="689261" y="139700"/>
                  </a:lnTo>
                  <a:lnTo>
                    <a:pt x="731484" y="139700"/>
                  </a:lnTo>
                  <a:lnTo>
                    <a:pt x="587624" y="317896"/>
                  </a:lnTo>
                  <a:lnTo>
                    <a:pt x="737209" y="504677"/>
                  </a:lnTo>
                  <a:lnTo>
                    <a:pt x="693539" y="504677"/>
                  </a:lnTo>
                  <a:cubicBezTo>
                    <a:pt x="693539" y="504677"/>
                    <a:pt x="564723" y="342228"/>
                    <a:pt x="564723" y="342228"/>
                  </a:cubicBezTo>
                  <a:lnTo>
                    <a:pt x="435923" y="504677"/>
                  </a:lnTo>
                  <a:lnTo>
                    <a:pt x="393700" y="504677"/>
                  </a:lnTo>
                  <a:lnTo>
                    <a:pt x="542538" y="318606"/>
                  </a:lnTo>
                  <a:close/>
                  <a:moveTo>
                    <a:pt x="185893" y="139700"/>
                  </a:moveTo>
                  <a:cubicBezTo>
                    <a:pt x="288228" y="139700"/>
                    <a:pt x="353345" y="222713"/>
                    <a:pt x="353345" y="330779"/>
                  </a:cubicBezTo>
                  <a:cubicBezTo>
                    <a:pt x="353345" y="337219"/>
                    <a:pt x="353345" y="339377"/>
                    <a:pt x="352635" y="345074"/>
                  </a:cubicBezTo>
                  <a:lnTo>
                    <a:pt x="49919" y="345074"/>
                  </a:lnTo>
                  <a:cubicBezTo>
                    <a:pt x="56353" y="435960"/>
                    <a:pt x="121470" y="488932"/>
                    <a:pt x="193037" y="488932"/>
                  </a:cubicBezTo>
                  <a:cubicBezTo>
                    <a:pt x="249590" y="488932"/>
                    <a:pt x="288228" y="463879"/>
                    <a:pt x="318287" y="431679"/>
                  </a:cubicBezTo>
                  <a:lnTo>
                    <a:pt x="342621" y="453157"/>
                  </a:lnTo>
                  <a:cubicBezTo>
                    <a:pt x="305402" y="493231"/>
                    <a:pt x="261749" y="521857"/>
                    <a:pt x="191602" y="521857"/>
                  </a:cubicBezTo>
                  <a:cubicBezTo>
                    <a:pt x="95732" y="521857"/>
                    <a:pt x="12700" y="445284"/>
                    <a:pt x="12700" y="331486"/>
                  </a:cubicBezTo>
                  <a:lnTo>
                    <a:pt x="12700" y="330053"/>
                  </a:lnTo>
                  <a:cubicBezTo>
                    <a:pt x="12700" y="224146"/>
                    <a:pt x="87137" y="139700"/>
                    <a:pt x="185893" y="139700"/>
                  </a:cubicBezTo>
                  <a:close/>
                  <a:moveTo>
                    <a:pt x="2019300" y="0"/>
                  </a:moveTo>
                  <a:lnTo>
                    <a:pt x="2062954" y="0"/>
                  </a:lnTo>
                  <a:lnTo>
                    <a:pt x="2062954" y="47951"/>
                  </a:lnTo>
                  <a:lnTo>
                    <a:pt x="2019300" y="47951"/>
                  </a:lnTo>
                  <a:cubicBezTo>
                    <a:pt x="2019300" y="47951"/>
                    <a:pt x="2019300" y="0"/>
                    <a:pt x="2019300" y="0"/>
                  </a:cubicBezTo>
                  <a:close/>
                </a:path>
              </a:pathLst>
            </a:custGeom>
            <a:solidFill>
              <a:schemeClr val="tx2"/>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grpSp>
    </p:spTree>
  </p:cSld>
  <p:clrMapOvr>
    <a:masterClrMapping/>
  </p:clrMapOvr>
  <p:extLst>
    <p:ext uri="{DCECCB84-F9BA-43D5-87BE-67443E8EF086}">
      <p15:sldGuideLst xmlns:p15="http://schemas.microsoft.com/office/powerpoint/2012/main">
        <p15:guide id="4" pos="3681">
          <p15:clr>
            <a:srgbClr val="9FCC3B"/>
          </p15:clr>
        </p15:guide>
        <p15:guide id="5" pos="4135" userDrawn="1">
          <p15:clr>
            <a:srgbClr val="9FCC3B"/>
          </p15:clr>
        </p15:guide>
        <p15:guide id="8" orient="horz" pos="2228">
          <p15:clr>
            <a:srgbClr val="9FCC3B"/>
          </p15:clr>
        </p15:guide>
        <p15:guide id="9" orient="horz" pos="2546">
          <p15:clr>
            <a:srgbClr val="9FCC3B"/>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ramed Diagonal Image">
    <p:spTree>
      <p:nvGrpSpPr>
        <p:cNvPr id="1" name=""/>
        <p:cNvGrpSpPr/>
        <p:nvPr/>
      </p:nvGrpSpPr>
      <p:grpSpPr>
        <a:xfrm>
          <a:off x="0" y="0"/>
          <a:ext cx="0" cy="0"/>
          <a:chOff x="0" y="0"/>
          <a:chExt cx="0" cy="0"/>
        </a:xfrm>
      </p:grpSpPr>
      <p:sp>
        <p:nvSpPr>
          <p:cNvPr id="26" name="Picture Placeholder 25"/>
          <p:cNvSpPr>
            <a:spLocks noGrp="1"/>
          </p:cNvSpPr>
          <p:nvPr>
            <p:ph type="pic" sz="quarter" idx="34" hasCustomPrompt="1"/>
          </p:nvPr>
        </p:nvSpPr>
        <p:spPr>
          <a:xfrm>
            <a:off x="-1" y="0"/>
            <a:ext cx="7598764" cy="6858000"/>
          </a:xfrm>
          <a:custGeom>
            <a:avLst/>
            <a:gdLst>
              <a:gd name="connsiteX0" fmla="*/ 0 w 7598764"/>
              <a:gd name="connsiteY0" fmla="*/ 0 h 6489000"/>
              <a:gd name="connsiteX1" fmla="*/ 7598764 w 7598764"/>
              <a:gd name="connsiteY1" fmla="*/ 0 h 6489000"/>
              <a:gd name="connsiteX2" fmla="*/ 6165998 w 7598764"/>
              <a:gd name="connsiteY2" fmla="*/ 6489000 h 6489000"/>
              <a:gd name="connsiteX3" fmla="*/ 0 w 7598764"/>
              <a:gd name="connsiteY3" fmla="*/ 6489000 h 6489000"/>
            </a:gdLst>
            <a:ahLst/>
            <a:cxnLst>
              <a:cxn ang="0">
                <a:pos x="connsiteX0" y="connsiteY0"/>
              </a:cxn>
              <a:cxn ang="0">
                <a:pos x="connsiteX1" y="connsiteY1"/>
              </a:cxn>
              <a:cxn ang="0">
                <a:pos x="connsiteX2" y="connsiteY2"/>
              </a:cxn>
              <a:cxn ang="0">
                <a:pos x="connsiteX3" y="connsiteY3"/>
              </a:cxn>
            </a:cxnLst>
            <a:rect l="l" t="t" r="r" b="b"/>
            <a:pathLst>
              <a:path w="7598764" h="6489000">
                <a:moveTo>
                  <a:pt x="0" y="0"/>
                </a:moveTo>
                <a:lnTo>
                  <a:pt x="7598764" y="0"/>
                </a:lnTo>
                <a:lnTo>
                  <a:pt x="6165998" y="6489000"/>
                </a:lnTo>
                <a:lnTo>
                  <a:pt x="0" y="6489000"/>
                </a:lnTo>
                <a:close/>
              </a:path>
            </a:pathLst>
          </a:custGeom>
          <a:solidFill>
            <a:schemeClr val="tx1">
              <a:alpha val="3000"/>
            </a:schemeClr>
          </a:solidFill>
        </p:spPr>
        <p:txBody>
          <a:bodyPr wrap="square" anchor="ctr">
            <a:noAutofit/>
          </a:bodyPr>
          <a:lstStyle>
            <a:lvl1pPr marL="0" indent="0" algn="ctr">
              <a:buNone/>
              <a:defRPr/>
            </a:lvl1pPr>
          </a:lstStyle>
          <a:p>
            <a:r>
              <a:rPr lang="en-US"/>
              <a:t>Add Picture</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2" name="Title 1"/>
          <p:cNvSpPr>
            <a:spLocks noGrp="1"/>
          </p:cNvSpPr>
          <p:nvPr>
            <p:ph type="title" hasCustomPrompt="1"/>
          </p:nvPr>
        </p:nvSpPr>
        <p:spPr>
          <a:xfrm>
            <a:off x="7536675" y="1951200"/>
            <a:ext cx="3600000" cy="1329595"/>
          </a:xfrm>
        </p:spPr>
        <p:txBody>
          <a:bodyPr wrap="square" anchor="t">
            <a:spAutoFit/>
          </a:bodyPr>
          <a:lstStyle>
            <a:lvl1pPr algn="r">
              <a:defRPr sz="4800"/>
            </a:lvl1pPr>
          </a:lstStyle>
          <a:p>
            <a:r>
              <a:rPr lang="en-US"/>
              <a:t>Add Title</a:t>
            </a:r>
            <a:br>
              <a:rPr lang="en-US"/>
            </a:br>
            <a:r>
              <a:rPr lang="en-US"/>
              <a:t>–</a:t>
            </a:r>
          </a:p>
        </p:txBody>
      </p:sp>
      <p:sp>
        <p:nvSpPr>
          <p:cNvPr id="23" name="Text Placeholder 5"/>
          <p:cNvSpPr>
            <a:spLocks noGrp="1"/>
          </p:cNvSpPr>
          <p:nvPr>
            <p:ph type="body" sz="quarter" idx="28" hasCustomPrompt="1"/>
          </p:nvPr>
        </p:nvSpPr>
        <p:spPr>
          <a:xfrm>
            <a:off x="7068675" y="4112613"/>
            <a:ext cx="4068000" cy="1296000"/>
          </a:xfrm>
        </p:spPr>
        <p:txBody>
          <a:bodyPr/>
          <a:lstStyle>
            <a:lvl1pPr marL="0" indent="0" algn="r">
              <a:buNone/>
              <a:defRPr/>
            </a:lvl1pPr>
          </a:lstStyle>
          <a:p>
            <a:pPr lvl="0"/>
            <a:r>
              <a:rPr lang="en-US"/>
              <a:t>Add text</a:t>
            </a:r>
          </a:p>
        </p:txBody>
      </p:sp>
      <p:grpSp>
        <p:nvGrpSpPr>
          <p:cNvPr id="8" name="Group 7"/>
          <p:cNvGrpSpPr>
            <a:grpSpLocks noChangeAspect="1"/>
          </p:cNvGrpSpPr>
          <p:nvPr userDrawn="1"/>
        </p:nvGrpSpPr>
        <p:grpSpPr>
          <a:xfrm>
            <a:off x="10204157" y="1125000"/>
            <a:ext cx="932518" cy="360000"/>
            <a:chOff x="4961326" y="3094445"/>
            <a:chExt cx="2360926" cy="911439"/>
          </a:xfrm>
        </p:grpSpPr>
        <p:sp>
          <p:nvSpPr>
            <p:cNvPr id="9" name="Shape"/>
            <p:cNvSpPr>
              <a:spLocks noChangeAspect="1"/>
            </p:cNvSpPr>
            <p:nvPr/>
          </p:nvSpPr>
          <p:spPr>
            <a:xfrm>
              <a:off x="4961326" y="3205157"/>
              <a:ext cx="1287656" cy="800727"/>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lnTo>
                    <a:pt x="9703" y="4617"/>
                  </a:lnTo>
                  <a:lnTo>
                    <a:pt x="8346" y="4617"/>
                  </a:lnTo>
                  <a:lnTo>
                    <a:pt x="8346" y="6000"/>
                  </a:lnTo>
                  <a:lnTo>
                    <a:pt x="9703" y="6000"/>
                  </a:lnTo>
                  <a:lnTo>
                    <a:pt x="9697" y="13713"/>
                  </a:lnTo>
                  <a:cubicBezTo>
                    <a:pt x="9697" y="16671"/>
                    <a:pt x="10651" y="17555"/>
                    <a:pt x="11949" y="17555"/>
                  </a:cubicBezTo>
                  <a:lnTo>
                    <a:pt x="11949" y="15945"/>
                  </a:lnTo>
                  <a:cubicBezTo>
                    <a:pt x="11628" y="15945"/>
                    <a:pt x="10698" y="15945"/>
                    <a:pt x="10698" y="13713"/>
                  </a:cubicBezTo>
                  <a:lnTo>
                    <a:pt x="10698" y="6000"/>
                  </a:lnTo>
                  <a:lnTo>
                    <a:pt x="12276" y="6000"/>
                  </a:lnTo>
                  <a:lnTo>
                    <a:pt x="12276" y="4617"/>
                  </a:lnTo>
                  <a:lnTo>
                    <a:pt x="10698" y="4617"/>
                  </a:lnTo>
                  <a:lnTo>
                    <a:pt x="10698" y="0"/>
                  </a:lnTo>
                  <a:cubicBezTo>
                    <a:pt x="10698" y="0"/>
                    <a:pt x="9703" y="0"/>
                    <a:pt x="9703" y="0"/>
                  </a:cubicBezTo>
                  <a:close/>
                  <a:moveTo>
                    <a:pt x="15899" y="4949"/>
                  </a:moveTo>
                  <a:cubicBezTo>
                    <a:pt x="15388" y="5383"/>
                    <a:pt x="14936" y="6034"/>
                    <a:pt x="14543" y="6903"/>
                  </a:cubicBezTo>
                  <a:lnTo>
                    <a:pt x="14543" y="4617"/>
                  </a:lnTo>
                  <a:lnTo>
                    <a:pt x="13548" y="4617"/>
                  </a:lnTo>
                  <a:lnTo>
                    <a:pt x="13548" y="21600"/>
                  </a:lnTo>
                  <a:lnTo>
                    <a:pt x="14543" y="21600"/>
                  </a:lnTo>
                  <a:lnTo>
                    <a:pt x="14543" y="14914"/>
                  </a:lnTo>
                  <a:cubicBezTo>
                    <a:pt x="14959" y="15730"/>
                    <a:pt x="15426" y="16343"/>
                    <a:pt x="15942" y="16754"/>
                  </a:cubicBezTo>
                  <a:cubicBezTo>
                    <a:pt x="16457" y="17166"/>
                    <a:pt x="17023" y="17372"/>
                    <a:pt x="17638" y="17372"/>
                  </a:cubicBezTo>
                  <a:cubicBezTo>
                    <a:pt x="18732" y="17372"/>
                    <a:pt x="19665" y="16733"/>
                    <a:pt x="20439" y="15457"/>
                  </a:cubicBezTo>
                  <a:cubicBezTo>
                    <a:pt x="21213" y="14181"/>
                    <a:pt x="21600" y="12629"/>
                    <a:pt x="21600" y="10800"/>
                  </a:cubicBezTo>
                  <a:cubicBezTo>
                    <a:pt x="21600" y="9010"/>
                    <a:pt x="21210" y="7478"/>
                    <a:pt x="20428" y="6206"/>
                  </a:cubicBezTo>
                  <a:cubicBezTo>
                    <a:pt x="19648" y="4933"/>
                    <a:pt x="18708" y="4297"/>
                    <a:pt x="17610" y="4297"/>
                  </a:cubicBezTo>
                  <a:cubicBezTo>
                    <a:pt x="16981" y="4297"/>
                    <a:pt x="16410" y="4514"/>
                    <a:pt x="15899" y="4949"/>
                  </a:cubicBezTo>
                  <a:moveTo>
                    <a:pt x="15993" y="15235"/>
                  </a:moveTo>
                  <a:cubicBezTo>
                    <a:pt x="15504" y="14794"/>
                    <a:pt x="15128" y="14196"/>
                    <a:pt x="14865" y="13443"/>
                  </a:cubicBezTo>
                  <a:cubicBezTo>
                    <a:pt x="14603" y="12690"/>
                    <a:pt x="14472" y="11841"/>
                    <a:pt x="14472" y="10897"/>
                  </a:cubicBezTo>
                  <a:cubicBezTo>
                    <a:pt x="14472" y="9459"/>
                    <a:pt x="14766" y="8256"/>
                    <a:pt x="15355" y="7290"/>
                  </a:cubicBezTo>
                  <a:cubicBezTo>
                    <a:pt x="15943" y="6323"/>
                    <a:pt x="16667" y="5840"/>
                    <a:pt x="17528" y="5840"/>
                  </a:cubicBezTo>
                  <a:cubicBezTo>
                    <a:pt x="18081" y="5840"/>
                    <a:pt x="18591" y="6059"/>
                    <a:pt x="19059" y="6496"/>
                  </a:cubicBezTo>
                  <a:cubicBezTo>
                    <a:pt x="19527" y="6934"/>
                    <a:pt x="19899" y="7549"/>
                    <a:pt x="20176" y="8340"/>
                  </a:cubicBezTo>
                  <a:cubicBezTo>
                    <a:pt x="20453" y="9132"/>
                    <a:pt x="20591" y="9969"/>
                    <a:pt x="20591" y="10851"/>
                  </a:cubicBezTo>
                  <a:cubicBezTo>
                    <a:pt x="20591" y="11727"/>
                    <a:pt x="20451" y="12564"/>
                    <a:pt x="20172" y="13363"/>
                  </a:cubicBezTo>
                  <a:cubicBezTo>
                    <a:pt x="19894" y="14162"/>
                    <a:pt x="19519" y="14784"/>
                    <a:pt x="19049" y="15229"/>
                  </a:cubicBezTo>
                  <a:cubicBezTo>
                    <a:pt x="18578" y="15675"/>
                    <a:pt x="18076" y="15897"/>
                    <a:pt x="17542" y="15897"/>
                  </a:cubicBezTo>
                  <a:cubicBezTo>
                    <a:pt x="16998" y="15897"/>
                    <a:pt x="16482" y="15677"/>
                    <a:pt x="15993" y="15235"/>
                  </a:cubicBezTo>
                  <a:moveTo>
                    <a:pt x="2351" y="4949"/>
                  </a:moveTo>
                  <a:cubicBezTo>
                    <a:pt x="1840" y="5383"/>
                    <a:pt x="1388" y="6034"/>
                    <a:pt x="995" y="6903"/>
                  </a:cubicBezTo>
                  <a:lnTo>
                    <a:pt x="995" y="4617"/>
                  </a:lnTo>
                  <a:lnTo>
                    <a:pt x="0" y="4617"/>
                  </a:lnTo>
                  <a:lnTo>
                    <a:pt x="0" y="21600"/>
                  </a:lnTo>
                  <a:lnTo>
                    <a:pt x="995" y="21600"/>
                  </a:lnTo>
                  <a:lnTo>
                    <a:pt x="995" y="14914"/>
                  </a:lnTo>
                  <a:cubicBezTo>
                    <a:pt x="1411" y="15730"/>
                    <a:pt x="1878" y="16343"/>
                    <a:pt x="2394" y="16754"/>
                  </a:cubicBezTo>
                  <a:cubicBezTo>
                    <a:pt x="2909" y="17166"/>
                    <a:pt x="3475" y="17372"/>
                    <a:pt x="4090" y="17372"/>
                  </a:cubicBezTo>
                  <a:cubicBezTo>
                    <a:pt x="5184" y="17372"/>
                    <a:pt x="6117" y="16733"/>
                    <a:pt x="6891" y="15457"/>
                  </a:cubicBezTo>
                  <a:cubicBezTo>
                    <a:pt x="7665" y="14181"/>
                    <a:pt x="8052" y="12629"/>
                    <a:pt x="8052" y="10800"/>
                  </a:cubicBezTo>
                  <a:cubicBezTo>
                    <a:pt x="8052" y="9010"/>
                    <a:pt x="7662" y="7478"/>
                    <a:pt x="6881" y="6206"/>
                  </a:cubicBezTo>
                  <a:cubicBezTo>
                    <a:pt x="6100" y="4933"/>
                    <a:pt x="5160" y="4297"/>
                    <a:pt x="4062" y="4297"/>
                  </a:cubicBezTo>
                  <a:cubicBezTo>
                    <a:pt x="3433" y="4297"/>
                    <a:pt x="2862" y="4514"/>
                    <a:pt x="2351" y="4949"/>
                  </a:cubicBezTo>
                  <a:moveTo>
                    <a:pt x="2445" y="15235"/>
                  </a:moveTo>
                  <a:cubicBezTo>
                    <a:pt x="1955" y="14794"/>
                    <a:pt x="1580" y="14196"/>
                    <a:pt x="1317" y="13443"/>
                  </a:cubicBezTo>
                  <a:cubicBezTo>
                    <a:pt x="1055" y="12690"/>
                    <a:pt x="924" y="11841"/>
                    <a:pt x="924" y="10897"/>
                  </a:cubicBezTo>
                  <a:cubicBezTo>
                    <a:pt x="924" y="9459"/>
                    <a:pt x="1218" y="8256"/>
                    <a:pt x="1806" y="7290"/>
                  </a:cubicBezTo>
                  <a:cubicBezTo>
                    <a:pt x="2395" y="6323"/>
                    <a:pt x="3119" y="5840"/>
                    <a:pt x="3980" y="5840"/>
                  </a:cubicBezTo>
                  <a:cubicBezTo>
                    <a:pt x="4533" y="5840"/>
                    <a:pt x="5043" y="6059"/>
                    <a:pt x="5511" y="6496"/>
                  </a:cubicBezTo>
                  <a:cubicBezTo>
                    <a:pt x="5979" y="6934"/>
                    <a:pt x="6352" y="7549"/>
                    <a:pt x="6628" y="8340"/>
                  </a:cubicBezTo>
                  <a:cubicBezTo>
                    <a:pt x="6904" y="9132"/>
                    <a:pt x="7043" y="9969"/>
                    <a:pt x="7043" y="10851"/>
                  </a:cubicBezTo>
                  <a:cubicBezTo>
                    <a:pt x="7043" y="11727"/>
                    <a:pt x="6903" y="12564"/>
                    <a:pt x="6625" y="13363"/>
                  </a:cubicBezTo>
                  <a:cubicBezTo>
                    <a:pt x="6346" y="14162"/>
                    <a:pt x="5971" y="14784"/>
                    <a:pt x="5501" y="15229"/>
                  </a:cubicBezTo>
                  <a:cubicBezTo>
                    <a:pt x="5030" y="15675"/>
                    <a:pt x="4528" y="15897"/>
                    <a:pt x="3994" y="15897"/>
                  </a:cubicBezTo>
                  <a:cubicBezTo>
                    <a:pt x="3450" y="15897"/>
                    <a:pt x="2934" y="15677"/>
                    <a:pt x="2445" y="15235"/>
                  </a:cubicBezTo>
                </a:path>
              </a:pathLst>
            </a:custGeom>
            <a:gradFill flip="none" rotWithShape="1">
              <a:gsLst>
                <a:gs pos="0">
                  <a:schemeClr val="accent1"/>
                </a:gs>
                <a:gs pos="99000">
                  <a:schemeClr val="accent3"/>
                </a:gs>
              </a:gsLst>
              <a:lin ang="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3" name="Shape"/>
            <p:cNvSpPr>
              <a:spLocks noChangeAspect="1"/>
            </p:cNvSpPr>
            <p:nvPr/>
          </p:nvSpPr>
          <p:spPr>
            <a:xfrm>
              <a:off x="6213599" y="3094445"/>
              <a:ext cx="396152" cy="386779"/>
            </a:xfrm>
            <a:custGeom>
              <a:avLst/>
              <a:gdLst/>
              <a:ahLst/>
              <a:cxnLst>
                <a:cxn ang="0">
                  <a:pos x="wd2" y="hd2"/>
                </a:cxn>
                <a:cxn ang="5400000">
                  <a:pos x="wd2" y="hd2"/>
                </a:cxn>
                <a:cxn ang="10800000">
                  <a:pos x="wd2" y="hd2"/>
                </a:cxn>
                <a:cxn ang="16200000">
                  <a:pos x="wd2" y="hd2"/>
                </a:cxn>
              </a:cxnLst>
              <a:rect l="0" t="0" r="r" b="b"/>
              <a:pathLst>
                <a:path w="21600" h="21600" extrusionOk="0">
                  <a:moveTo>
                    <a:pt x="18074" y="2541"/>
                  </a:moveTo>
                  <a:cubicBezTo>
                    <a:pt x="18074" y="1138"/>
                    <a:pt x="16963" y="0"/>
                    <a:pt x="15593" y="0"/>
                  </a:cubicBezTo>
                  <a:cubicBezTo>
                    <a:pt x="14223" y="0"/>
                    <a:pt x="13112" y="1138"/>
                    <a:pt x="13112" y="2541"/>
                  </a:cubicBezTo>
                  <a:cubicBezTo>
                    <a:pt x="13112" y="3944"/>
                    <a:pt x="14223" y="5081"/>
                    <a:pt x="15593" y="5081"/>
                  </a:cubicBezTo>
                  <a:cubicBezTo>
                    <a:pt x="16963" y="5081"/>
                    <a:pt x="18074" y="3944"/>
                    <a:pt x="18074" y="2541"/>
                  </a:cubicBezTo>
                  <a:moveTo>
                    <a:pt x="21353" y="6907"/>
                  </a:moveTo>
                  <a:cubicBezTo>
                    <a:pt x="21353" y="5615"/>
                    <a:pt x="20330" y="4568"/>
                    <a:pt x="19069" y="4568"/>
                  </a:cubicBezTo>
                  <a:cubicBezTo>
                    <a:pt x="17807" y="4568"/>
                    <a:pt x="16785" y="5615"/>
                    <a:pt x="16785" y="6907"/>
                  </a:cubicBezTo>
                  <a:cubicBezTo>
                    <a:pt x="16785" y="8199"/>
                    <a:pt x="17807" y="9247"/>
                    <a:pt x="19069" y="9247"/>
                  </a:cubicBezTo>
                  <a:cubicBezTo>
                    <a:pt x="20330" y="9247"/>
                    <a:pt x="21353" y="8199"/>
                    <a:pt x="21353" y="6907"/>
                  </a:cubicBezTo>
                  <a:moveTo>
                    <a:pt x="21600" y="12564"/>
                  </a:moveTo>
                  <a:cubicBezTo>
                    <a:pt x="21600" y="11383"/>
                    <a:pt x="20665" y="10426"/>
                    <a:pt x="19512" y="10426"/>
                  </a:cubicBezTo>
                  <a:cubicBezTo>
                    <a:pt x="18359" y="10426"/>
                    <a:pt x="17424" y="11383"/>
                    <a:pt x="17424" y="12564"/>
                  </a:cubicBezTo>
                  <a:cubicBezTo>
                    <a:pt x="17424" y="13745"/>
                    <a:pt x="18359" y="14703"/>
                    <a:pt x="19512" y="14703"/>
                  </a:cubicBezTo>
                  <a:cubicBezTo>
                    <a:pt x="20665" y="14703"/>
                    <a:pt x="21600" y="13745"/>
                    <a:pt x="21600" y="12564"/>
                  </a:cubicBezTo>
                  <a:moveTo>
                    <a:pt x="18721" y="17456"/>
                  </a:moveTo>
                  <a:cubicBezTo>
                    <a:pt x="18721" y="16386"/>
                    <a:pt x="17874" y="15519"/>
                    <a:pt x="16829" y="15519"/>
                  </a:cubicBezTo>
                  <a:cubicBezTo>
                    <a:pt x="15785" y="15519"/>
                    <a:pt x="14938" y="16386"/>
                    <a:pt x="14938" y="17456"/>
                  </a:cubicBezTo>
                  <a:cubicBezTo>
                    <a:pt x="14938" y="18526"/>
                    <a:pt x="15785" y="19394"/>
                    <a:pt x="16829" y="19394"/>
                  </a:cubicBezTo>
                  <a:cubicBezTo>
                    <a:pt x="17874" y="19394"/>
                    <a:pt x="18721" y="18526"/>
                    <a:pt x="18721" y="17456"/>
                  </a:cubicBezTo>
                  <a:moveTo>
                    <a:pt x="13462" y="19864"/>
                  </a:moveTo>
                  <a:cubicBezTo>
                    <a:pt x="13462" y="18905"/>
                    <a:pt x="12703" y="18127"/>
                    <a:pt x="11767" y="18127"/>
                  </a:cubicBezTo>
                  <a:cubicBezTo>
                    <a:pt x="10831" y="18127"/>
                    <a:pt x="10072" y="18905"/>
                    <a:pt x="10072" y="19864"/>
                  </a:cubicBezTo>
                  <a:cubicBezTo>
                    <a:pt x="10072" y="20822"/>
                    <a:pt x="10831" y="21600"/>
                    <a:pt x="11767" y="21600"/>
                  </a:cubicBezTo>
                  <a:cubicBezTo>
                    <a:pt x="12703" y="21600"/>
                    <a:pt x="13462" y="20822"/>
                    <a:pt x="13462" y="19864"/>
                  </a:cubicBezTo>
                  <a:moveTo>
                    <a:pt x="7784" y="18974"/>
                  </a:moveTo>
                  <a:cubicBezTo>
                    <a:pt x="7784" y="18126"/>
                    <a:pt x="7113" y="17439"/>
                    <a:pt x="6285" y="17439"/>
                  </a:cubicBezTo>
                  <a:cubicBezTo>
                    <a:pt x="5457" y="17439"/>
                    <a:pt x="4786" y="18126"/>
                    <a:pt x="4786" y="18974"/>
                  </a:cubicBezTo>
                  <a:cubicBezTo>
                    <a:pt x="4786" y="19821"/>
                    <a:pt x="5457" y="20509"/>
                    <a:pt x="6285" y="20509"/>
                  </a:cubicBezTo>
                  <a:cubicBezTo>
                    <a:pt x="7113" y="20509"/>
                    <a:pt x="7784" y="19821"/>
                    <a:pt x="7784" y="18974"/>
                  </a:cubicBezTo>
                  <a:moveTo>
                    <a:pt x="3692" y="15169"/>
                  </a:moveTo>
                  <a:cubicBezTo>
                    <a:pt x="3692" y="14432"/>
                    <a:pt x="3108" y="13834"/>
                    <a:pt x="2389" y="13834"/>
                  </a:cubicBezTo>
                  <a:cubicBezTo>
                    <a:pt x="1670" y="13834"/>
                    <a:pt x="1087" y="14432"/>
                    <a:pt x="1087" y="15169"/>
                  </a:cubicBezTo>
                  <a:cubicBezTo>
                    <a:pt x="1087" y="15905"/>
                    <a:pt x="1670" y="16503"/>
                    <a:pt x="2389" y="16503"/>
                  </a:cubicBezTo>
                  <a:cubicBezTo>
                    <a:pt x="3108" y="16503"/>
                    <a:pt x="3692" y="15905"/>
                    <a:pt x="3692" y="15169"/>
                  </a:cubicBezTo>
                  <a:moveTo>
                    <a:pt x="2212" y="9834"/>
                  </a:moveTo>
                  <a:cubicBezTo>
                    <a:pt x="2212" y="9208"/>
                    <a:pt x="1717" y="8701"/>
                    <a:pt x="1106" y="8701"/>
                  </a:cubicBezTo>
                  <a:cubicBezTo>
                    <a:pt x="495" y="8701"/>
                    <a:pt x="0" y="9208"/>
                    <a:pt x="0" y="9834"/>
                  </a:cubicBezTo>
                  <a:cubicBezTo>
                    <a:pt x="0" y="10460"/>
                    <a:pt x="495" y="10967"/>
                    <a:pt x="1106" y="10967"/>
                  </a:cubicBezTo>
                  <a:cubicBezTo>
                    <a:pt x="1717" y="10967"/>
                    <a:pt x="2212" y="10460"/>
                    <a:pt x="2212" y="9834"/>
                  </a:cubicBezTo>
                  <a:moveTo>
                    <a:pt x="3905" y="4548"/>
                  </a:moveTo>
                  <a:cubicBezTo>
                    <a:pt x="3905" y="5062"/>
                    <a:pt x="3498" y="5480"/>
                    <a:pt x="2996" y="5480"/>
                  </a:cubicBezTo>
                  <a:cubicBezTo>
                    <a:pt x="2493" y="5480"/>
                    <a:pt x="2086" y="5062"/>
                    <a:pt x="2086" y="4548"/>
                  </a:cubicBezTo>
                  <a:cubicBezTo>
                    <a:pt x="2086" y="4033"/>
                    <a:pt x="2493" y="3616"/>
                    <a:pt x="2996" y="3616"/>
                  </a:cubicBezTo>
                  <a:cubicBezTo>
                    <a:pt x="3498" y="3616"/>
                    <a:pt x="3905" y="4033"/>
                    <a:pt x="3905" y="4548"/>
                  </a:cubicBezTo>
                </a:path>
              </a:pathLst>
            </a:custGeom>
            <a:gradFill flip="none" rotWithShape="1">
              <a:gsLst>
                <a:gs pos="0">
                  <a:schemeClr val="accent1"/>
                </a:gs>
                <a:gs pos="99000">
                  <a:schemeClr val="accent3"/>
                </a:gs>
              </a:gsLst>
              <a:lin ang="1080000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4" name="Freeform 13"/>
            <p:cNvSpPr>
              <a:spLocks noChangeAspect="1"/>
            </p:cNvSpPr>
            <p:nvPr/>
          </p:nvSpPr>
          <p:spPr>
            <a:xfrm>
              <a:off x="6331691" y="3608639"/>
              <a:ext cx="990561" cy="238871"/>
            </a:xfrm>
            <a:custGeom>
              <a:avLst/>
              <a:gdLst>
                <a:gd name="connsiteX0" fmla="*/ 3600029 w 5113330"/>
                <a:gd name="connsiteY0" fmla="*/ 1025525 h 1233068"/>
                <a:gd name="connsiteX1" fmla="*/ 3479800 w 5113330"/>
                <a:gd name="connsiteY1" fmla="*/ 1110682 h 1233068"/>
                <a:gd name="connsiteX2" fmla="*/ 3479800 w 5113330"/>
                <a:gd name="connsiteY2" fmla="*/ 1112117 h 1233068"/>
                <a:gd name="connsiteX3" fmla="*/ 3585704 w 5113330"/>
                <a:gd name="connsiteY3" fmla="*/ 1195839 h 1233068"/>
                <a:gd name="connsiteX4" fmla="*/ 3723828 w 5113330"/>
                <a:gd name="connsiteY4" fmla="*/ 1083487 h 1233068"/>
                <a:gd name="connsiteX5" fmla="*/ 3723828 w 5113330"/>
                <a:gd name="connsiteY5" fmla="*/ 1041981 h 1233068"/>
                <a:gd name="connsiteX6" fmla="*/ 3600029 w 5113330"/>
                <a:gd name="connsiteY6" fmla="*/ 1025525 h 1233068"/>
                <a:gd name="connsiteX7" fmla="*/ 717129 w 5113330"/>
                <a:gd name="connsiteY7" fmla="*/ 1025525 h 1233068"/>
                <a:gd name="connsiteX8" fmla="*/ 596900 w 5113330"/>
                <a:gd name="connsiteY8" fmla="*/ 1110682 h 1233068"/>
                <a:gd name="connsiteX9" fmla="*/ 596900 w 5113330"/>
                <a:gd name="connsiteY9" fmla="*/ 1112117 h 1233068"/>
                <a:gd name="connsiteX10" fmla="*/ 702815 w 5113330"/>
                <a:gd name="connsiteY10" fmla="*/ 1195839 h 1233068"/>
                <a:gd name="connsiteX11" fmla="*/ 840928 w 5113330"/>
                <a:gd name="connsiteY11" fmla="*/ 1083487 h 1233068"/>
                <a:gd name="connsiteX12" fmla="*/ 840928 w 5113330"/>
                <a:gd name="connsiteY12" fmla="*/ 1041981 h 1233068"/>
                <a:gd name="connsiteX13" fmla="*/ 717129 w 5113330"/>
                <a:gd name="connsiteY13" fmla="*/ 1025525 h 1233068"/>
                <a:gd name="connsiteX14" fmla="*/ 4504942 w 5113330"/>
                <a:gd name="connsiteY14" fmla="*/ 882650 h 1233068"/>
                <a:gd name="connsiteX15" fmla="*/ 4356100 w 5113330"/>
                <a:gd name="connsiteY15" fmla="*/ 1039371 h 1233068"/>
                <a:gd name="connsiteX16" fmla="*/ 4356100 w 5113330"/>
                <a:gd name="connsiteY16" fmla="*/ 1040806 h 1233068"/>
                <a:gd name="connsiteX17" fmla="*/ 4506382 w 5113330"/>
                <a:gd name="connsiteY17" fmla="*/ 1198962 h 1233068"/>
                <a:gd name="connsiteX18" fmla="*/ 4655224 w 5113330"/>
                <a:gd name="connsiteY18" fmla="*/ 1042241 h 1233068"/>
                <a:gd name="connsiteX19" fmla="*/ 4655224 w 5113330"/>
                <a:gd name="connsiteY19" fmla="*/ 1040806 h 1233068"/>
                <a:gd name="connsiteX20" fmla="*/ 4504942 w 5113330"/>
                <a:gd name="connsiteY20" fmla="*/ 882650 h 1233068"/>
                <a:gd name="connsiteX21" fmla="*/ 2206242 w 5113330"/>
                <a:gd name="connsiteY21" fmla="*/ 882650 h 1233068"/>
                <a:gd name="connsiteX22" fmla="*/ 2057400 w 5113330"/>
                <a:gd name="connsiteY22" fmla="*/ 1039371 h 1233068"/>
                <a:gd name="connsiteX23" fmla="*/ 2057400 w 5113330"/>
                <a:gd name="connsiteY23" fmla="*/ 1040806 h 1233068"/>
                <a:gd name="connsiteX24" fmla="*/ 2207682 w 5113330"/>
                <a:gd name="connsiteY24" fmla="*/ 1198962 h 1233068"/>
                <a:gd name="connsiteX25" fmla="*/ 2356524 w 5113330"/>
                <a:gd name="connsiteY25" fmla="*/ 1042241 h 1233068"/>
                <a:gd name="connsiteX26" fmla="*/ 2356524 w 5113330"/>
                <a:gd name="connsiteY26" fmla="*/ 1040806 h 1233068"/>
                <a:gd name="connsiteX27" fmla="*/ 2206242 w 5113330"/>
                <a:gd name="connsiteY27" fmla="*/ 882650 h 1233068"/>
                <a:gd name="connsiteX28" fmla="*/ 4178300 w 5113330"/>
                <a:gd name="connsiteY28" fmla="*/ 863600 h 1233068"/>
                <a:gd name="connsiteX29" fmla="*/ 4213360 w 5113330"/>
                <a:gd name="connsiteY29" fmla="*/ 863600 h 1233068"/>
                <a:gd name="connsiteX30" fmla="*/ 4213360 w 5113330"/>
                <a:gd name="connsiteY30" fmla="*/ 1228577 h 1233068"/>
                <a:gd name="connsiteX31" fmla="*/ 4178300 w 5113330"/>
                <a:gd name="connsiteY31" fmla="*/ 1228577 h 1233068"/>
                <a:gd name="connsiteX32" fmla="*/ 4178300 w 5113330"/>
                <a:gd name="connsiteY32" fmla="*/ 863600 h 1233068"/>
                <a:gd name="connsiteX33" fmla="*/ 2698695 w 5113330"/>
                <a:gd name="connsiteY33" fmla="*/ 851020 h 1233068"/>
                <a:gd name="connsiteX34" fmla="*/ 2698695 w 5113330"/>
                <a:gd name="connsiteY34" fmla="*/ 889676 h 1233068"/>
                <a:gd name="connsiteX35" fmla="*/ 2695133 w 5113330"/>
                <a:gd name="connsiteY35" fmla="*/ 889676 h 1233068"/>
                <a:gd name="connsiteX36" fmla="*/ 2536977 w 5113330"/>
                <a:gd name="connsiteY36" fmla="*/ 1072160 h 1233068"/>
                <a:gd name="connsiteX37" fmla="*/ 2536977 w 5113330"/>
                <a:gd name="connsiteY37" fmla="*/ 1221731 h 1233068"/>
                <a:gd name="connsiteX38" fmla="*/ 2501900 w 5113330"/>
                <a:gd name="connsiteY38" fmla="*/ 1221731 h 1233068"/>
                <a:gd name="connsiteX39" fmla="*/ 2501900 w 5113330"/>
                <a:gd name="connsiteY39" fmla="*/ 856745 h 1233068"/>
                <a:gd name="connsiteX40" fmla="*/ 2536977 w 5113330"/>
                <a:gd name="connsiteY40" fmla="*/ 856745 h 1233068"/>
                <a:gd name="connsiteX41" fmla="*/ 2536977 w 5113330"/>
                <a:gd name="connsiteY41" fmla="*/ 960501 h 1233068"/>
                <a:gd name="connsiteX42" fmla="*/ 2698695 w 5113330"/>
                <a:gd name="connsiteY42" fmla="*/ 851020 h 1233068"/>
                <a:gd name="connsiteX43" fmla="*/ 514314 w 5113330"/>
                <a:gd name="connsiteY43" fmla="*/ 851020 h 1233068"/>
                <a:gd name="connsiteX44" fmla="*/ 514314 w 5113330"/>
                <a:gd name="connsiteY44" fmla="*/ 889676 h 1233068"/>
                <a:gd name="connsiteX45" fmla="*/ 510733 w 5113330"/>
                <a:gd name="connsiteY45" fmla="*/ 889676 h 1233068"/>
                <a:gd name="connsiteX46" fmla="*/ 352571 w 5113330"/>
                <a:gd name="connsiteY46" fmla="*/ 1072160 h 1233068"/>
                <a:gd name="connsiteX47" fmla="*/ 352571 w 5113330"/>
                <a:gd name="connsiteY47" fmla="*/ 1221731 h 1233068"/>
                <a:gd name="connsiteX48" fmla="*/ 317500 w 5113330"/>
                <a:gd name="connsiteY48" fmla="*/ 1221731 h 1233068"/>
                <a:gd name="connsiteX49" fmla="*/ 317500 w 5113330"/>
                <a:gd name="connsiteY49" fmla="*/ 856745 h 1233068"/>
                <a:gd name="connsiteX50" fmla="*/ 352571 w 5113330"/>
                <a:gd name="connsiteY50" fmla="*/ 856745 h 1233068"/>
                <a:gd name="connsiteX51" fmla="*/ 352571 w 5113330"/>
                <a:gd name="connsiteY51" fmla="*/ 960501 h 1233068"/>
                <a:gd name="connsiteX52" fmla="*/ 514314 w 5113330"/>
                <a:gd name="connsiteY52" fmla="*/ 851020 h 1233068"/>
                <a:gd name="connsiteX53" fmla="*/ 4967346 w 5113330"/>
                <a:gd name="connsiteY53" fmla="*/ 850900 h 1233068"/>
                <a:gd name="connsiteX54" fmla="*/ 5113330 w 5113330"/>
                <a:gd name="connsiteY54" fmla="*/ 1001194 h 1233068"/>
                <a:gd name="connsiteX55" fmla="*/ 5113330 w 5113330"/>
                <a:gd name="connsiteY55" fmla="*/ 1224472 h 1233068"/>
                <a:gd name="connsiteX56" fmla="*/ 5078278 w 5113330"/>
                <a:gd name="connsiteY56" fmla="*/ 1224472 h 1233068"/>
                <a:gd name="connsiteX57" fmla="*/ 5078278 w 5113330"/>
                <a:gd name="connsiteY57" fmla="*/ 1007628 h 1233068"/>
                <a:gd name="connsiteX58" fmla="*/ 4962336 w 5113330"/>
                <a:gd name="connsiteY58" fmla="*/ 883104 h 1233068"/>
                <a:gd name="connsiteX59" fmla="*/ 4835680 w 5113330"/>
                <a:gd name="connsiteY59" fmla="*/ 1013352 h 1233068"/>
                <a:gd name="connsiteX60" fmla="*/ 4835680 w 5113330"/>
                <a:gd name="connsiteY60" fmla="*/ 1224472 h 1233068"/>
                <a:gd name="connsiteX61" fmla="*/ 4800600 w 5113330"/>
                <a:gd name="connsiteY61" fmla="*/ 1224472 h 1233068"/>
                <a:gd name="connsiteX62" fmla="*/ 4800600 w 5113330"/>
                <a:gd name="connsiteY62" fmla="*/ 859496 h 1233068"/>
                <a:gd name="connsiteX63" fmla="*/ 4835680 w 5113330"/>
                <a:gd name="connsiteY63" fmla="*/ 859496 h 1233068"/>
                <a:gd name="connsiteX64" fmla="*/ 4835680 w 5113330"/>
                <a:gd name="connsiteY64" fmla="*/ 927483 h 1233068"/>
                <a:gd name="connsiteX65" fmla="*/ 4967346 w 5113330"/>
                <a:gd name="connsiteY65" fmla="*/ 850900 h 1233068"/>
                <a:gd name="connsiteX66" fmla="*/ 4506214 w 5113330"/>
                <a:gd name="connsiteY66" fmla="*/ 850900 h 1233068"/>
                <a:gd name="connsiteX67" fmla="*/ 4693006 w 5113330"/>
                <a:gd name="connsiteY67" fmla="*/ 1040551 h 1233068"/>
                <a:gd name="connsiteX68" fmla="*/ 4693006 w 5113330"/>
                <a:gd name="connsiteY68" fmla="*/ 1041984 h 1233068"/>
                <a:gd name="connsiteX69" fmla="*/ 4504792 w 5113330"/>
                <a:gd name="connsiteY69" fmla="*/ 1233068 h 1233068"/>
                <a:gd name="connsiteX70" fmla="*/ 4318000 w 5113330"/>
                <a:gd name="connsiteY70" fmla="*/ 1043417 h 1233068"/>
                <a:gd name="connsiteX71" fmla="*/ 4318000 w 5113330"/>
                <a:gd name="connsiteY71" fmla="*/ 1041984 h 1233068"/>
                <a:gd name="connsiteX72" fmla="*/ 4506214 w 5113330"/>
                <a:gd name="connsiteY72" fmla="*/ 850900 h 1233068"/>
                <a:gd name="connsiteX73" fmla="*/ 3604148 w 5113330"/>
                <a:gd name="connsiteY73" fmla="*/ 850900 h 1233068"/>
                <a:gd name="connsiteX74" fmla="*/ 3719378 w 5113330"/>
                <a:gd name="connsiteY74" fmla="*/ 890973 h 1233068"/>
                <a:gd name="connsiteX75" fmla="*/ 3756596 w 5113330"/>
                <a:gd name="connsiteY75" fmla="*/ 994034 h 1233068"/>
                <a:gd name="connsiteX76" fmla="*/ 3756596 w 5113330"/>
                <a:gd name="connsiteY76" fmla="*/ 1221615 h 1233068"/>
                <a:gd name="connsiteX77" fmla="*/ 3722234 w 5113330"/>
                <a:gd name="connsiteY77" fmla="*/ 1221615 h 1233068"/>
                <a:gd name="connsiteX78" fmla="*/ 3722234 w 5113330"/>
                <a:gd name="connsiteY78" fmla="*/ 1160786 h 1233068"/>
                <a:gd name="connsiteX79" fmla="*/ 3582689 w 5113330"/>
                <a:gd name="connsiteY79" fmla="*/ 1230202 h 1233068"/>
                <a:gd name="connsiteX80" fmla="*/ 3441700 w 5113330"/>
                <a:gd name="connsiteY80" fmla="*/ 1115692 h 1233068"/>
                <a:gd name="connsiteX81" fmla="*/ 3441700 w 5113330"/>
                <a:gd name="connsiteY81" fmla="*/ 1114269 h 1233068"/>
                <a:gd name="connsiteX82" fmla="*/ 3601291 w 5113330"/>
                <a:gd name="connsiteY82" fmla="*/ 995474 h 1233068"/>
                <a:gd name="connsiteX83" fmla="*/ 3722234 w 5113330"/>
                <a:gd name="connsiteY83" fmla="*/ 1011208 h 1233068"/>
                <a:gd name="connsiteX84" fmla="*/ 3722234 w 5113330"/>
                <a:gd name="connsiteY84" fmla="*/ 995474 h 1233068"/>
                <a:gd name="connsiteX85" fmla="*/ 3602005 w 5113330"/>
                <a:gd name="connsiteY85" fmla="*/ 883826 h 1233068"/>
                <a:gd name="connsiteX86" fmla="*/ 3487506 w 5113330"/>
                <a:gd name="connsiteY86" fmla="*/ 913151 h 1233068"/>
                <a:gd name="connsiteX87" fmla="*/ 3474633 w 5113330"/>
                <a:gd name="connsiteY87" fmla="*/ 882403 h 1233068"/>
                <a:gd name="connsiteX88" fmla="*/ 3604148 w 5113330"/>
                <a:gd name="connsiteY88" fmla="*/ 850900 h 1233068"/>
                <a:gd name="connsiteX89" fmla="*/ 2950716 w 5113330"/>
                <a:gd name="connsiteY89" fmla="*/ 850900 h 1233068"/>
                <a:gd name="connsiteX90" fmla="*/ 3073815 w 5113330"/>
                <a:gd name="connsiteY90" fmla="*/ 929627 h 1233068"/>
                <a:gd name="connsiteX91" fmla="*/ 3205498 w 5113330"/>
                <a:gd name="connsiteY91" fmla="*/ 850900 h 1233068"/>
                <a:gd name="connsiteX92" fmla="*/ 3345763 w 5113330"/>
                <a:gd name="connsiteY92" fmla="*/ 1003338 h 1233068"/>
                <a:gd name="connsiteX93" fmla="*/ 3345763 w 5113330"/>
                <a:gd name="connsiteY93" fmla="*/ 1224472 h 1233068"/>
                <a:gd name="connsiteX94" fmla="*/ 3310716 w 5113330"/>
                <a:gd name="connsiteY94" fmla="*/ 1224472 h 1233068"/>
                <a:gd name="connsiteX95" fmla="*/ 3310716 w 5113330"/>
                <a:gd name="connsiteY95" fmla="*/ 1007628 h 1233068"/>
                <a:gd name="connsiteX96" fmla="*/ 3202637 w 5113330"/>
                <a:gd name="connsiteY96" fmla="*/ 883104 h 1233068"/>
                <a:gd name="connsiteX97" fmla="*/ 3087405 w 5113330"/>
                <a:gd name="connsiteY97" fmla="*/ 1011917 h 1233068"/>
                <a:gd name="connsiteX98" fmla="*/ 3087405 w 5113330"/>
                <a:gd name="connsiteY98" fmla="*/ 1224472 h 1233068"/>
                <a:gd name="connsiteX99" fmla="*/ 3052358 w 5113330"/>
                <a:gd name="connsiteY99" fmla="*/ 1224472 h 1233068"/>
                <a:gd name="connsiteX100" fmla="*/ 3052358 w 5113330"/>
                <a:gd name="connsiteY100" fmla="*/ 1005500 h 1233068"/>
                <a:gd name="connsiteX101" fmla="*/ 2945709 w 5113330"/>
                <a:gd name="connsiteY101" fmla="*/ 883104 h 1233068"/>
                <a:gd name="connsiteX102" fmla="*/ 2829073 w 5113330"/>
                <a:gd name="connsiteY102" fmla="*/ 1014061 h 1233068"/>
                <a:gd name="connsiteX103" fmla="*/ 2829073 w 5113330"/>
                <a:gd name="connsiteY103" fmla="*/ 1224472 h 1233068"/>
                <a:gd name="connsiteX104" fmla="*/ 2794000 w 5113330"/>
                <a:gd name="connsiteY104" fmla="*/ 1224472 h 1233068"/>
                <a:gd name="connsiteX105" fmla="*/ 2794000 w 5113330"/>
                <a:gd name="connsiteY105" fmla="*/ 859496 h 1233068"/>
                <a:gd name="connsiteX106" fmla="*/ 2829073 w 5113330"/>
                <a:gd name="connsiteY106" fmla="*/ 859496 h 1233068"/>
                <a:gd name="connsiteX107" fmla="*/ 2829073 w 5113330"/>
                <a:gd name="connsiteY107" fmla="*/ 924612 h 1233068"/>
                <a:gd name="connsiteX108" fmla="*/ 2950716 w 5113330"/>
                <a:gd name="connsiteY108" fmla="*/ 850900 h 1233068"/>
                <a:gd name="connsiteX109" fmla="*/ 2207514 w 5113330"/>
                <a:gd name="connsiteY109" fmla="*/ 850900 h 1233068"/>
                <a:gd name="connsiteX110" fmla="*/ 2394304 w 5113330"/>
                <a:gd name="connsiteY110" fmla="*/ 1040551 h 1233068"/>
                <a:gd name="connsiteX111" fmla="*/ 2394304 w 5113330"/>
                <a:gd name="connsiteY111" fmla="*/ 1041984 h 1233068"/>
                <a:gd name="connsiteX112" fmla="*/ 2206090 w 5113330"/>
                <a:gd name="connsiteY112" fmla="*/ 1233068 h 1233068"/>
                <a:gd name="connsiteX113" fmla="*/ 2019300 w 5113330"/>
                <a:gd name="connsiteY113" fmla="*/ 1043417 h 1233068"/>
                <a:gd name="connsiteX114" fmla="*/ 2019300 w 5113330"/>
                <a:gd name="connsiteY114" fmla="*/ 1041984 h 1233068"/>
                <a:gd name="connsiteX115" fmla="*/ 2207514 w 5113330"/>
                <a:gd name="connsiteY115" fmla="*/ 850900 h 1233068"/>
                <a:gd name="connsiteX116" fmla="*/ 1547819 w 5113330"/>
                <a:gd name="connsiteY116" fmla="*/ 850900 h 1233068"/>
                <a:gd name="connsiteX117" fmla="*/ 1677366 w 5113330"/>
                <a:gd name="connsiteY117" fmla="*/ 890990 h 1233068"/>
                <a:gd name="connsiteX118" fmla="*/ 1658756 w 5113330"/>
                <a:gd name="connsiteY118" fmla="*/ 920316 h 1233068"/>
                <a:gd name="connsiteX119" fmla="*/ 1546391 w 5113330"/>
                <a:gd name="connsiteY119" fmla="*/ 883826 h 1233068"/>
                <a:gd name="connsiteX120" fmla="*/ 1463376 w 5113330"/>
                <a:gd name="connsiteY120" fmla="*/ 947517 h 1233068"/>
                <a:gd name="connsiteX121" fmla="*/ 1463376 w 5113330"/>
                <a:gd name="connsiteY121" fmla="*/ 948957 h 1233068"/>
                <a:gd name="connsiteX122" fmla="*/ 1565014 w 5113330"/>
                <a:gd name="connsiteY122" fmla="*/ 1019795 h 1233068"/>
                <a:gd name="connsiteX123" fmla="*/ 1685224 w 5113330"/>
                <a:gd name="connsiteY123" fmla="*/ 1122119 h 1233068"/>
                <a:gd name="connsiteX124" fmla="*/ 1685224 w 5113330"/>
                <a:gd name="connsiteY124" fmla="*/ 1123559 h 1233068"/>
                <a:gd name="connsiteX125" fmla="*/ 1559274 w 5113330"/>
                <a:gd name="connsiteY125" fmla="*/ 1230202 h 1233068"/>
                <a:gd name="connsiteX126" fmla="*/ 1409700 w 5113330"/>
                <a:gd name="connsiteY126" fmla="*/ 1177240 h 1233068"/>
                <a:gd name="connsiteX127" fmla="*/ 1430466 w 5113330"/>
                <a:gd name="connsiteY127" fmla="*/ 1149320 h 1233068"/>
                <a:gd name="connsiteX128" fmla="*/ 1561430 w 5113330"/>
                <a:gd name="connsiteY128" fmla="*/ 1197277 h 1233068"/>
                <a:gd name="connsiteX129" fmla="*/ 1649444 w 5113330"/>
                <a:gd name="connsiteY129" fmla="*/ 1127861 h 1233068"/>
                <a:gd name="connsiteX130" fmla="*/ 1649444 w 5113330"/>
                <a:gd name="connsiteY130" fmla="*/ 1126421 h 1233068"/>
                <a:gd name="connsiteX131" fmla="*/ 1552832 w 5113330"/>
                <a:gd name="connsiteY131" fmla="*/ 1053423 h 1233068"/>
                <a:gd name="connsiteX132" fmla="*/ 1427609 w 5113330"/>
                <a:gd name="connsiteY132" fmla="*/ 953242 h 1233068"/>
                <a:gd name="connsiteX133" fmla="*/ 1427609 w 5113330"/>
                <a:gd name="connsiteY133" fmla="*/ 951819 h 1233068"/>
                <a:gd name="connsiteX134" fmla="*/ 1547819 w 5113330"/>
                <a:gd name="connsiteY134" fmla="*/ 850900 h 1233068"/>
                <a:gd name="connsiteX135" fmla="*/ 1170046 w 5113330"/>
                <a:gd name="connsiteY135" fmla="*/ 850900 h 1233068"/>
                <a:gd name="connsiteX136" fmla="*/ 1316030 w 5113330"/>
                <a:gd name="connsiteY136" fmla="*/ 1001194 h 1233068"/>
                <a:gd name="connsiteX137" fmla="*/ 1316030 w 5113330"/>
                <a:gd name="connsiteY137" fmla="*/ 1224472 h 1233068"/>
                <a:gd name="connsiteX138" fmla="*/ 1280978 w 5113330"/>
                <a:gd name="connsiteY138" fmla="*/ 1224472 h 1233068"/>
                <a:gd name="connsiteX139" fmla="*/ 1280978 w 5113330"/>
                <a:gd name="connsiteY139" fmla="*/ 1007628 h 1233068"/>
                <a:gd name="connsiteX140" fmla="*/ 1165036 w 5113330"/>
                <a:gd name="connsiteY140" fmla="*/ 883104 h 1233068"/>
                <a:gd name="connsiteX141" fmla="*/ 1038381 w 5113330"/>
                <a:gd name="connsiteY141" fmla="*/ 1013352 h 1233068"/>
                <a:gd name="connsiteX142" fmla="*/ 1038381 w 5113330"/>
                <a:gd name="connsiteY142" fmla="*/ 1224472 h 1233068"/>
                <a:gd name="connsiteX143" fmla="*/ 1003300 w 5113330"/>
                <a:gd name="connsiteY143" fmla="*/ 1224472 h 1233068"/>
                <a:gd name="connsiteX144" fmla="*/ 1003300 w 5113330"/>
                <a:gd name="connsiteY144" fmla="*/ 859496 h 1233068"/>
                <a:gd name="connsiteX145" fmla="*/ 1038381 w 5113330"/>
                <a:gd name="connsiteY145" fmla="*/ 859496 h 1233068"/>
                <a:gd name="connsiteX146" fmla="*/ 1038381 w 5113330"/>
                <a:gd name="connsiteY146" fmla="*/ 927483 h 1233068"/>
                <a:gd name="connsiteX147" fmla="*/ 1170046 w 5113330"/>
                <a:gd name="connsiteY147" fmla="*/ 850900 h 1233068"/>
                <a:gd name="connsiteX148" fmla="*/ 721249 w 5113330"/>
                <a:gd name="connsiteY148" fmla="*/ 850900 h 1233068"/>
                <a:gd name="connsiteX149" fmla="*/ 836478 w 5113330"/>
                <a:gd name="connsiteY149" fmla="*/ 890973 h 1233068"/>
                <a:gd name="connsiteX150" fmla="*/ 873697 w 5113330"/>
                <a:gd name="connsiteY150" fmla="*/ 994034 h 1233068"/>
                <a:gd name="connsiteX151" fmla="*/ 873697 w 5113330"/>
                <a:gd name="connsiteY151" fmla="*/ 1221615 h 1233068"/>
                <a:gd name="connsiteX152" fmla="*/ 839335 w 5113330"/>
                <a:gd name="connsiteY152" fmla="*/ 1221615 h 1233068"/>
                <a:gd name="connsiteX153" fmla="*/ 839335 w 5113330"/>
                <a:gd name="connsiteY153" fmla="*/ 1160786 h 1233068"/>
                <a:gd name="connsiteX154" fmla="*/ 699789 w 5113330"/>
                <a:gd name="connsiteY154" fmla="*/ 1230202 h 1233068"/>
                <a:gd name="connsiteX155" fmla="*/ 558800 w 5113330"/>
                <a:gd name="connsiteY155" fmla="*/ 1115692 h 1233068"/>
                <a:gd name="connsiteX156" fmla="*/ 558800 w 5113330"/>
                <a:gd name="connsiteY156" fmla="*/ 1114269 h 1233068"/>
                <a:gd name="connsiteX157" fmla="*/ 718392 w 5113330"/>
                <a:gd name="connsiteY157" fmla="*/ 995474 h 1233068"/>
                <a:gd name="connsiteX158" fmla="*/ 839335 w 5113330"/>
                <a:gd name="connsiteY158" fmla="*/ 1011208 h 1233068"/>
                <a:gd name="connsiteX159" fmla="*/ 839335 w 5113330"/>
                <a:gd name="connsiteY159" fmla="*/ 995474 h 1233068"/>
                <a:gd name="connsiteX160" fmla="*/ 719106 w 5113330"/>
                <a:gd name="connsiteY160" fmla="*/ 883826 h 1233068"/>
                <a:gd name="connsiteX161" fmla="*/ 604606 w 5113330"/>
                <a:gd name="connsiteY161" fmla="*/ 913151 h 1233068"/>
                <a:gd name="connsiteX162" fmla="*/ 591733 w 5113330"/>
                <a:gd name="connsiteY162" fmla="*/ 882403 h 1233068"/>
                <a:gd name="connsiteX163" fmla="*/ 721249 w 5113330"/>
                <a:gd name="connsiteY163" fmla="*/ 850900 h 1233068"/>
                <a:gd name="connsiteX164" fmla="*/ 3901048 w 5113330"/>
                <a:gd name="connsiteY164" fmla="*/ 736600 h 1233068"/>
                <a:gd name="connsiteX165" fmla="*/ 3936126 w 5113330"/>
                <a:gd name="connsiteY165" fmla="*/ 736600 h 1233068"/>
                <a:gd name="connsiteX166" fmla="*/ 3936126 w 5113330"/>
                <a:gd name="connsiteY166" fmla="*/ 853241 h 1233068"/>
                <a:gd name="connsiteX167" fmla="*/ 4064214 w 5113330"/>
                <a:gd name="connsiteY167" fmla="*/ 853241 h 1233068"/>
                <a:gd name="connsiteX168" fmla="*/ 4064214 w 5113330"/>
                <a:gd name="connsiteY168" fmla="*/ 885463 h 1233068"/>
                <a:gd name="connsiteX169" fmla="*/ 3936126 w 5113330"/>
                <a:gd name="connsiteY169" fmla="*/ 885463 h 1233068"/>
                <a:gd name="connsiteX170" fmla="*/ 3936126 w 5113330"/>
                <a:gd name="connsiteY170" fmla="*/ 1120892 h 1233068"/>
                <a:gd name="connsiteX171" fmla="*/ 4009124 w 5113330"/>
                <a:gd name="connsiteY171" fmla="*/ 1191753 h 1233068"/>
                <a:gd name="connsiteX172" fmla="*/ 4062784 w 5113330"/>
                <a:gd name="connsiteY172" fmla="*/ 1178873 h 1233068"/>
                <a:gd name="connsiteX173" fmla="*/ 4062784 w 5113330"/>
                <a:gd name="connsiteY173" fmla="*/ 1211773 h 1233068"/>
                <a:gd name="connsiteX174" fmla="*/ 4003392 w 5113330"/>
                <a:gd name="connsiteY174" fmla="*/ 1224675 h 1233068"/>
                <a:gd name="connsiteX175" fmla="*/ 3901048 w 5113330"/>
                <a:gd name="connsiteY175" fmla="*/ 1124484 h 1233068"/>
                <a:gd name="connsiteX176" fmla="*/ 3901048 w 5113330"/>
                <a:gd name="connsiteY176" fmla="*/ 885463 h 1233068"/>
                <a:gd name="connsiteX177" fmla="*/ 3848100 w 5113330"/>
                <a:gd name="connsiteY177" fmla="*/ 885463 h 1233068"/>
                <a:gd name="connsiteX178" fmla="*/ 3848100 w 5113330"/>
                <a:gd name="connsiteY178" fmla="*/ 853241 h 1233068"/>
                <a:gd name="connsiteX179" fmla="*/ 3901048 w 5113330"/>
                <a:gd name="connsiteY179" fmla="*/ 853241 h 1233068"/>
                <a:gd name="connsiteX180" fmla="*/ 52948 w 5113330"/>
                <a:gd name="connsiteY180" fmla="*/ 736600 h 1233068"/>
                <a:gd name="connsiteX181" fmla="*/ 88016 w 5113330"/>
                <a:gd name="connsiteY181" fmla="*/ 736600 h 1233068"/>
                <a:gd name="connsiteX182" fmla="*/ 88016 w 5113330"/>
                <a:gd name="connsiteY182" fmla="*/ 853241 h 1233068"/>
                <a:gd name="connsiteX183" fmla="*/ 216114 w 5113330"/>
                <a:gd name="connsiteY183" fmla="*/ 853241 h 1233068"/>
                <a:gd name="connsiteX184" fmla="*/ 216114 w 5113330"/>
                <a:gd name="connsiteY184" fmla="*/ 885463 h 1233068"/>
                <a:gd name="connsiteX185" fmla="*/ 88016 w 5113330"/>
                <a:gd name="connsiteY185" fmla="*/ 885463 h 1233068"/>
                <a:gd name="connsiteX186" fmla="*/ 88016 w 5113330"/>
                <a:gd name="connsiteY186" fmla="*/ 1120892 h 1233068"/>
                <a:gd name="connsiteX187" fmla="*/ 161025 w 5113330"/>
                <a:gd name="connsiteY187" fmla="*/ 1191753 h 1233068"/>
                <a:gd name="connsiteX188" fmla="*/ 214683 w 5113330"/>
                <a:gd name="connsiteY188" fmla="*/ 1178873 h 1233068"/>
                <a:gd name="connsiteX189" fmla="*/ 214683 w 5113330"/>
                <a:gd name="connsiteY189" fmla="*/ 1211773 h 1233068"/>
                <a:gd name="connsiteX190" fmla="*/ 155292 w 5113330"/>
                <a:gd name="connsiteY190" fmla="*/ 1224675 h 1233068"/>
                <a:gd name="connsiteX191" fmla="*/ 52948 w 5113330"/>
                <a:gd name="connsiteY191" fmla="*/ 1124484 h 1233068"/>
                <a:gd name="connsiteX192" fmla="*/ 52948 w 5113330"/>
                <a:gd name="connsiteY192" fmla="*/ 885463 h 1233068"/>
                <a:gd name="connsiteX193" fmla="*/ 0 w 5113330"/>
                <a:gd name="connsiteY193" fmla="*/ 885463 h 1233068"/>
                <a:gd name="connsiteX194" fmla="*/ 0 w 5113330"/>
                <a:gd name="connsiteY194" fmla="*/ 853241 h 1233068"/>
                <a:gd name="connsiteX195" fmla="*/ 52948 w 5113330"/>
                <a:gd name="connsiteY195" fmla="*/ 853241 h 1233068"/>
                <a:gd name="connsiteX196" fmla="*/ 4165600 w 5113330"/>
                <a:gd name="connsiteY196" fmla="*/ 711200 h 1233068"/>
                <a:gd name="connsiteX197" fmla="*/ 4209252 w 5113330"/>
                <a:gd name="connsiteY197" fmla="*/ 711200 h 1233068"/>
                <a:gd name="connsiteX198" fmla="*/ 4209252 w 5113330"/>
                <a:gd name="connsiteY198" fmla="*/ 759151 h 1233068"/>
                <a:gd name="connsiteX199" fmla="*/ 4165600 w 5113330"/>
                <a:gd name="connsiteY199" fmla="*/ 759151 h 1233068"/>
                <a:gd name="connsiteX200" fmla="*/ 4165600 w 5113330"/>
                <a:gd name="connsiteY200" fmla="*/ 711200 h 1233068"/>
                <a:gd name="connsiteX201" fmla="*/ 1927040 w 5113330"/>
                <a:gd name="connsiteY201" fmla="*/ 698500 h 1233068"/>
                <a:gd name="connsiteX202" fmla="*/ 1981433 w 5113330"/>
                <a:gd name="connsiteY202" fmla="*/ 707097 h 1233068"/>
                <a:gd name="connsiteX203" fmla="*/ 1981433 w 5113330"/>
                <a:gd name="connsiteY203" fmla="*/ 740004 h 1233068"/>
                <a:gd name="connsiteX204" fmla="*/ 1927040 w 5113330"/>
                <a:gd name="connsiteY204" fmla="*/ 730702 h 1233068"/>
                <a:gd name="connsiteX205" fmla="*/ 1853344 w 5113330"/>
                <a:gd name="connsiteY205" fmla="*/ 823011 h 1233068"/>
                <a:gd name="connsiteX206" fmla="*/ 1853344 w 5113330"/>
                <a:gd name="connsiteY206" fmla="*/ 858080 h 1233068"/>
                <a:gd name="connsiteX207" fmla="*/ 1980713 w 5113330"/>
                <a:gd name="connsiteY207" fmla="*/ 858080 h 1233068"/>
                <a:gd name="connsiteX208" fmla="*/ 1980713 w 5113330"/>
                <a:gd name="connsiteY208" fmla="*/ 890306 h 1233068"/>
                <a:gd name="connsiteX209" fmla="*/ 1853344 w 5113330"/>
                <a:gd name="connsiteY209" fmla="*/ 890306 h 1233068"/>
                <a:gd name="connsiteX210" fmla="*/ 1853344 w 5113330"/>
                <a:gd name="connsiteY210" fmla="*/ 1223065 h 1233068"/>
                <a:gd name="connsiteX211" fmla="*/ 1818263 w 5113330"/>
                <a:gd name="connsiteY211" fmla="*/ 1223065 h 1233068"/>
                <a:gd name="connsiteX212" fmla="*/ 1818263 w 5113330"/>
                <a:gd name="connsiteY212" fmla="*/ 890306 h 1233068"/>
                <a:gd name="connsiteX213" fmla="*/ 1765300 w 5113330"/>
                <a:gd name="connsiteY213" fmla="*/ 890306 h 1233068"/>
                <a:gd name="connsiteX214" fmla="*/ 1765300 w 5113330"/>
                <a:gd name="connsiteY214" fmla="*/ 858080 h 1233068"/>
                <a:gd name="connsiteX215" fmla="*/ 1818263 w 5113330"/>
                <a:gd name="connsiteY215" fmla="*/ 858080 h 1233068"/>
                <a:gd name="connsiteX216" fmla="*/ 1818263 w 5113330"/>
                <a:gd name="connsiteY216" fmla="*/ 822307 h 1233068"/>
                <a:gd name="connsiteX217" fmla="*/ 1850472 w 5113330"/>
                <a:gd name="connsiteY217" fmla="*/ 727132 h 1233068"/>
                <a:gd name="connsiteX218" fmla="*/ 1927040 w 5113330"/>
                <a:gd name="connsiteY218" fmla="*/ 698500 h 1233068"/>
                <a:gd name="connsiteX219" fmla="*/ 1025142 w 5113330"/>
                <a:gd name="connsiteY219" fmla="*/ 174625 h 1233068"/>
                <a:gd name="connsiteX220" fmla="*/ 876300 w 5113330"/>
                <a:gd name="connsiteY220" fmla="*/ 331350 h 1233068"/>
                <a:gd name="connsiteX221" fmla="*/ 876300 w 5113330"/>
                <a:gd name="connsiteY221" fmla="*/ 332779 h 1233068"/>
                <a:gd name="connsiteX222" fmla="*/ 1025142 w 5113330"/>
                <a:gd name="connsiteY222" fmla="*/ 489504 h 1233068"/>
                <a:gd name="connsiteX223" fmla="*/ 1168280 w 5113330"/>
                <a:gd name="connsiteY223" fmla="*/ 333493 h 1233068"/>
                <a:gd name="connsiteX224" fmla="*/ 1168280 w 5113330"/>
                <a:gd name="connsiteY224" fmla="*/ 332065 h 1233068"/>
                <a:gd name="connsiteX225" fmla="*/ 1025142 w 5113330"/>
                <a:gd name="connsiteY225" fmla="*/ 174625 h 1233068"/>
                <a:gd name="connsiteX226" fmla="*/ 3601643 w 5113330"/>
                <a:gd name="connsiteY226" fmla="*/ 171450 h 1233068"/>
                <a:gd name="connsiteX227" fmla="*/ 3467100 w 5113330"/>
                <a:gd name="connsiteY227" fmla="*/ 313151 h 1233068"/>
                <a:gd name="connsiteX228" fmla="*/ 3732596 w 5113330"/>
                <a:gd name="connsiteY228" fmla="*/ 313151 h 1233068"/>
                <a:gd name="connsiteX229" fmla="*/ 3601643 w 5113330"/>
                <a:gd name="connsiteY229" fmla="*/ 171450 h 1233068"/>
                <a:gd name="connsiteX230" fmla="*/ 2344343 w 5113330"/>
                <a:gd name="connsiteY230" fmla="*/ 171450 h 1233068"/>
                <a:gd name="connsiteX231" fmla="*/ 2209800 w 5113330"/>
                <a:gd name="connsiteY231" fmla="*/ 313151 h 1233068"/>
                <a:gd name="connsiteX232" fmla="*/ 2475297 w 5113330"/>
                <a:gd name="connsiteY232" fmla="*/ 313151 h 1233068"/>
                <a:gd name="connsiteX233" fmla="*/ 2344343 w 5113330"/>
                <a:gd name="connsiteY233" fmla="*/ 171450 h 1233068"/>
                <a:gd name="connsiteX234" fmla="*/ 1455344 w 5113330"/>
                <a:gd name="connsiteY234" fmla="*/ 171450 h 1233068"/>
                <a:gd name="connsiteX235" fmla="*/ 1320800 w 5113330"/>
                <a:gd name="connsiteY235" fmla="*/ 313151 h 1233068"/>
                <a:gd name="connsiteX236" fmla="*/ 1586298 w 5113330"/>
                <a:gd name="connsiteY236" fmla="*/ 313151 h 1233068"/>
                <a:gd name="connsiteX237" fmla="*/ 1455344 w 5113330"/>
                <a:gd name="connsiteY237" fmla="*/ 171450 h 1233068"/>
                <a:gd name="connsiteX238" fmla="*/ 185344 w 5113330"/>
                <a:gd name="connsiteY238" fmla="*/ 171450 h 1233068"/>
                <a:gd name="connsiteX239" fmla="*/ 50800 w 5113330"/>
                <a:gd name="connsiteY239" fmla="*/ 313151 h 1233068"/>
                <a:gd name="connsiteX240" fmla="*/ 316298 w 5113330"/>
                <a:gd name="connsiteY240" fmla="*/ 313151 h 1233068"/>
                <a:gd name="connsiteX241" fmla="*/ 185344 w 5113330"/>
                <a:gd name="connsiteY241" fmla="*/ 171450 h 1233068"/>
                <a:gd name="connsiteX242" fmla="*/ 1924014 w 5113330"/>
                <a:gd name="connsiteY242" fmla="*/ 139820 h 1233068"/>
                <a:gd name="connsiteX243" fmla="*/ 1924014 w 5113330"/>
                <a:gd name="connsiteY243" fmla="*/ 178473 h 1233068"/>
                <a:gd name="connsiteX244" fmla="*/ 1920433 w 5113330"/>
                <a:gd name="connsiteY244" fmla="*/ 178473 h 1233068"/>
                <a:gd name="connsiteX245" fmla="*/ 1762280 w 5113330"/>
                <a:gd name="connsiteY245" fmla="*/ 360966 h 1233068"/>
                <a:gd name="connsiteX246" fmla="*/ 1762280 w 5113330"/>
                <a:gd name="connsiteY246" fmla="*/ 510530 h 1233068"/>
                <a:gd name="connsiteX247" fmla="*/ 1727200 w 5113330"/>
                <a:gd name="connsiteY247" fmla="*/ 510530 h 1233068"/>
                <a:gd name="connsiteX248" fmla="*/ 1727200 w 5113330"/>
                <a:gd name="connsiteY248" fmla="*/ 145544 h 1233068"/>
                <a:gd name="connsiteX249" fmla="*/ 1762280 w 5113330"/>
                <a:gd name="connsiteY249" fmla="*/ 145544 h 1233068"/>
                <a:gd name="connsiteX250" fmla="*/ 1762280 w 5113330"/>
                <a:gd name="connsiteY250" fmla="*/ 249312 h 1233068"/>
                <a:gd name="connsiteX251" fmla="*/ 1924014 w 5113330"/>
                <a:gd name="connsiteY251" fmla="*/ 139820 h 1233068"/>
                <a:gd name="connsiteX252" fmla="*/ 3602193 w 5113330"/>
                <a:gd name="connsiteY252" fmla="*/ 139700 h 1233068"/>
                <a:gd name="connsiteX253" fmla="*/ 3769644 w 5113330"/>
                <a:gd name="connsiteY253" fmla="*/ 330779 h 1233068"/>
                <a:gd name="connsiteX254" fmla="*/ 3768936 w 5113330"/>
                <a:gd name="connsiteY254" fmla="*/ 345074 h 1233068"/>
                <a:gd name="connsiteX255" fmla="*/ 3466219 w 5113330"/>
                <a:gd name="connsiteY255" fmla="*/ 345074 h 1233068"/>
                <a:gd name="connsiteX256" fmla="*/ 3609336 w 5113330"/>
                <a:gd name="connsiteY256" fmla="*/ 488932 h 1233068"/>
                <a:gd name="connsiteX257" fmla="*/ 3734586 w 5113330"/>
                <a:gd name="connsiteY257" fmla="*/ 431679 h 1233068"/>
                <a:gd name="connsiteX258" fmla="*/ 3758920 w 5113330"/>
                <a:gd name="connsiteY258" fmla="*/ 453157 h 1233068"/>
                <a:gd name="connsiteX259" fmla="*/ 3607902 w 5113330"/>
                <a:gd name="connsiteY259" fmla="*/ 521857 h 1233068"/>
                <a:gd name="connsiteX260" fmla="*/ 3429000 w 5113330"/>
                <a:gd name="connsiteY260" fmla="*/ 331486 h 1233068"/>
                <a:gd name="connsiteX261" fmla="*/ 3429000 w 5113330"/>
                <a:gd name="connsiteY261" fmla="*/ 330053 h 1233068"/>
                <a:gd name="connsiteX262" fmla="*/ 3602193 w 5113330"/>
                <a:gd name="connsiteY262" fmla="*/ 139700 h 1233068"/>
                <a:gd name="connsiteX263" fmla="*/ 3208674 w 5113330"/>
                <a:gd name="connsiteY263" fmla="*/ 139700 h 1233068"/>
                <a:gd name="connsiteX264" fmla="*/ 3354665 w 5113330"/>
                <a:gd name="connsiteY264" fmla="*/ 206966 h 1233068"/>
                <a:gd name="connsiteX265" fmla="*/ 3329623 w 5113330"/>
                <a:gd name="connsiteY265" fmla="*/ 232727 h 1233068"/>
                <a:gd name="connsiteX266" fmla="*/ 3207961 w 5113330"/>
                <a:gd name="connsiteY266" fmla="*/ 172625 h 1233068"/>
                <a:gd name="connsiteX267" fmla="*/ 3060544 w 5113330"/>
                <a:gd name="connsiteY267" fmla="*/ 329345 h 1233068"/>
                <a:gd name="connsiteX268" fmla="*/ 3060544 w 5113330"/>
                <a:gd name="connsiteY268" fmla="*/ 330778 h 1233068"/>
                <a:gd name="connsiteX269" fmla="*/ 3210814 w 5113330"/>
                <a:gd name="connsiteY269" fmla="*/ 488931 h 1233068"/>
                <a:gd name="connsiteX270" fmla="*/ 3333205 w 5113330"/>
                <a:gd name="connsiteY270" fmla="*/ 428104 h 1233068"/>
                <a:gd name="connsiteX271" fmla="*/ 3357534 w 5113330"/>
                <a:gd name="connsiteY271" fmla="*/ 449565 h 1233068"/>
                <a:gd name="connsiteX272" fmla="*/ 3208674 w 5113330"/>
                <a:gd name="connsiteY272" fmla="*/ 521857 h 1233068"/>
                <a:gd name="connsiteX273" fmla="*/ 3022600 w 5113330"/>
                <a:gd name="connsiteY273" fmla="*/ 332211 h 1233068"/>
                <a:gd name="connsiteX274" fmla="*/ 3022600 w 5113330"/>
                <a:gd name="connsiteY274" fmla="*/ 330778 h 1233068"/>
                <a:gd name="connsiteX275" fmla="*/ 3208674 w 5113330"/>
                <a:gd name="connsiteY275" fmla="*/ 139700 h 1233068"/>
                <a:gd name="connsiteX276" fmla="*/ 2782946 w 5113330"/>
                <a:gd name="connsiteY276" fmla="*/ 139700 h 1233068"/>
                <a:gd name="connsiteX277" fmla="*/ 2928930 w 5113330"/>
                <a:gd name="connsiteY277" fmla="*/ 289990 h 1233068"/>
                <a:gd name="connsiteX278" fmla="*/ 2928930 w 5113330"/>
                <a:gd name="connsiteY278" fmla="*/ 513263 h 1233068"/>
                <a:gd name="connsiteX279" fmla="*/ 2893878 w 5113330"/>
                <a:gd name="connsiteY279" fmla="*/ 513263 h 1233068"/>
                <a:gd name="connsiteX280" fmla="*/ 2893878 w 5113330"/>
                <a:gd name="connsiteY280" fmla="*/ 296406 h 1233068"/>
                <a:gd name="connsiteX281" fmla="*/ 2777936 w 5113330"/>
                <a:gd name="connsiteY281" fmla="*/ 171902 h 1233068"/>
                <a:gd name="connsiteX282" fmla="*/ 2651281 w 5113330"/>
                <a:gd name="connsiteY282" fmla="*/ 302148 h 1233068"/>
                <a:gd name="connsiteX283" fmla="*/ 2651281 w 5113330"/>
                <a:gd name="connsiteY283" fmla="*/ 513263 h 1233068"/>
                <a:gd name="connsiteX284" fmla="*/ 2616200 w 5113330"/>
                <a:gd name="connsiteY284" fmla="*/ 513263 h 1233068"/>
                <a:gd name="connsiteX285" fmla="*/ 2616200 w 5113330"/>
                <a:gd name="connsiteY285" fmla="*/ 148278 h 1233068"/>
                <a:gd name="connsiteX286" fmla="*/ 2651281 w 5113330"/>
                <a:gd name="connsiteY286" fmla="*/ 148278 h 1233068"/>
                <a:gd name="connsiteX287" fmla="*/ 2651281 w 5113330"/>
                <a:gd name="connsiteY287" fmla="*/ 216263 h 1233068"/>
                <a:gd name="connsiteX288" fmla="*/ 2782946 w 5113330"/>
                <a:gd name="connsiteY288" fmla="*/ 139700 h 1233068"/>
                <a:gd name="connsiteX289" fmla="*/ 2344893 w 5113330"/>
                <a:gd name="connsiteY289" fmla="*/ 139700 h 1233068"/>
                <a:gd name="connsiteX290" fmla="*/ 2512345 w 5113330"/>
                <a:gd name="connsiteY290" fmla="*/ 330779 h 1233068"/>
                <a:gd name="connsiteX291" fmla="*/ 2511635 w 5113330"/>
                <a:gd name="connsiteY291" fmla="*/ 345074 h 1233068"/>
                <a:gd name="connsiteX292" fmla="*/ 2208919 w 5113330"/>
                <a:gd name="connsiteY292" fmla="*/ 345074 h 1233068"/>
                <a:gd name="connsiteX293" fmla="*/ 2352037 w 5113330"/>
                <a:gd name="connsiteY293" fmla="*/ 488932 h 1233068"/>
                <a:gd name="connsiteX294" fmla="*/ 2477287 w 5113330"/>
                <a:gd name="connsiteY294" fmla="*/ 431679 h 1233068"/>
                <a:gd name="connsiteX295" fmla="*/ 2501621 w 5113330"/>
                <a:gd name="connsiteY295" fmla="*/ 453157 h 1233068"/>
                <a:gd name="connsiteX296" fmla="*/ 2350602 w 5113330"/>
                <a:gd name="connsiteY296" fmla="*/ 521857 h 1233068"/>
                <a:gd name="connsiteX297" fmla="*/ 2171700 w 5113330"/>
                <a:gd name="connsiteY297" fmla="*/ 331486 h 1233068"/>
                <a:gd name="connsiteX298" fmla="*/ 2171700 w 5113330"/>
                <a:gd name="connsiteY298" fmla="*/ 330053 h 1233068"/>
                <a:gd name="connsiteX299" fmla="*/ 2344893 w 5113330"/>
                <a:gd name="connsiteY299" fmla="*/ 139700 h 1233068"/>
                <a:gd name="connsiteX300" fmla="*/ 2019300 w 5113330"/>
                <a:gd name="connsiteY300" fmla="*/ 139700 h 1233068"/>
                <a:gd name="connsiteX301" fmla="*/ 2054359 w 5113330"/>
                <a:gd name="connsiteY301" fmla="*/ 139700 h 1233068"/>
                <a:gd name="connsiteX302" fmla="*/ 2054359 w 5113330"/>
                <a:gd name="connsiteY302" fmla="*/ 504677 h 1233068"/>
                <a:gd name="connsiteX303" fmla="*/ 2019300 w 5113330"/>
                <a:gd name="connsiteY303" fmla="*/ 504677 h 1233068"/>
                <a:gd name="connsiteX304" fmla="*/ 2019300 w 5113330"/>
                <a:gd name="connsiteY304" fmla="*/ 139700 h 1233068"/>
                <a:gd name="connsiteX305" fmla="*/ 1455892 w 5113330"/>
                <a:gd name="connsiteY305" fmla="*/ 139700 h 1233068"/>
                <a:gd name="connsiteX306" fmla="*/ 1623344 w 5113330"/>
                <a:gd name="connsiteY306" fmla="*/ 330779 h 1233068"/>
                <a:gd name="connsiteX307" fmla="*/ 1622634 w 5113330"/>
                <a:gd name="connsiteY307" fmla="*/ 345074 h 1233068"/>
                <a:gd name="connsiteX308" fmla="*/ 1319919 w 5113330"/>
                <a:gd name="connsiteY308" fmla="*/ 345074 h 1233068"/>
                <a:gd name="connsiteX309" fmla="*/ 1463036 w 5113330"/>
                <a:gd name="connsiteY309" fmla="*/ 488932 h 1233068"/>
                <a:gd name="connsiteX310" fmla="*/ 1588286 w 5113330"/>
                <a:gd name="connsiteY310" fmla="*/ 431679 h 1233068"/>
                <a:gd name="connsiteX311" fmla="*/ 1612620 w 5113330"/>
                <a:gd name="connsiteY311" fmla="*/ 453157 h 1233068"/>
                <a:gd name="connsiteX312" fmla="*/ 1461601 w 5113330"/>
                <a:gd name="connsiteY312" fmla="*/ 521857 h 1233068"/>
                <a:gd name="connsiteX313" fmla="*/ 1282700 w 5113330"/>
                <a:gd name="connsiteY313" fmla="*/ 331486 h 1233068"/>
                <a:gd name="connsiteX314" fmla="*/ 1282700 w 5113330"/>
                <a:gd name="connsiteY314" fmla="*/ 330053 h 1233068"/>
                <a:gd name="connsiteX315" fmla="*/ 1455892 w 5113330"/>
                <a:gd name="connsiteY315" fmla="*/ 139700 h 1233068"/>
                <a:gd name="connsiteX316" fmla="*/ 1023545 w 5113330"/>
                <a:gd name="connsiteY316" fmla="*/ 139700 h 1233068"/>
                <a:gd name="connsiteX317" fmla="*/ 1201029 w 5113330"/>
                <a:gd name="connsiteY317" fmla="*/ 329346 h 1233068"/>
                <a:gd name="connsiteX318" fmla="*/ 1201029 w 5113330"/>
                <a:gd name="connsiteY318" fmla="*/ 330769 h 1233068"/>
                <a:gd name="connsiteX319" fmla="*/ 1023545 w 5113330"/>
                <a:gd name="connsiteY319" fmla="*/ 521861 h 1233068"/>
                <a:gd name="connsiteX320" fmla="*/ 873273 w 5113330"/>
                <a:gd name="connsiteY320" fmla="*/ 434529 h 1233068"/>
                <a:gd name="connsiteX321" fmla="*/ 873273 w 5113330"/>
                <a:gd name="connsiteY321" fmla="*/ 627767 h 1233068"/>
                <a:gd name="connsiteX322" fmla="*/ 838200 w 5113330"/>
                <a:gd name="connsiteY322" fmla="*/ 627767 h 1233068"/>
                <a:gd name="connsiteX323" fmla="*/ 838200 w 5113330"/>
                <a:gd name="connsiteY323" fmla="*/ 148287 h 1233068"/>
                <a:gd name="connsiteX324" fmla="*/ 873273 w 5113330"/>
                <a:gd name="connsiteY324" fmla="*/ 148287 h 1233068"/>
                <a:gd name="connsiteX325" fmla="*/ 873273 w 5113330"/>
                <a:gd name="connsiteY325" fmla="*/ 229857 h 1233068"/>
                <a:gd name="connsiteX326" fmla="*/ 1023545 w 5113330"/>
                <a:gd name="connsiteY326" fmla="*/ 139700 h 1233068"/>
                <a:gd name="connsiteX327" fmla="*/ 399409 w 5113330"/>
                <a:gd name="connsiteY327" fmla="*/ 139700 h 1233068"/>
                <a:gd name="connsiteX328" fmla="*/ 443064 w 5113330"/>
                <a:gd name="connsiteY328" fmla="*/ 139700 h 1233068"/>
                <a:gd name="connsiteX329" fmla="*/ 565439 w 5113330"/>
                <a:gd name="connsiteY329" fmla="*/ 294274 h 1233068"/>
                <a:gd name="connsiteX330" fmla="*/ 689261 w 5113330"/>
                <a:gd name="connsiteY330" fmla="*/ 139700 h 1233068"/>
                <a:gd name="connsiteX331" fmla="*/ 731484 w 5113330"/>
                <a:gd name="connsiteY331" fmla="*/ 139700 h 1233068"/>
                <a:gd name="connsiteX332" fmla="*/ 587624 w 5113330"/>
                <a:gd name="connsiteY332" fmla="*/ 317896 h 1233068"/>
                <a:gd name="connsiteX333" fmla="*/ 737209 w 5113330"/>
                <a:gd name="connsiteY333" fmla="*/ 504677 h 1233068"/>
                <a:gd name="connsiteX334" fmla="*/ 693539 w 5113330"/>
                <a:gd name="connsiteY334" fmla="*/ 504677 h 1233068"/>
                <a:gd name="connsiteX335" fmla="*/ 564723 w 5113330"/>
                <a:gd name="connsiteY335" fmla="*/ 342228 h 1233068"/>
                <a:gd name="connsiteX336" fmla="*/ 435923 w 5113330"/>
                <a:gd name="connsiteY336" fmla="*/ 504677 h 1233068"/>
                <a:gd name="connsiteX337" fmla="*/ 393700 w 5113330"/>
                <a:gd name="connsiteY337" fmla="*/ 504677 h 1233068"/>
                <a:gd name="connsiteX338" fmla="*/ 542538 w 5113330"/>
                <a:gd name="connsiteY338" fmla="*/ 318606 h 1233068"/>
                <a:gd name="connsiteX339" fmla="*/ 185893 w 5113330"/>
                <a:gd name="connsiteY339" fmla="*/ 139700 h 1233068"/>
                <a:gd name="connsiteX340" fmla="*/ 353345 w 5113330"/>
                <a:gd name="connsiteY340" fmla="*/ 330779 h 1233068"/>
                <a:gd name="connsiteX341" fmla="*/ 352635 w 5113330"/>
                <a:gd name="connsiteY341" fmla="*/ 345074 h 1233068"/>
                <a:gd name="connsiteX342" fmla="*/ 49919 w 5113330"/>
                <a:gd name="connsiteY342" fmla="*/ 345074 h 1233068"/>
                <a:gd name="connsiteX343" fmla="*/ 193037 w 5113330"/>
                <a:gd name="connsiteY343" fmla="*/ 488932 h 1233068"/>
                <a:gd name="connsiteX344" fmla="*/ 318287 w 5113330"/>
                <a:gd name="connsiteY344" fmla="*/ 431679 h 1233068"/>
                <a:gd name="connsiteX345" fmla="*/ 342621 w 5113330"/>
                <a:gd name="connsiteY345" fmla="*/ 453157 h 1233068"/>
                <a:gd name="connsiteX346" fmla="*/ 191602 w 5113330"/>
                <a:gd name="connsiteY346" fmla="*/ 521857 h 1233068"/>
                <a:gd name="connsiteX347" fmla="*/ 12700 w 5113330"/>
                <a:gd name="connsiteY347" fmla="*/ 331486 h 1233068"/>
                <a:gd name="connsiteX348" fmla="*/ 12700 w 5113330"/>
                <a:gd name="connsiteY348" fmla="*/ 330053 h 1233068"/>
                <a:gd name="connsiteX349" fmla="*/ 185893 w 5113330"/>
                <a:gd name="connsiteY349" fmla="*/ 139700 h 1233068"/>
                <a:gd name="connsiteX350" fmla="*/ 2019300 w 5113330"/>
                <a:gd name="connsiteY350" fmla="*/ 0 h 1233068"/>
                <a:gd name="connsiteX351" fmla="*/ 2062954 w 5113330"/>
                <a:gd name="connsiteY351" fmla="*/ 0 h 1233068"/>
                <a:gd name="connsiteX352" fmla="*/ 2062954 w 5113330"/>
                <a:gd name="connsiteY352" fmla="*/ 47951 h 1233068"/>
                <a:gd name="connsiteX353" fmla="*/ 2019300 w 5113330"/>
                <a:gd name="connsiteY353" fmla="*/ 47951 h 1233068"/>
                <a:gd name="connsiteX354" fmla="*/ 2019300 w 5113330"/>
                <a:gd name="connsiteY354" fmla="*/ 0 h 1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5113330" h="1233068">
                  <a:moveTo>
                    <a:pt x="3600029" y="1025525"/>
                  </a:moveTo>
                  <a:cubicBezTo>
                    <a:pt x="3522742" y="1025525"/>
                    <a:pt x="3479800" y="1059864"/>
                    <a:pt x="3479800" y="1110682"/>
                  </a:cubicBezTo>
                  <a:lnTo>
                    <a:pt x="3479800" y="1112117"/>
                  </a:lnTo>
                  <a:cubicBezTo>
                    <a:pt x="3479800" y="1165057"/>
                    <a:pt x="3529894" y="1195839"/>
                    <a:pt x="3585704" y="1195839"/>
                  </a:cubicBezTo>
                  <a:cubicBezTo>
                    <a:pt x="3660144" y="1195839"/>
                    <a:pt x="3723828" y="1150036"/>
                    <a:pt x="3723828" y="1083487"/>
                  </a:cubicBezTo>
                  <a:lnTo>
                    <a:pt x="3723828" y="1041981"/>
                  </a:lnTo>
                  <a:cubicBezTo>
                    <a:pt x="3693054" y="1034104"/>
                    <a:pt x="3652258" y="1025525"/>
                    <a:pt x="3600029" y="1025525"/>
                  </a:cubicBezTo>
                  <a:close/>
                  <a:moveTo>
                    <a:pt x="717129" y="1025525"/>
                  </a:moveTo>
                  <a:cubicBezTo>
                    <a:pt x="639842" y="1025525"/>
                    <a:pt x="596900" y="1059864"/>
                    <a:pt x="596900" y="1110682"/>
                  </a:cubicBezTo>
                  <a:lnTo>
                    <a:pt x="596900" y="1112117"/>
                  </a:lnTo>
                  <a:cubicBezTo>
                    <a:pt x="596900" y="1165057"/>
                    <a:pt x="646994" y="1195839"/>
                    <a:pt x="702815" y="1195839"/>
                  </a:cubicBezTo>
                  <a:cubicBezTo>
                    <a:pt x="777243" y="1195839"/>
                    <a:pt x="840928" y="1150036"/>
                    <a:pt x="840928" y="1083487"/>
                  </a:cubicBezTo>
                  <a:lnTo>
                    <a:pt x="840928" y="1041981"/>
                  </a:lnTo>
                  <a:cubicBezTo>
                    <a:pt x="810153" y="1034104"/>
                    <a:pt x="769358" y="1025525"/>
                    <a:pt x="717129" y="1025525"/>
                  </a:cubicBezTo>
                  <a:close/>
                  <a:moveTo>
                    <a:pt x="4504942" y="882650"/>
                  </a:moveTo>
                  <a:cubicBezTo>
                    <a:pt x="4418362" y="882650"/>
                    <a:pt x="4356100" y="953498"/>
                    <a:pt x="4356100" y="1039371"/>
                  </a:cubicBezTo>
                  <a:lnTo>
                    <a:pt x="4356100" y="1040806"/>
                  </a:lnTo>
                  <a:cubicBezTo>
                    <a:pt x="4356100" y="1128832"/>
                    <a:pt x="4421934" y="1198962"/>
                    <a:pt x="4506382" y="1198962"/>
                  </a:cubicBezTo>
                  <a:cubicBezTo>
                    <a:pt x="4592962" y="1198962"/>
                    <a:pt x="4655224" y="1128114"/>
                    <a:pt x="4655224" y="1042241"/>
                  </a:cubicBezTo>
                  <a:lnTo>
                    <a:pt x="4655224" y="1040806"/>
                  </a:lnTo>
                  <a:cubicBezTo>
                    <a:pt x="4655224" y="952781"/>
                    <a:pt x="4589390" y="882650"/>
                    <a:pt x="4504942" y="882650"/>
                  </a:cubicBezTo>
                  <a:close/>
                  <a:moveTo>
                    <a:pt x="2206242" y="882650"/>
                  </a:moveTo>
                  <a:cubicBezTo>
                    <a:pt x="2119662" y="882650"/>
                    <a:pt x="2057400" y="953498"/>
                    <a:pt x="2057400" y="1039371"/>
                  </a:cubicBezTo>
                  <a:lnTo>
                    <a:pt x="2057400" y="1040806"/>
                  </a:lnTo>
                  <a:cubicBezTo>
                    <a:pt x="2057400" y="1128832"/>
                    <a:pt x="2123235" y="1198962"/>
                    <a:pt x="2207682" y="1198962"/>
                  </a:cubicBezTo>
                  <a:cubicBezTo>
                    <a:pt x="2294262" y="1198962"/>
                    <a:pt x="2356524" y="1128114"/>
                    <a:pt x="2356524" y="1042241"/>
                  </a:cubicBezTo>
                  <a:lnTo>
                    <a:pt x="2356524" y="1040806"/>
                  </a:lnTo>
                  <a:cubicBezTo>
                    <a:pt x="2356524" y="952781"/>
                    <a:pt x="2290689" y="882650"/>
                    <a:pt x="2206242" y="882650"/>
                  </a:cubicBezTo>
                  <a:close/>
                  <a:moveTo>
                    <a:pt x="4178300" y="863600"/>
                  </a:moveTo>
                  <a:lnTo>
                    <a:pt x="4213360" y="863600"/>
                  </a:lnTo>
                  <a:lnTo>
                    <a:pt x="4213360" y="1228577"/>
                  </a:lnTo>
                  <a:lnTo>
                    <a:pt x="4178300" y="1228577"/>
                  </a:lnTo>
                  <a:cubicBezTo>
                    <a:pt x="4178300" y="1228577"/>
                    <a:pt x="4178300" y="863600"/>
                    <a:pt x="4178300" y="863600"/>
                  </a:cubicBezTo>
                  <a:close/>
                  <a:moveTo>
                    <a:pt x="2698695" y="851020"/>
                  </a:moveTo>
                  <a:lnTo>
                    <a:pt x="2698695" y="889676"/>
                  </a:lnTo>
                  <a:lnTo>
                    <a:pt x="2695133" y="889676"/>
                  </a:lnTo>
                  <a:cubicBezTo>
                    <a:pt x="2610675" y="889676"/>
                    <a:pt x="2536977" y="953358"/>
                    <a:pt x="2536977" y="1072160"/>
                  </a:cubicBezTo>
                  <a:lnTo>
                    <a:pt x="2536977" y="1221731"/>
                  </a:lnTo>
                  <a:lnTo>
                    <a:pt x="2501900" y="1221731"/>
                  </a:lnTo>
                  <a:cubicBezTo>
                    <a:pt x="2501900" y="1221731"/>
                    <a:pt x="2501900" y="856745"/>
                    <a:pt x="2501900" y="856745"/>
                  </a:cubicBezTo>
                  <a:lnTo>
                    <a:pt x="2536977" y="856745"/>
                  </a:lnTo>
                  <a:lnTo>
                    <a:pt x="2536977" y="960501"/>
                  </a:lnTo>
                  <a:cubicBezTo>
                    <a:pt x="2565585" y="895383"/>
                    <a:pt x="2626428" y="848149"/>
                    <a:pt x="2698695" y="851020"/>
                  </a:cubicBezTo>
                  <a:close/>
                  <a:moveTo>
                    <a:pt x="514314" y="851020"/>
                  </a:moveTo>
                  <a:lnTo>
                    <a:pt x="514314" y="889676"/>
                  </a:lnTo>
                  <a:lnTo>
                    <a:pt x="510733" y="889676"/>
                  </a:lnTo>
                  <a:cubicBezTo>
                    <a:pt x="426276" y="889676"/>
                    <a:pt x="352571" y="953358"/>
                    <a:pt x="352571" y="1072160"/>
                  </a:cubicBezTo>
                  <a:lnTo>
                    <a:pt x="352571" y="1221731"/>
                  </a:lnTo>
                  <a:lnTo>
                    <a:pt x="317500" y="1221731"/>
                  </a:lnTo>
                  <a:cubicBezTo>
                    <a:pt x="317500" y="1221731"/>
                    <a:pt x="317500" y="856745"/>
                    <a:pt x="317500" y="856745"/>
                  </a:cubicBezTo>
                  <a:lnTo>
                    <a:pt x="352571" y="856745"/>
                  </a:lnTo>
                  <a:lnTo>
                    <a:pt x="352571" y="960501"/>
                  </a:lnTo>
                  <a:cubicBezTo>
                    <a:pt x="381191" y="895383"/>
                    <a:pt x="442030" y="848149"/>
                    <a:pt x="514314" y="851020"/>
                  </a:cubicBezTo>
                  <a:close/>
                  <a:moveTo>
                    <a:pt x="4967346" y="850900"/>
                  </a:moveTo>
                  <a:cubicBezTo>
                    <a:pt x="5059674" y="850900"/>
                    <a:pt x="5113330" y="913889"/>
                    <a:pt x="5113330" y="1001194"/>
                  </a:cubicBezTo>
                  <a:lnTo>
                    <a:pt x="5113330" y="1224472"/>
                  </a:lnTo>
                  <a:lnTo>
                    <a:pt x="5078278" y="1224472"/>
                  </a:lnTo>
                  <a:lnTo>
                    <a:pt x="5078278" y="1007628"/>
                  </a:lnTo>
                  <a:cubicBezTo>
                    <a:pt x="5078278" y="932498"/>
                    <a:pt x="5036046" y="883104"/>
                    <a:pt x="4962336" y="883104"/>
                  </a:cubicBezTo>
                  <a:cubicBezTo>
                    <a:pt x="4890770" y="883104"/>
                    <a:pt x="4835680" y="937514"/>
                    <a:pt x="4835680" y="1013352"/>
                  </a:cubicBezTo>
                  <a:lnTo>
                    <a:pt x="4835680" y="1224472"/>
                  </a:lnTo>
                  <a:lnTo>
                    <a:pt x="4800600" y="1224472"/>
                  </a:lnTo>
                  <a:cubicBezTo>
                    <a:pt x="4800600" y="1224472"/>
                    <a:pt x="4800600" y="859496"/>
                    <a:pt x="4800600" y="859496"/>
                  </a:cubicBezTo>
                  <a:lnTo>
                    <a:pt x="4835680" y="859496"/>
                  </a:lnTo>
                  <a:lnTo>
                    <a:pt x="4835680" y="927483"/>
                  </a:lnTo>
                  <a:cubicBezTo>
                    <a:pt x="4860004" y="884539"/>
                    <a:pt x="4900804" y="850900"/>
                    <a:pt x="4967346" y="850900"/>
                  </a:cubicBezTo>
                  <a:close/>
                  <a:moveTo>
                    <a:pt x="4506214" y="850900"/>
                  </a:moveTo>
                  <a:cubicBezTo>
                    <a:pt x="4614272" y="850900"/>
                    <a:pt x="4693006" y="938233"/>
                    <a:pt x="4693006" y="1040551"/>
                  </a:cubicBezTo>
                  <a:lnTo>
                    <a:pt x="4693006" y="1041984"/>
                  </a:lnTo>
                  <a:cubicBezTo>
                    <a:pt x="4693006" y="1144320"/>
                    <a:pt x="4613560" y="1233068"/>
                    <a:pt x="4504792" y="1233068"/>
                  </a:cubicBezTo>
                  <a:cubicBezTo>
                    <a:pt x="4396734" y="1233068"/>
                    <a:pt x="4318000" y="1145736"/>
                    <a:pt x="4318000" y="1043417"/>
                  </a:cubicBezTo>
                  <a:lnTo>
                    <a:pt x="4318000" y="1041984"/>
                  </a:lnTo>
                  <a:cubicBezTo>
                    <a:pt x="4318000" y="939630"/>
                    <a:pt x="4397446" y="850900"/>
                    <a:pt x="4506214" y="850900"/>
                  </a:cubicBezTo>
                  <a:close/>
                  <a:moveTo>
                    <a:pt x="3604148" y="850900"/>
                  </a:moveTo>
                  <a:cubicBezTo>
                    <a:pt x="3653540" y="850900"/>
                    <a:pt x="3692888" y="864509"/>
                    <a:pt x="3719378" y="890973"/>
                  </a:cubicBezTo>
                  <a:cubicBezTo>
                    <a:pt x="3743708" y="915311"/>
                    <a:pt x="3756596" y="948957"/>
                    <a:pt x="3756596" y="994034"/>
                  </a:cubicBezTo>
                  <a:lnTo>
                    <a:pt x="3756596" y="1221615"/>
                  </a:lnTo>
                  <a:lnTo>
                    <a:pt x="3722234" y="1221615"/>
                  </a:lnTo>
                  <a:lnTo>
                    <a:pt x="3722234" y="1160786"/>
                  </a:lnTo>
                  <a:cubicBezTo>
                    <a:pt x="3697188" y="1195837"/>
                    <a:pt x="3652098" y="1230202"/>
                    <a:pt x="3582689" y="1230202"/>
                  </a:cubicBezTo>
                  <a:cubicBezTo>
                    <a:pt x="3514695" y="1230202"/>
                    <a:pt x="3441700" y="1191552"/>
                    <a:pt x="3441700" y="1115692"/>
                  </a:cubicBezTo>
                  <a:lnTo>
                    <a:pt x="3441700" y="1114269"/>
                  </a:lnTo>
                  <a:cubicBezTo>
                    <a:pt x="3441700" y="1038409"/>
                    <a:pt x="3506837" y="995474"/>
                    <a:pt x="3601291" y="995474"/>
                  </a:cubicBezTo>
                  <a:cubicBezTo>
                    <a:pt x="3652098" y="995474"/>
                    <a:pt x="3687174" y="1001919"/>
                    <a:pt x="3722234" y="1011208"/>
                  </a:cubicBezTo>
                  <a:lnTo>
                    <a:pt x="3722234" y="995474"/>
                  </a:lnTo>
                  <a:cubicBezTo>
                    <a:pt x="3722234" y="921756"/>
                    <a:pt x="3677158" y="883826"/>
                    <a:pt x="3602005" y="883826"/>
                  </a:cubicBezTo>
                  <a:cubicBezTo>
                    <a:pt x="3557643" y="883826"/>
                    <a:pt x="3521138" y="895977"/>
                    <a:pt x="3487506" y="913151"/>
                  </a:cubicBezTo>
                  <a:lnTo>
                    <a:pt x="3474633" y="882403"/>
                  </a:lnTo>
                  <a:cubicBezTo>
                    <a:pt x="3514695" y="863789"/>
                    <a:pt x="3554071" y="850900"/>
                    <a:pt x="3604148" y="850900"/>
                  </a:cubicBezTo>
                  <a:close/>
                  <a:moveTo>
                    <a:pt x="2950716" y="850900"/>
                  </a:moveTo>
                  <a:cubicBezTo>
                    <a:pt x="3014399" y="850900"/>
                    <a:pt x="3053788" y="887410"/>
                    <a:pt x="3073815" y="929627"/>
                  </a:cubicBezTo>
                  <a:cubicBezTo>
                    <a:pt x="3097444" y="888845"/>
                    <a:pt x="3136783" y="850900"/>
                    <a:pt x="3205498" y="850900"/>
                  </a:cubicBezTo>
                  <a:cubicBezTo>
                    <a:pt x="3292094" y="850900"/>
                    <a:pt x="3345763" y="911744"/>
                    <a:pt x="3345763" y="1003338"/>
                  </a:cubicBezTo>
                  <a:lnTo>
                    <a:pt x="3345763" y="1224472"/>
                  </a:lnTo>
                  <a:lnTo>
                    <a:pt x="3310716" y="1224472"/>
                  </a:lnTo>
                  <a:lnTo>
                    <a:pt x="3310716" y="1007628"/>
                  </a:lnTo>
                  <a:cubicBezTo>
                    <a:pt x="3310716" y="928918"/>
                    <a:pt x="3269896" y="883104"/>
                    <a:pt x="3202637" y="883104"/>
                  </a:cubicBezTo>
                  <a:cubicBezTo>
                    <a:pt x="3141100" y="883104"/>
                    <a:pt x="3087405" y="930353"/>
                    <a:pt x="3087405" y="1011917"/>
                  </a:cubicBezTo>
                  <a:lnTo>
                    <a:pt x="3087405" y="1224472"/>
                  </a:lnTo>
                  <a:lnTo>
                    <a:pt x="3052358" y="1224472"/>
                  </a:lnTo>
                  <a:lnTo>
                    <a:pt x="3052358" y="1005500"/>
                  </a:lnTo>
                  <a:cubicBezTo>
                    <a:pt x="3052358" y="929627"/>
                    <a:pt x="3010848" y="883104"/>
                    <a:pt x="2945709" y="883104"/>
                  </a:cubicBezTo>
                  <a:cubicBezTo>
                    <a:pt x="2880596" y="883104"/>
                    <a:pt x="2829073" y="940350"/>
                    <a:pt x="2829073" y="1014061"/>
                  </a:cubicBezTo>
                  <a:lnTo>
                    <a:pt x="2829073" y="1224472"/>
                  </a:lnTo>
                  <a:lnTo>
                    <a:pt x="2794000" y="1224472"/>
                  </a:lnTo>
                  <a:cubicBezTo>
                    <a:pt x="2794000" y="1224472"/>
                    <a:pt x="2794000" y="859496"/>
                    <a:pt x="2794000" y="859496"/>
                  </a:cubicBezTo>
                  <a:lnTo>
                    <a:pt x="2829073" y="859496"/>
                  </a:lnTo>
                  <a:lnTo>
                    <a:pt x="2829073" y="924612"/>
                  </a:lnTo>
                  <a:cubicBezTo>
                    <a:pt x="2852701" y="886701"/>
                    <a:pt x="2885603" y="850900"/>
                    <a:pt x="2950716" y="850900"/>
                  </a:cubicBezTo>
                  <a:close/>
                  <a:moveTo>
                    <a:pt x="2207514" y="850900"/>
                  </a:moveTo>
                  <a:cubicBezTo>
                    <a:pt x="2315571" y="850900"/>
                    <a:pt x="2394304" y="938233"/>
                    <a:pt x="2394304" y="1040551"/>
                  </a:cubicBezTo>
                  <a:lnTo>
                    <a:pt x="2394304" y="1041984"/>
                  </a:lnTo>
                  <a:cubicBezTo>
                    <a:pt x="2394304" y="1144320"/>
                    <a:pt x="2314859" y="1233068"/>
                    <a:pt x="2206090" y="1233068"/>
                  </a:cubicBezTo>
                  <a:cubicBezTo>
                    <a:pt x="2098033" y="1233068"/>
                    <a:pt x="2019300" y="1145736"/>
                    <a:pt x="2019300" y="1043417"/>
                  </a:cubicBezTo>
                  <a:lnTo>
                    <a:pt x="2019300" y="1041984"/>
                  </a:lnTo>
                  <a:cubicBezTo>
                    <a:pt x="2019300" y="939630"/>
                    <a:pt x="2098745" y="850900"/>
                    <a:pt x="2207514" y="850900"/>
                  </a:cubicBezTo>
                  <a:close/>
                  <a:moveTo>
                    <a:pt x="1547819" y="850900"/>
                  </a:moveTo>
                  <a:cubicBezTo>
                    <a:pt x="1591495" y="850900"/>
                    <a:pt x="1640860" y="866652"/>
                    <a:pt x="1677366" y="890990"/>
                  </a:cubicBezTo>
                  <a:lnTo>
                    <a:pt x="1658756" y="920316"/>
                  </a:lnTo>
                  <a:cubicBezTo>
                    <a:pt x="1625119" y="898137"/>
                    <a:pt x="1585040" y="883826"/>
                    <a:pt x="1546391" y="883826"/>
                  </a:cubicBezTo>
                  <a:cubicBezTo>
                    <a:pt x="1496311" y="883826"/>
                    <a:pt x="1463376" y="911027"/>
                    <a:pt x="1463376" y="947517"/>
                  </a:cubicBezTo>
                  <a:lnTo>
                    <a:pt x="1463376" y="948957"/>
                  </a:lnTo>
                  <a:cubicBezTo>
                    <a:pt x="1463376" y="989732"/>
                    <a:pt x="1512766" y="1004781"/>
                    <a:pt x="1565014" y="1019795"/>
                  </a:cubicBezTo>
                  <a:cubicBezTo>
                    <a:pt x="1623678" y="1036249"/>
                    <a:pt x="1685224" y="1057725"/>
                    <a:pt x="1685224" y="1122119"/>
                  </a:cubicBezTo>
                  <a:lnTo>
                    <a:pt x="1685224" y="1123559"/>
                  </a:lnTo>
                  <a:cubicBezTo>
                    <a:pt x="1685224" y="1188672"/>
                    <a:pt x="1629418" y="1230202"/>
                    <a:pt x="1559274" y="1230202"/>
                  </a:cubicBezTo>
                  <a:cubicBezTo>
                    <a:pt x="1506312" y="1230202"/>
                    <a:pt x="1448363" y="1208726"/>
                    <a:pt x="1409700" y="1177240"/>
                  </a:cubicBezTo>
                  <a:lnTo>
                    <a:pt x="1430466" y="1149320"/>
                  </a:lnTo>
                  <a:cubicBezTo>
                    <a:pt x="1470545" y="1180103"/>
                    <a:pt x="1514909" y="1197277"/>
                    <a:pt x="1561430" y="1197277"/>
                  </a:cubicBezTo>
                  <a:cubicBezTo>
                    <a:pt x="1610807" y="1197277"/>
                    <a:pt x="1649444" y="1170076"/>
                    <a:pt x="1649444" y="1127861"/>
                  </a:cubicBezTo>
                  <a:lnTo>
                    <a:pt x="1649444" y="1126421"/>
                  </a:lnTo>
                  <a:cubicBezTo>
                    <a:pt x="1649444" y="1083486"/>
                    <a:pt x="1603651" y="1067752"/>
                    <a:pt x="1552832" y="1053423"/>
                  </a:cubicBezTo>
                  <a:cubicBezTo>
                    <a:pt x="1493441" y="1036249"/>
                    <a:pt x="1427609" y="1018373"/>
                    <a:pt x="1427609" y="953242"/>
                  </a:cubicBezTo>
                  <a:lnTo>
                    <a:pt x="1427609" y="951819"/>
                  </a:lnTo>
                  <a:cubicBezTo>
                    <a:pt x="1427609" y="893115"/>
                    <a:pt x="1476987" y="850900"/>
                    <a:pt x="1547819" y="850900"/>
                  </a:cubicBezTo>
                  <a:close/>
                  <a:moveTo>
                    <a:pt x="1170046" y="850900"/>
                  </a:moveTo>
                  <a:cubicBezTo>
                    <a:pt x="1262374" y="850900"/>
                    <a:pt x="1316030" y="913889"/>
                    <a:pt x="1316030" y="1001194"/>
                  </a:cubicBezTo>
                  <a:lnTo>
                    <a:pt x="1316030" y="1224472"/>
                  </a:lnTo>
                  <a:lnTo>
                    <a:pt x="1280978" y="1224472"/>
                  </a:lnTo>
                  <a:lnTo>
                    <a:pt x="1280978" y="1007628"/>
                  </a:lnTo>
                  <a:cubicBezTo>
                    <a:pt x="1280978" y="932498"/>
                    <a:pt x="1238760" y="883104"/>
                    <a:pt x="1165036" y="883104"/>
                  </a:cubicBezTo>
                  <a:cubicBezTo>
                    <a:pt x="1093470" y="883104"/>
                    <a:pt x="1038381" y="937514"/>
                    <a:pt x="1038381" y="1013352"/>
                  </a:cubicBezTo>
                  <a:lnTo>
                    <a:pt x="1038381" y="1224472"/>
                  </a:lnTo>
                  <a:lnTo>
                    <a:pt x="1003300" y="1224472"/>
                  </a:lnTo>
                  <a:cubicBezTo>
                    <a:pt x="1003300" y="1224472"/>
                    <a:pt x="1003300" y="859496"/>
                    <a:pt x="1003300" y="859496"/>
                  </a:cubicBezTo>
                  <a:lnTo>
                    <a:pt x="1038381" y="859496"/>
                  </a:lnTo>
                  <a:lnTo>
                    <a:pt x="1038381" y="927483"/>
                  </a:lnTo>
                  <a:cubicBezTo>
                    <a:pt x="1062704" y="884539"/>
                    <a:pt x="1103504" y="850900"/>
                    <a:pt x="1170046" y="850900"/>
                  </a:cubicBezTo>
                  <a:close/>
                  <a:moveTo>
                    <a:pt x="721249" y="850900"/>
                  </a:moveTo>
                  <a:cubicBezTo>
                    <a:pt x="770641" y="850900"/>
                    <a:pt x="809989" y="864509"/>
                    <a:pt x="836478" y="890973"/>
                  </a:cubicBezTo>
                  <a:cubicBezTo>
                    <a:pt x="860810" y="915311"/>
                    <a:pt x="873697" y="948957"/>
                    <a:pt x="873697" y="994034"/>
                  </a:cubicBezTo>
                  <a:lnTo>
                    <a:pt x="873697" y="1221615"/>
                  </a:lnTo>
                  <a:lnTo>
                    <a:pt x="839335" y="1221615"/>
                  </a:lnTo>
                  <a:lnTo>
                    <a:pt x="839335" y="1160786"/>
                  </a:lnTo>
                  <a:cubicBezTo>
                    <a:pt x="814289" y="1195837"/>
                    <a:pt x="769198" y="1230202"/>
                    <a:pt x="699789" y="1230202"/>
                  </a:cubicBezTo>
                  <a:cubicBezTo>
                    <a:pt x="631795" y="1230202"/>
                    <a:pt x="558800" y="1191552"/>
                    <a:pt x="558800" y="1115692"/>
                  </a:cubicBezTo>
                  <a:lnTo>
                    <a:pt x="558800" y="1114269"/>
                  </a:lnTo>
                  <a:cubicBezTo>
                    <a:pt x="558800" y="1038409"/>
                    <a:pt x="623937" y="995474"/>
                    <a:pt x="718392" y="995474"/>
                  </a:cubicBezTo>
                  <a:cubicBezTo>
                    <a:pt x="769198" y="995474"/>
                    <a:pt x="804274" y="1001919"/>
                    <a:pt x="839335" y="1011208"/>
                  </a:cubicBezTo>
                  <a:lnTo>
                    <a:pt x="839335" y="995474"/>
                  </a:lnTo>
                  <a:cubicBezTo>
                    <a:pt x="839335" y="921756"/>
                    <a:pt x="794258" y="883826"/>
                    <a:pt x="719106" y="883826"/>
                  </a:cubicBezTo>
                  <a:cubicBezTo>
                    <a:pt x="674729" y="883826"/>
                    <a:pt x="638239" y="895977"/>
                    <a:pt x="604606" y="913151"/>
                  </a:cubicBezTo>
                  <a:lnTo>
                    <a:pt x="591733" y="882403"/>
                  </a:lnTo>
                  <a:cubicBezTo>
                    <a:pt x="631795" y="863789"/>
                    <a:pt x="671157" y="850900"/>
                    <a:pt x="721249" y="850900"/>
                  </a:cubicBezTo>
                  <a:close/>
                  <a:moveTo>
                    <a:pt x="3901048" y="736600"/>
                  </a:moveTo>
                  <a:lnTo>
                    <a:pt x="3936126" y="736600"/>
                  </a:lnTo>
                  <a:lnTo>
                    <a:pt x="3936126" y="853241"/>
                  </a:lnTo>
                  <a:lnTo>
                    <a:pt x="4064214" y="853241"/>
                  </a:lnTo>
                  <a:lnTo>
                    <a:pt x="4064214" y="885463"/>
                  </a:lnTo>
                  <a:lnTo>
                    <a:pt x="3936126" y="885463"/>
                  </a:lnTo>
                  <a:lnTo>
                    <a:pt x="3936126" y="1120892"/>
                  </a:lnTo>
                  <a:cubicBezTo>
                    <a:pt x="3936126" y="1173134"/>
                    <a:pt x="3966882" y="1191753"/>
                    <a:pt x="4009124" y="1191753"/>
                  </a:cubicBezTo>
                  <a:cubicBezTo>
                    <a:pt x="4027004" y="1191753"/>
                    <a:pt x="4042032" y="1188160"/>
                    <a:pt x="4062784" y="1178873"/>
                  </a:cubicBezTo>
                  <a:lnTo>
                    <a:pt x="4062784" y="1211773"/>
                  </a:lnTo>
                  <a:cubicBezTo>
                    <a:pt x="4044184" y="1220382"/>
                    <a:pt x="4026294" y="1224675"/>
                    <a:pt x="4003392" y="1224675"/>
                  </a:cubicBezTo>
                  <a:cubicBezTo>
                    <a:pt x="3946852" y="1224675"/>
                    <a:pt x="3901048" y="1193899"/>
                    <a:pt x="3901048" y="1124484"/>
                  </a:cubicBezTo>
                  <a:lnTo>
                    <a:pt x="3901048" y="885463"/>
                  </a:lnTo>
                  <a:lnTo>
                    <a:pt x="3848100" y="885463"/>
                  </a:lnTo>
                  <a:lnTo>
                    <a:pt x="3848100" y="853241"/>
                  </a:lnTo>
                  <a:lnTo>
                    <a:pt x="3901048" y="853241"/>
                  </a:lnTo>
                  <a:close/>
                  <a:moveTo>
                    <a:pt x="52948" y="736600"/>
                  </a:moveTo>
                  <a:lnTo>
                    <a:pt x="88016" y="736600"/>
                  </a:lnTo>
                  <a:lnTo>
                    <a:pt x="88016" y="853241"/>
                  </a:lnTo>
                  <a:lnTo>
                    <a:pt x="216114" y="853241"/>
                  </a:lnTo>
                  <a:lnTo>
                    <a:pt x="216114" y="885463"/>
                  </a:lnTo>
                  <a:lnTo>
                    <a:pt x="88016" y="885463"/>
                  </a:lnTo>
                  <a:lnTo>
                    <a:pt x="88016" y="1120892"/>
                  </a:lnTo>
                  <a:cubicBezTo>
                    <a:pt x="88016" y="1173134"/>
                    <a:pt x="118783" y="1191753"/>
                    <a:pt x="161025" y="1191753"/>
                  </a:cubicBezTo>
                  <a:cubicBezTo>
                    <a:pt x="178904" y="1191753"/>
                    <a:pt x="193932" y="1188160"/>
                    <a:pt x="214683" y="1178873"/>
                  </a:cubicBezTo>
                  <a:lnTo>
                    <a:pt x="214683" y="1211773"/>
                  </a:lnTo>
                  <a:cubicBezTo>
                    <a:pt x="196083" y="1220382"/>
                    <a:pt x="178194" y="1224675"/>
                    <a:pt x="155292" y="1224675"/>
                  </a:cubicBezTo>
                  <a:cubicBezTo>
                    <a:pt x="98752" y="1224675"/>
                    <a:pt x="52948" y="1193899"/>
                    <a:pt x="52948" y="1124484"/>
                  </a:cubicBezTo>
                  <a:lnTo>
                    <a:pt x="52948" y="885463"/>
                  </a:lnTo>
                  <a:lnTo>
                    <a:pt x="0" y="885463"/>
                  </a:lnTo>
                  <a:lnTo>
                    <a:pt x="0" y="853241"/>
                  </a:lnTo>
                  <a:lnTo>
                    <a:pt x="52948" y="853241"/>
                  </a:lnTo>
                  <a:close/>
                  <a:moveTo>
                    <a:pt x="4165600" y="711200"/>
                  </a:moveTo>
                  <a:lnTo>
                    <a:pt x="4209252" y="711200"/>
                  </a:lnTo>
                  <a:lnTo>
                    <a:pt x="4209252" y="759151"/>
                  </a:lnTo>
                  <a:lnTo>
                    <a:pt x="4165600" y="759151"/>
                  </a:lnTo>
                  <a:cubicBezTo>
                    <a:pt x="4165600" y="759151"/>
                    <a:pt x="4165600" y="711200"/>
                    <a:pt x="4165600" y="711200"/>
                  </a:cubicBezTo>
                  <a:close/>
                  <a:moveTo>
                    <a:pt x="1927040" y="698500"/>
                  </a:moveTo>
                  <a:cubicBezTo>
                    <a:pt x="1949223" y="698500"/>
                    <a:pt x="1964983" y="701365"/>
                    <a:pt x="1981433" y="707097"/>
                  </a:cubicBezTo>
                  <a:lnTo>
                    <a:pt x="1981433" y="740004"/>
                  </a:lnTo>
                  <a:cubicBezTo>
                    <a:pt x="1960680" y="733568"/>
                    <a:pt x="1945661" y="730702"/>
                    <a:pt x="1927040" y="730702"/>
                  </a:cubicBezTo>
                  <a:cubicBezTo>
                    <a:pt x="1876959" y="730702"/>
                    <a:pt x="1853344" y="760768"/>
                    <a:pt x="1853344" y="823011"/>
                  </a:cubicBezTo>
                  <a:lnTo>
                    <a:pt x="1853344" y="858080"/>
                  </a:lnTo>
                  <a:lnTo>
                    <a:pt x="1980713" y="858080"/>
                  </a:lnTo>
                  <a:lnTo>
                    <a:pt x="1980713" y="890306"/>
                  </a:lnTo>
                  <a:lnTo>
                    <a:pt x="1853344" y="890306"/>
                  </a:lnTo>
                  <a:lnTo>
                    <a:pt x="1853344" y="1223065"/>
                  </a:lnTo>
                  <a:lnTo>
                    <a:pt x="1818263" y="1223065"/>
                  </a:lnTo>
                  <a:cubicBezTo>
                    <a:pt x="1818263" y="1223065"/>
                    <a:pt x="1818263" y="890306"/>
                    <a:pt x="1818263" y="890306"/>
                  </a:cubicBezTo>
                  <a:lnTo>
                    <a:pt x="1765300" y="890306"/>
                  </a:lnTo>
                  <a:lnTo>
                    <a:pt x="1765300" y="858080"/>
                  </a:lnTo>
                  <a:lnTo>
                    <a:pt x="1818263" y="858080"/>
                  </a:lnTo>
                  <a:lnTo>
                    <a:pt x="1818263" y="822307"/>
                  </a:lnTo>
                  <a:cubicBezTo>
                    <a:pt x="1818263" y="780803"/>
                    <a:pt x="1829720" y="747872"/>
                    <a:pt x="1850472" y="727132"/>
                  </a:cubicBezTo>
                  <a:cubicBezTo>
                    <a:pt x="1869074" y="708505"/>
                    <a:pt x="1894840" y="698500"/>
                    <a:pt x="1927040" y="698500"/>
                  </a:cubicBezTo>
                  <a:close/>
                  <a:moveTo>
                    <a:pt x="1025142" y="174625"/>
                  </a:moveTo>
                  <a:cubicBezTo>
                    <a:pt x="949281" y="174625"/>
                    <a:pt x="876300" y="238315"/>
                    <a:pt x="876300" y="331350"/>
                  </a:cubicBezTo>
                  <a:lnTo>
                    <a:pt x="876300" y="332779"/>
                  </a:lnTo>
                  <a:cubicBezTo>
                    <a:pt x="876300" y="426528"/>
                    <a:pt x="949281" y="489504"/>
                    <a:pt x="1025142" y="489504"/>
                  </a:cubicBezTo>
                  <a:cubicBezTo>
                    <a:pt x="1104585" y="489504"/>
                    <a:pt x="1168280" y="431543"/>
                    <a:pt x="1168280" y="333493"/>
                  </a:cubicBezTo>
                  <a:lnTo>
                    <a:pt x="1168280" y="332065"/>
                  </a:lnTo>
                  <a:cubicBezTo>
                    <a:pt x="1168280" y="236172"/>
                    <a:pt x="1101719" y="174625"/>
                    <a:pt x="1025142" y="174625"/>
                  </a:cubicBezTo>
                  <a:close/>
                  <a:moveTo>
                    <a:pt x="3601643" y="171450"/>
                  </a:moveTo>
                  <a:cubicBezTo>
                    <a:pt x="3529357" y="171450"/>
                    <a:pt x="3473528" y="232277"/>
                    <a:pt x="3467100" y="313151"/>
                  </a:cubicBezTo>
                  <a:cubicBezTo>
                    <a:pt x="3467100" y="313151"/>
                    <a:pt x="3732596" y="313151"/>
                    <a:pt x="3732596" y="313151"/>
                  </a:cubicBezTo>
                  <a:cubicBezTo>
                    <a:pt x="3727582" y="239434"/>
                    <a:pt x="3685360" y="171450"/>
                    <a:pt x="3601643" y="171450"/>
                  </a:cubicBezTo>
                  <a:close/>
                  <a:moveTo>
                    <a:pt x="2344343" y="171450"/>
                  </a:moveTo>
                  <a:cubicBezTo>
                    <a:pt x="2272057" y="171450"/>
                    <a:pt x="2216228" y="232277"/>
                    <a:pt x="2209800" y="313151"/>
                  </a:cubicBezTo>
                  <a:cubicBezTo>
                    <a:pt x="2209800" y="313151"/>
                    <a:pt x="2475297" y="313151"/>
                    <a:pt x="2475297" y="313151"/>
                  </a:cubicBezTo>
                  <a:cubicBezTo>
                    <a:pt x="2470282" y="239434"/>
                    <a:pt x="2428061" y="171450"/>
                    <a:pt x="2344343" y="171450"/>
                  </a:cubicBezTo>
                  <a:close/>
                  <a:moveTo>
                    <a:pt x="1455344" y="171450"/>
                  </a:moveTo>
                  <a:cubicBezTo>
                    <a:pt x="1383057" y="171450"/>
                    <a:pt x="1327228" y="232277"/>
                    <a:pt x="1320800" y="313151"/>
                  </a:cubicBezTo>
                  <a:cubicBezTo>
                    <a:pt x="1320800" y="313151"/>
                    <a:pt x="1586298" y="313151"/>
                    <a:pt x="1586298" y="313151"/>
                  </a:cubicBezTo>
                  <a:cubicBezTo>
                    <a:pt x="1581283" y="239434"/>
                    <a:pt x="1539061" y="171450"/>
                    <a:pt x="1455344" y="171450"/>
                  </a:cubicBezTo>
                  <a:close/>
                  <a:moveTo>
                    <a:pt x="185344" y="171450"/>
                  </a:moveTo>
                  <a:cubicBezTo>
                    <a:pt x="113057" y="171450"/>
                    <a:pt x="57228" y="232277"/>
                    <a:pt x="50800" y="313151"/>
                  </a:cubicBezTo>
                  <a:cubicBezTo>
                    <a:pt x="50800" y="313151"/>
                    <a:pt x="316298" y="313151"/>
                    <a:pt x="316298" y="313151"/>
                  </a:cubicBezTo>
                  <a:cubicBezTo>
                    <a:pt x="311283" y="239434"/>
                    <a:pt x="269061" y="171450"/>
                    <a:pt x="185344" y="171450"/>
                  </a:cubicBezTo>
                  <a:close/>
                  <a:moveTo>
                    <a:pt x="1924014" y="139820"/>
                  </a:moveTo>
                  <a:lnTo>
                    <a:pt x="1924014" y="178473"/>
                  </a:lnTo>
                  <a:lnTo>
                    <a:pt x="1920433" y="178473"/>
                  </a:lnTo>
                  <a:cubicBezTo>
                    <a:pt x="1835976" y="178473"/>
                    <a:pt x="1762280" y="242169"/>
                    <a:pt x="1762280" y="360966"/>
                  </a:cubicBezTo>
                  <a:lnTo>
                    <a:pt x="1762280" y="510530"/>
                  </a:lnTo>
                  <a:lnTo>
                    <a:pt x="1727200" y="510530"/>
                  </a:lnTo>
                  <a:cubicBezTo>
                    <a:pt x="1727200" y="510530"/>
                    <a:pt x="1727200" y="145544"/>
                    <a:pt x="1727200" y="145544"/>
                  </a:cubicBezTo>
                  <a:lnTo>
                    <a:pt x="1762280" y="145544"/>
                  </a:lnTo>
                  <a:lnTo>
                    <a:pt x="1762280" y="249312"/>
                  </a:lnTo>
                  <a:cubicBezTo>
                    <a:pt x="1790891" y="184198"/>
                    <a:pt x="1851730" y="136966"/>
                    <a:pt x="1924014" y="139820"/>
                  </a:cubicBezTo>
                  <a:close/>
                  <a:moveTo>
                    <a:pt x="3602193" y="139700"/>
                  </a:moveTo>
                  <a:cubicBezTo>
                    <a:pt x="3704528" y="139700"/>
                    <a:pt x="3769644" y="222713"/>
                    <a:pt x="3769644" y="330779"/>
                  </a:cubicBezTo>
                  <a:cubicBezTo>
                    <a:pt x="3769644" y="337219"/>
                    <a:pt x="3769644" y="339377"/>
                    <a:pt x="3768936" y="345074"/>
                  </a:cubicBezTo>
                  <a:lnTo>
                    <a:pt x="3466219" y="345074"/>
                  </a:lnTo>
                  <a:cubicBezTo>
                    <a:pt x="3472653" y="435960"/>
                    <a:pt x="3537770" y="488932"/>
                    <a:pt x="3609336" y="488932"/>
                  </a:cubicBezTo>
                  <a:cubicBezTo>
                    <a:pt x="3665890" y="488932"/>
                    <a:pt x="3704528" y="463879"/>
                    <a:pt x="3734586" y="431679"/>
                  </a:cubicBezTo>
                  <a:lnTo>
                    <a:pt x="3758920" y="453157"/>
                  </a:lnTo>
                  <a:cubicBezTo>
                    <a:pt x="3721702" y="493231"/>
                    <a:pt x="3678050" y="521857"/>
                    <a:pt x="3607902" y="521857"/>
                  </a:cubicBezTo>
                  <a:cubicBezTo>
                    <a:pt x="3512032" y="521857"/>
                    <a:pt x="3429000" y="445284"/>
                    <a:pt x="3429000" y="331486"/>
                  </a:cubicBezTo>
                  <a:lnTo>
                    <a:pt x="3429000" y="330053"/>
                  </a:lnTo>
                  <a:cubicBezTo>
                    <a:pt x="3429000" y="224146"/>
                    <a:pt x="3503437" y="139700"/>
                    <a:pt x="3602193" y="139700"/>
                  </a:cubicBezTo>
                  <a:close/>
                  <a:moveTo>
                    <a:pt x="3208674" y="139700"/>
                  </a:moveTo>
                  <a:cubicBezTo>
                    <a:pt x="3277367" y="139700"/>
                    <a:pt x="3320304" y="171192"/>
                    <a:pt x="3354665" y="206966"/>
                  </a:cubicBezTo>
                  <a:lnTo>
                    <a:pt x="3329623" y="232727"/>
                  </a:lnTo>
                  <a:cubicBezTo>
                    <a:pt x="3298130" y="200526"/>
                    <a:pt x="3262357" y="172625"/>
                    <a:pt x="3207961" y="172625"/>
                  </a:cubicBezTo>
                  <a:cubicBezTo>
                    <a:pt x="3124941" y="172625"/>
                    <a:pt x="3060544" y="242033"/>
                    <a:pt x="3060544" y="329345"/>
                  </a:cubicBezTo>
                  <a:lnTo>
                    <a:pt x="3060544" y="330778"/>
                  </a:lnTo>
                  <a:cubicBezTo>
                    <a:pt x="3060544" y="418798"/>
                    <a:pt x="3127096" y="488931"/>
                    <a:pt x="3210814" y="488931"/>
                  </a:cubicBezTo>
                  <a:cubicBezTo>
                    <a:pt x="3262357" y="488931"/>
                    <a:pt x="3302425" y="462446"/>
                    <a:pt x="3333205" y="428104"/>
                  </a:cubicBezTo>
                  <a:lnTo>
                    <a:pt x="3357534" y="449565"/>
                  </a:lnTo>
                  <a:cubicBezTo>
                    <a:pt x="3320304" y="491797"/>
                    <a:pt x="3275940" y="521857"/>
                    <a:pt x="3208674" y="521857"/>
                  </a:cubicBezTo>
                  <a:cubicBezTo>
                    <a:pt x="3103480" y="521857"/>
                    <a:pt x="3022600" y="434527"/>
                    <a:pt x="3022600" y="332211"/>
                  </a:cubicBezTo>
                  <a:lnTo>
                    <a:pt x="3022600" y="330778"/>
                  </a:lnTo>
                  <a:cubicBezTo>
                    <a:pt x="3022600" y="228427"/>
                    <a:pt x="3104194" y="139700"/>
                    <a:pt x="3208674" y="139700"/>
                  </a:cubicBezTo>
                  <a:close/>
                  <a:moveTo>
                    <a:pt x="2782946" y="139700"/>
                  </a:moveTo>
                  <a:cubicBezTo>
                    <a:pt x="2875274" y="139700"/>
                    <a:pt x="2928930" y="202687"/>
                    <a:pt x="2928930" y="289990"/>
                  </a:cubicBezTo>
                  <a:lnTo>
                    <a:pt x="2928930" y="513263"/>
                  </a:lnTo>
                  <a:lnTo>
                    <a:pt x="2893878" y="513263"/>
                  </a:lnTo>
                  <a:lnTo>
                    <a:pt x="2893878" y="296406"/>
                  </a:lnTo>
                  <a:cubicBezTo>
                    <a:pt x="2893878" y="221278"/>
                    <a:pt x="2851645" y="171902"/>
                    <a:pt x="2777936" y="171902"/>
                  </a:cubicBezTo>
                  <a:cubicBezTo>
                    <a:pt x="2706370" y="171902"/>
                    <a:pt x="2651281" y="226294"/>
                    <a:pt x="2651281" y="302148"/>
                  </a:cubicBezTo>
                  <a:lnTo>
                    <a:pt x="2651281" y="513263"/>
                  </a:lnTo>
                  <a:lnTo>
                    <a:pt x="2616200" y="513263"/>
                  </a:lnTo>
                  <a:cubicBezTo>
                    <a:pt x="2616200" y="513263"/>
                    <a:pt x="2616200" y="148278"/>
                    <a:pt x="2616200" y="148278"/>
                  </a:cubicBezTo>
                  <a:lnTo>
                    <a:pt x="2651281" y="148278"/>
                  </a:lnTo>
                  <a:lnTo>
                    <a:pt x="2651281" y="216263"/>
                  </a:lnTo>
                  <a:cubicBezTo>
                    <a:pt x="2675590" y="173338"/>
                    <a:pt x="2716404" y="139700"/>
                    <a:pt x="2782946" y="139700"/>
                  </a:cubicBezTo>
                  <a:close/>
                  <a:moveTo>
                    <a:pt x="2344893" y="139700"/>
                  </a:moveTo>
                  <a:cubicBezTo>
                    <a:pt x="2447228" y="139700"/>
                    <a:pt x="2512345" y="222713"/>
                    <a:pt x="2512345" y="330779"/>
                  </a:cubicBezTo>
                  <a:cubicBezTo>
                    <a:pt x="2512345" y="337219"/>
                    <a:pt x="2512345" y="339377"/>
                    <a:pt x="2511635" y="345074"/>
                  </a:cubicBezTo>
                  <a:lnTo>
                    <a:pt x="2208919" y="345074"/>
                  </a:lnTo>
                  <a:cubicBezTo>
                    <a:pt x="2215353" y="435960"/>
                    <a:pt x="2280470" y="488932"/>
                    <a:pt x="2352037" y="488932"/>
                  </a:cubicBezTo>
                  <a:cubicBezTo>
                    <a:pt x="2408590" y="488932"/>
                    <a:pt x="2447228" y="463879"/>
                    <a:pt x="2477287" y="431679"/>
                  </a:cubicBezTo>
                  <a:lnTo>
                    <a:pt x="2501621" y="453157"/>
                  </a:lnTo>
                  <a:cubicBezTo>
                    <a:pt x="2464402" y="493231"/>
                    <a:pt x="2420749" y="521857"/>
                    <a:pt x="2350602" y="521857"/>
                  </a:cubicBezTo>
                  <a:cubicBezTo>
                    <a:pt x="2254732" y="521857"/>
                    <a:pt x="2171700" y="445284"/>
                    <a:pt x="2171700" y="331486"/>
                  </a:cubicBezTo>
                  <a:lnTo>
                    <a:pt x="2171700" y="330053"/>
                  </a:lnTo>
                  <a:cubicBezTo>
                    <a:pt x="2171700" y="224146"/>
                    <a:pt x="2246137" y="139700"/>
                    <a:pt x="2344893" y="139700"/>
                  </a:cubicBezTo>
                  <a:close/>
                  <a:moveTo>
                    <a:pt x="2019300" y="139700"/>
                  </a:moveTo>
                  <a:lnTo>
                    <a:pt x="2054359" y="139700"/>
                  </a:lnTo>
                  <a:lnTo>
                    <a:pt x="2054359" y="504677"/>
                  </a:lnTo>
                  <a:lnTo>
                    <a:pt x="2019300" y="504677"/>
                  </a:lnTo>
                  <a:cubicBezTo>
                    <a:pt x="2019300" y="504677"/>
                    <a:pt x="2019300" y="139700"/>
                    <a:pt x="2019300" y="139700"/>
                  </a:cubicBezTo>
                  <a:close/>
                  <a:moveTo>
                    <a:pt x="1455892" y="139700"/>
                  </a:moveTo>
                  <a:cubicBezTo>
                    <a:pt x="1558227" y="139700"/>
                    <a:pt x="1623344" y="222713"/>
                    <a:pt x="1623344" y="330779"/>
                  </a:cubicBezTo>
                  <a:cubicBezTo>
                    <a:pt x="1623344" y="337219"/>
                    <a:pt x="1623344" y="339377"/>
                    <a:pt x="1622634" y="345074"/>
                  </a:cubicBezTo>
                  <a:lnTo>
                    <a:pt x="1319919" y="345074"/>
                  </a:lnTo>
                  <a:cubicBezTo>
                    <a:pt x="1326353" y="435960"/>
                    <a:pt x="1391470" y="488932"/>
                    <a:pt x="1463036" y="488932"/>
                  </a:cubicBezTo>
                  <a:cubicBezTo>
                    <a:pt x="1519590" y="488932"/>
                    <a:pt x="1558227" y="463879"/>
                    <a:pt x="1588286" y="431679"/>
                  </a:cubicBezTo>
                  <a:lnTo>
                    <a:pt x="1612620" y="453157"/>
                  </a:lnTo>
                  <a:cubicBezTo>
                    <a:pt x="1575402" y="493231"/>
                    <a:pt x="1531749" y="521857"/>
                    <a:pt x="1461601" y="521857"/>
                  </a:cubicBezTo>
                  <a:cubicBezTo>
                    <a:pt x="1365732" y="521857"/>
                    <a:pt x="1282700" y="445284"/>
                    <a:pt x="1282700" y="331486"/>
                  </a:cubicBezTo>
                  <a:lnTo>
                    <a:pt x="1282700" y="330053"/>
                  </a:lnTo>
                  <a:cubicBezTo>
                    <a:pt x="1282700" y="224146"/>
                    <a:pt x="1357137" y="139700"/>
                    <a:pt x="1455892" y="139700"/>
                  </a:cubicBezTo>
                  <a:close/>
                  <a:moveTo>
                    <a:pt x="1023545" y="139700"/>
                  </a:moveTo>
                  <a:cubicBezTo>
                    <a:pt x="1111582" y="139700"/>
                    <a:pt x="1201029" y="210538"/>
                    <a:pt x="1201029" y="329346"/>
                  </a:cubicBezTo>
                  <a:lnTo>
                    <a:pt x="1201029" y="330769"/>
                  </a:lnTo>
                  <a:cubicBezTo>
                    <a:pt x="1201029" y="449578"/>
                    <a:pt x="1111582" y="521861"/>
                    <a:pt x="1023545" y="521861"/>
                  </a:cubicBezTo>
                  <a:cubicBezTo>
                    <a:pt x="950559" y="521861"/>
                    <a:pt x="903324" y="480330"/>
                    <a:pt x="873273" y="434529"/>
                  </a:cubicBezTo>
                  <a:lnTo>
                    <a:pt x="873273" y="627767"/>
                  </a:lnTo>
                  <a:lnTo>
                    <a:pt x="838200" y="627767"/>
                  </a:lnTo>
                  <a:cubicBezTo>
                    <a:pt x="838200" y="627767"/>
                    <a:pt x="838200" y="148287"/>
                    <a:pt x="838200" y="148287"/>
                  </a:cubicBezTo>
                  <a:lnTo>
                    <a:pt x="873273" y="148287"/>
                  </a:lnTo>
                  <a:lnTo>
                    <a:pt x="873273" y="229857"/>
                  </a:lnTo>
                  <a:cubicBezTo>
                    <a:pt x="904752" y="181909"/>
                    <a:pt x="951265" y="139700"/>
                    <a:pt x="1023545" y="139700"/>
                  </a:cubicBezTo>
                  <a:close/>
                  <a:moveTo>
                    <a:pt x="399409" y="139700"/>
                  </a:moveTo>
                  <a:lnTo>
                    <a:pt x="443064" y="139700"/>
                  </a:lnTo>
                  <a:lnTo>
                    <a:pt x="565439" y="294274"/>
                  </a:lnTo>
                  <a:lnTo>
                    <a:pt x="689261" y="139700"/>
                  </a:lnTo>
                  <a:lnTo>
                    <a:pt x="731484" y="139700"/>
                  </a:lnTo>
                  <a:lnTo>
                    <a:pt x="587624" y="317896"/>
                  </a:lnTo>
                  <a:lnTo>
                    <a:pt x="737209" y="504677"/>
                  </a:lnTo>
                  <a:lnTo>
                    <a:pt x="693539" y="504677"/>
                  </a:lnTo>
                  <a:cubicBezTo>
                    <a:pt x="693539" y="504677"/>
                    <a:pt x="564723" y="342228"/>
                    <a:pt x="564723" y="342228"/>
                  </a:cubicBezTo>
                  <a:lnTo>
                    <a:pt x="435923" y="504677"/>
                  </a:lnTo>
                  <a:lnTo>
                    <a:pt x="393700" y="504677"/>
                  </a:lnTo>
                  <a:lnTo>
                    <a:pt x="542538" y="318606"/>
                  </a:lnTo>
                  <a:close/>
                  <a:moveTo>
                    <a:pt x="185893" y="139700"/>
                  </a:moveTo>
                  <a:cubicBezTo>
                    <a:pt x="288228" y="139700"/>
                    <a:pt x="353345" y="222713"/>
                    <a:pt x="353345" y="330779"/>
                  </a:cubicBezTo>
                  <a:cubicBezTo>
                    <a:pt x="353345" y="337219"/>
                    <a:pt x="353345" y="339377"/>
                    <a:pt x="352635" y="345074"/>
                  </a:cubicBezTo>
                  <a:lnTo>
                    <a:pt x="49919" y="345074"/>
                  </a:lnTo>
                  <a:cubicBezTo>
                    <a:pt x="56353" y="435960"/>
                    <a:pt x="121470" y="488932"/>
                    <a:pt x="193037" y="488932"/>
                  </a:cubicBezTo>
                  <a:cubicBezTo>
                    <a:pt x="249590" y="488932"/>
                    <a:pt x="288228" y="463879"/>
                    <a:pt x="318287" y="431679"/>
                  </a:cubicBezTo>
                  <a:lnTo>
                    <a:pt x="342621" y="453157"/>
                  </a:lnTo>
                  <a:cubicBezTo>
                    <a:pt x="305402" y="493231"/>
                    <a:pt x="261749" y="521857"/>
                    <a:pt x="191602" y="521857"/>
                  </a:cubicBezTo>
                  <a:cubicBezTo>
                    <a:pt x="95732" y="521857"/>
                    <a:pt x="12700" y="445284"/>
                    <a:pt x="12700" y="331486"/>
                  </a:cubicBezTo>
                  <a:lnTo>
                    <a:pt x="12700" y="330053"/>
                  </a:lnTo>
                  <a:cubicBezTo>
                    <a:pt x="12700" y="224146"/>
                    <a:pt x="87137" y="139700"/>
                    <a:pt x="185893" y="139700"/>
                  </a:cubicBezTo>
                  <a:close/>
                  <a:moveTo>
                    <a:pt x="2019300" y="0"/>
                  </a:moveTo>
                  <a:lnTo>
                    <a:pt x="2062954" y="0"/>
                  </a:lnTo>
                  <a:lnTo>
                    <a:pt x="2062954" y="47951"/>
                  </a:lnTo>
                  <a:lnTo>
                    <a:pt x="2019300" y="47951"/>
                  </a:lnTo>
                  <a:cubicBezTo>
                    <a:pt x="2019300" y="47951"/>
                    <a:pt x="2019300" y="0"/>
                    <a:pt x="2019300" y="0"/>
                  </a:cubicBezTo>
                  <a:close/>
                </a:path>
              </a:pathLst>
            </a:custGeom>
            <a:solidFill>
              <a:schemeClr val="tx2"/>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grpSp>
    </p:spTree>
  </p:cSld>
  <p:clrMapOvr>
    <a:masterClrMapping/>
  </p:clrMapOvr>
  <p:extLst>
    <p:ext uri="{DCECCB84-F9BA-43D5-87BE-67443E8EF086}">
      <p15:sldGuideLst xmlns:p15="http://schemas.microsoft.com/office/powerpoint/2012/main">
        <p15:guide id="1" orient="horz" pos="3407" userDrawn="1">
          <p15:clr>
            <a:srgbClr val="9FCC3B"/>
          </p15:clr>
        </p15:guide>
        <p15:guide id="2" pos="7015" userDrawn="1">
          <p15:clr>
            <a:srgbClr val="9FCC3B"/>
          </p15:clr>
        </p15:guide>
        <p15:guide id="3" orient="horz" pos="686" userDrawn="1">
          <p15:clr>
            <a:srgbClr val="9FCC3B"/>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xt Box White">
    <p:bg>
      <p:bgPr>
        <a:solidFill>
          <a:schemeClr val="tx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Picture Placeholder 5"/>
          <p:cNvSpPr>
            <a:spLocks noGrp="1"/>
          </p:cNvSpPr>
          <p:nvPr>
            <p:ph type="pic" sz="quarter" idx="21" hasCustomPrompt="1"/>
          </p:nvPr>
        </p:nvSpPr>
        <p:spPr>
          <a:xfrm>
            <a:off x="0" y="-1"/>
            <a:ext cx="12192000" cy="6858001"/>
          </a:xfrm>
          <a:solidFill>
            <a:schemeClr val="tx1">
              <a:alpha val="3000"/>
            </a:schemeClr>
          </a:solidFill>
        </p:spPr>
        <p:txBody>
          <a:bodyPr anchor="ctr"/>
          <a:lstStyle>
            <a:lvl1pPr marL="0" indent="0" algn="ctr">
              <a:buNone/>
              <a:defRPr>
                <a:solidFill>
                  <a:schemeClr val="accent4"/>
                </a:solidFill>
              </a:defRPr>
            </a:lvl1pPr>
          </a:lstStyle>
          <a:p>
            <a:r>
              <a:rPr lang="en-US"/>
              <a:t>Add Picture [Transparency: 15%]</a:t>
            </a:r>
          </a:p>
        </p:txBody>
      </p:sp>
      <p:sp>
        <p:nvSpPr>
          <p:cNvPr id="2" name="Title 1"/>
          <p:cNvSpPr>
            <a:spLocks noGrp="1"/>
          </p:cNvSpPr>
          <p:nvPr>
            <p:ph type="title" hasCustomPrompt="1"/>
          </p:nvPr>
        </p:nvSpPr>
        <p:spPr>
          <a:xfrm>
            <a:off x="1199706" y="1854072"/>
            <a:ext cx="3060000" cy="941796"/>
          </a:xfrm>
        </p:spPr>
        <p:txBody>
          <a:bodyPr/>
          <a:lstStyle>
            <a:lvl1pPr algn="ctr">
              <a:defRPr/>
            </a:lvl1pPr>
          </a:lstStyle>
          <a:p>
            <a:r>
              <a:rPr lang="en-US"/>
              <a:t>Add Title</a:t>
            </a:r>
            <a:br>
              <a:rPr lang="en-US"/>
            </a:br>
            <a:r>
              <a:rPr lang="en-US"/>
              <a:t>–</a:t>
            </a:r>
          </a:p>
        </p:txBody>
      </p:sp>
      <p:sp>
        <p:nvSpPr>
          <p:cNvPr id="19" name="Text Placeholder 5"/>
          <p:cNvSpPr>
            <a:spLocks noGrp="1"/>
          </p:cNvSpPr>
          <p:nvPr>
            <p:ph type="body" sz="quarter" idx="20" hasCustomPrompt="1"/>
          </p:nvPr>
        </p:nvSpPr>
        <p:spPr>
          <a:xfrm>
            <a:off x="1199706" y="3338818"/>
            <a:ext cx="3060000" cy="1917157"/>
          </a:xfrm>
        </p:spPr>
        <p:txBody>
          <a:bodyPr/>
          <a:lstStyle>
            <a:lvl1pPr marL="0" indent="0" algn="ctr">
              <a:buNone/>
              <a:defRPr/>
            </a:lvl1pPr>
          </a:lstStyle>
          <a:p>
            <a:pPr lvl="0"/>
            <a:r>
              <a:rPr lang="en-US"/>
              <a:t>Add text</a:t>
            </a:r>
          </a:p>
        </p:txBody>
      </p:sp>
    </p:spTree>
  </p:cSld>
  <p:clrMapOvr>
    <a:masterClrMapping/>
  </p:clrMapOvr>
  <p:extLst>
    <p:ext uri="{DCECCB84-F9BA-43D5-87BE-67443E8EF086}">
      <p15:sldGuideLst xmlns:p15="http://schemas.microsoft.com/office/powerpoint/2012/main">
        <p15:guide id="4" pos="3001" userDrawn="1">
          <p15:clr>
            <a:srgbClr val="9FCC3B"/>
          </p15:clr>
        </p15:guide>
        <p15:guide id="5" pos="4679" userDrawn="1">
          <p15:clr>
            <a:srgbClr val="9FCC3B"/>
          </p15:clr>
        </p15:guide>
        <p15:guide id="6" orient="horz" pos="4088" userDrawn="1">
          <p15:clr>
            <a:srgbClr val="9FCC3B"/>
          </p15:clr>
        </p15:guide>
        <p15:guide id="7" pos="756" userDrawn="1">
          <p15:clr>
            <a:srgbClr val="9FCC3B"/>
          </p15:clr>
        </p15:guide>
        <p15:guide id="8" pos="2683" userDrawn="1">
          <p15:clr>
            <a:srgbClr val="9FCC3B"/>
          </p15:clr>
        </p15:guide>
        <p15:guide id="9" pos="4997" userDrawn="1">
          <p15:clr>
            <a:srgbClr val="9FCC3B"/>
          </p15:clr>
        </p15:guide>
        <p15:guide id="10" pos="6924" userDrawn="1">
          <p15:clr>
            <a:srgbClr val="9FCC3B"/>
          </p15:clr>
        </p15:guide>
        <p15:guide id="11" orient="horz" pos="3317" userDrawn="1">
          <p15:clr>
            <a:srgbClr val="9FCC3B"/>
          </p15:clr>
        </p15:guide>
        <p15:guide id="12" orient="horz" pos="777" userDrawn="1">
          <p15:clr>
            <a:srgbClr val="9FCC3B"/>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ext Box Orange">
    <p:bg>
      <p:bgPr>
        <a:solidFill>
          <a:schemeClr val="accent1"/>
        </a:solidFill>
        <a:effectLst/>
      </p:bgPr>
    </p:bg>
    <p:spTree>
      <p:nvGrpSpPr>
        <p:cNvPr id="1" name=""/>
        <p:cNvGrpSpPr/>
        <p:nvPr/>
      </p:nvGrpSpPr>
      <p:grpSpPr>
        <a:xfrm>
          <a:off x="0" y="0"/>
          <a:ext cx="0" cy="0"/>
          <a:chOff x="0" y="0"/>
          <a:chExt cx="0" cy="0"/>
        </a:xfrm>
      </p:grpSpPr>
      <p:sp>
        <p:nvSpPr>
          <p:cNvPr id="8" name="Picture Placeholder 5"/>
          <p:cNvSpPr>
            <a:spLocks noGrp="1"/>
          </p:cNvSpPr>
          <p:nvPr>
            <p:ph type="pic" sz="quarter" idx="21" hasCustomPrompt="1"/>
          </p:nvPr>
        </p:nvSpPr>
        <p:spPr>
          <a:xfrm>
            <a:off x="0" y="-1"/>
            <a:ext cx="12192000" cy="6858001"/>
          </a:xfrm>
          <a:solidFill>
            <a:schemeClr val="tx1">
              <a:alpha val="3000"/>
            </a:schemeClr>
          </a:solidFill>
        </p:spPr>
        <p:txBody>
          <a:bodyPr anchor="ctr"/>
          <a:lstStyle>
            <a:lvl1pPr marL="0" indent="0" algn="ctr">
              <a:buNone/>
              <a:defRPr>
                <a:solidFill>
                  <a:schemeClr val="bg1"/>
                </a:solidFill>
              </a:defRPr>
            </a:lvl1pPr>
          </a:lstStyle>
          <a:p>
            <a:r>
              <a:rPr lang="en-US"/>
              <a:t>Add Picture</a:t>
            </a:r>
          </a:p>
        </p:txBody>
      </p:sp>
      <p:sp>
        <p:nvSpPr>
          <p:cNvPr id="2" name="Title 1"/>
          <p:cNvSpPr>
            <a:spLocks noGrp="1"/>
          </p:cNvSpPr>
          <p:nvPr>
            <p:ph type="title" hasCustomPrompt="1"/>
          </p:nvPr>
        </p:nvSpPr>
        <p:spPr>
          <a:xfrm>
            <a:off x="7787913" y="1053000"/>
            <a:ext cx="2628000" cy="941796"/>
          </a:xfrm>
        </p:spPr>
        <p:txBody>
          <a:bodyPr/>
          <a:lstStyle>
            <a:lvl1pPr algn="l">
              <a:defRPr>
                <a:solidFill>
                  <a:schemeClr val="bg1"/>
                </a:solidFill>
              </a:defRPr>
            </a:lvl1pPr>
          </a:lstStyle>
          <a:p>
            <a:r>
              <a:rPr lang="en-US"/>
              <a:t>Add Title</a:t>
            </a:r>
            <a:br>
              <a:rPr lang="en-US"/>
            </a:br>
            <a:r>
              <a:rPr lang="en-US"/>
              <a:t>–</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
        <p:nvSpPr>
          <p:cNvPr id="18" name="Text Placeholder 4"/>
          <p:cNvSpPr>
            <a:spLocks noGrp="1"/>
          </p:cNvSpPr>
          <p:nvPr>
            <p:ph type="body" sz="quarter" idx="27" hasCustomPrompt="1"/>
          </p:nvPr>
        </p:nvSpPr>
        <p:spPr>
          <a:xfrm>
            <a:off x="7788733" y="4185388"/>
            <a:ext cx="3347660" cy="216000"/>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20" name="Text Placeholder 5"/>
          <p:cNvSpPr>
            <a:spLocks noGrp="1"/>
          </p:cNvSpPr>
          <p:nvPr>
            <p:ph type="body" sz="quarter" idx="31" hasCustomPrompt="1"/>
          </p:nvPr>
        </p:nvSpPr>
        <p:spPr>
          <a:xfrm>
            <a:off x="7787914" y="4472613"/>
            <a:ext cx="3348399" cy="936000"/>
          </a:xfrm>
        </p:spPr>
        <p:txBody>
          <a:bodyPr>
            <a:normAutofit/>
          </a:bodyPr>
          <a:lstStyle>
            <a:lvl1pPr marL="0" indent="0">
              <a:buNone/>
              <a:defRPr sz="2000">
                <a:solidFill>
                  <a:schemeClr val="bg1">
                    <a:alpha val="85000"/>
                  </a:schemeClr>
                </a:solidFill>
              </a:defRPr>
            </a:lvl1pPr>
          </a:lstStyle>
          <a:p>
            <a:pPr lvl="0"/>
            <a:r>
              <a:rPr lang="en-US"/>
              <a:t>Add text</a:t>
            </a:r>
          </a:p>
        </p:txBody>
      </p:sp>
      <p:sp>
        <p:nvSpPr>
          <p:cNvPr id="21" name="Text Placeholder 4"/>
          <p:cNvSpPr>
            <a:spLocks noGrp="1"/>
          </p:cNvSpPr>
          <p:nvPr>
            <p:ph type="body" sz="quarter" idx="32" hasCustomPrompt="1"/>
          </p:nvPr>
        </p:nvSpPr>
        <p:spPr>
          <a:xfrm>
            <a:off x="7788733" y="2600742"/>
            <a:ext cx="3347660" cy="216000"/>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22" name="Text Placeholder 5"/>
          <p:cNvSpPr>
            <a:spLocks noGrp="1"/>
          </p:cNvSpPr>
          <p:nvPr>
            <p:ph type="body" sz="quarter" idx="33" hasCustomPrompt="1"/>
          </p:nvPr>
        </p:nvSpPr>
        <p:spPr>
          <a:xfrm>
            <a:off x="7787914" y="2887967"/>
            <a:ext cx="3348399" cy="936000"/>
          </a:xfrm>
        </p:spPr>
        <p:txBody>
          <a:bodyPr>
            <a:normAutofit/>
          </a:bodyPr>
          <a:lstStyle>
            <a:lvl1pPr marL="0" indent="0">
              <a:buNone/>
              <a:defRPr sz="2000">
                <a:solidFill>
                  <a:schemeClr val="bg1">
                    <a:alpha val="85000"/>
                  </a:schemeClr>
                </a:solidFill>
              </a:defRPr>
            </a:lvl1pPr>
          </a:lstStyle>
          <a:p>
            <a:pPr lvl="0"/>
            <a:r>
              <a:rPr lang="en-US"/>
              <a:t>Add text</a:t>
            </a:r>
          </a:p>
        </p:txBody>
      </p:sp>
    </p:spTree>
  </p:cSld>
  <p:clrMapOvr>
    <a:masterClrMapping/>
  </p:clrMapOvr>
  <p:extLst>
    <p:ext uri="{DCECCB84-F9BA-43D5-87BE-67443E8EF086}">
      <p15:sldGuideLst xmlns:p15="http://schemas.microsoft.com/office/powerpoint/2012/main">
        <p15:guide id="4" pos="3001">
          <p15:clr>
            <a:srgbClr val="9FCC3B"/>
          </p15:clr>
        </p15:guide>
        <p15:guide id="5" pos="4679">
          <p15:clr>
            <a:srgbClr val="9FCC3B"/>
          </p15:clr>
        </p15:guide>
        <p15:guide id="6" orient="horz" pos="4088">
          <p15:clr>
            <a:srgbClr val="9FCC3B"/>
          </p15:clr>
        </p15:guide>
        <p15:guide id="7" pos="665" userDrawn="1">
          <p15:clr>
            <a:srgbClr val="9FCC3B"/>
          </p15:clr>
        </p15:guide>
        <p15:guide id="8" pos="2774" userDrawn="1">
          <p15:clr>
            <a:srgbClr val="9FCC3B"/>
          </p15:clr>
        </p15:guide>
        <p15:guide id="9" pos="4906" userDrawn="1">
          <p15:clr>
            <a:srgbClr val="9FCC3B"/>
          </p15:clr>
        </p15:guide>
        <p15:guide id="10" pos="7015" userDrawn="1">
          <p15:clr>
            <a:srgbClr val="9FCC3B"/>
          </p15:clr>
        </p15:guide>
        <p15:guide id="11" orient="horz" pos="3407" userDrawn="1">
          <p15:clr>
            <a:srgbClr val="9FCC3B"/>
          </p15:clr>
        </p15:guide>
        <p15:guide id="12" orient="horz" pos="686" userDrawn="1">
          <p15:clr>
            <a:srgbClr val="9FCC3B"/>
          </p15:clr>
        </p15:guide>
        <p15:guide id="13" orient="horz" pos="2636" userDrawn="1">
          <p15:clr>
            <a:srgbClr val="9FCC3B"/>
          </p15:clr>
        </p15:guide>
        <p15:guide id="14" orient="horz" pos="2409" userDrawn="1">
          <p15:clr>
            <a:srgbClr val="9FCC3B"/>
          </p15:clr>
        </p15:guide>
        <p15:guide id="15" orient="horz" pos="1638" userDrawn="1">
          <p15:clr>
            <a:srgbClr val="9FCC3B"/>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ext Box Blue">
    <p:bg>
      <p:bgPr>
        <a:solidFill>
          <a:schemeClr val="accent2"/>
        </a:solidFill>
        <a:effectLst/>
      </p:bgPr>
    </p:bg>
    <p:spTree>
      <p:nvGrpSpPr>
        <p:cNvPr id="1" name=""/>
        <p:cNvGrpSpPr/>
        <p:nvPr/>
      </p:nvGrpSpPr>
      <p:grpSpPr>
        <a:xfrm>
          <a:off x="0" y="0"/>
          <a:ext cx="0" cy="0"/>
          <a:chOff x="0" y="0"/>
          <a:chExt cx="0" cy="0"/>
        </a:xfrm>
      </p:grpSpPr>
      <p:sp>
        <p:nvSpPr>
          <p:cNvPr id="8" name="Picture Placeholder 5"/>
          <p:cNvSpPr>
            <a:spLocks noGrp="1"/>
          </p:cNvSpPr>
          <p:nvPr>
            <p:ph type="pic" sz="quarter" idx="21" hasCustomPrompt="1"/>
          </p:nvPr>
        </p:nvSpPr>
        <p:spPr>
          <a:xfrm>
            <a:off x="0" y="-1"/>
            <a:ext cx="12192000" cy="6858001"/>
          </a:xfrm>
          <a:solidFill>
            <a:schemeClr val="tx1">
              <a:alpha val="3000"/>
            </a:schemeClr>
          </a:solidFill>
        </p:spPr>
        <p:txBody>
          <a:bodyPr anchor="ctr"/>
          <a:lstStyle>
            <a:lvl1pPr marL="0" indent="0" algn="ctr">
              <a:buNone/>
              <a:defRPr>
                <a:solidFill>
                  <a:schemeClr val="bg1"/>
                </a:solidFill>
              </a:defRPr>
            </a:lvl1pPr>
          </a:lstStyle>
          <a:p>
            <a:r>
              <a:rPr lang="en-US"/>
              <a:t>Add Picture</a:t>
            </a:r>
          </a:p>
        </p:txBody>
      </p:sp>
      <p:sp>
        <p:nvSpPr>
          <p:cNvPr id="2" name="Title 1"/>
          <p:cNvSpPr>
            <a:spLocks noGrp="1"/>
          </p:cNvSpPr>
          <p:nvPr>
            <p:ph type="title" hasCustomPrompt="1"/>
          </p:nvPr>
        </p:nvSpPr>
        <p:spPr>
          <a:xfrm>
            <a:off x="1054868" y="1053000"/>
            <a:ext cx="2628000" cy="941796"/>
          </a:xfrm>
        </p:spPr>
        <p:txBody>
          <a:bodyPr/>
          <a:lstStyle>
            <a:lvl1pPr algn="l">
              <a:defRPr>
                <a:solidFill>
                  <a:schemeClr val="bg1"/>
                </a:solidFill>
              </a:defRPr>
            </a:lvl1pPr>
          </a:lstStyle>
          <a:p>
            <a:r>
              <a:rPr lang="en-US"/>
              <a:t>Add Title</a:t>
            </a:r>
            <a:br>
              <a:rPr lang="en-US"/>
            </a:br>
            <a:r>
              <a:rPr lang="en-US"/>
              <a:t>–</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
        <p:nvSpPr>
          <p:cNvPr id="18" name="Text Placeholder 4"/>
          <p:cNvSpPr>
            <a:spLocks noGrp="1"/>
          </p:cNvSpPr>
          <p:nvPr>
            <p:ph type="body" sz="quarter" idx="27" hasCustomPrompt="1"/>
          </p:nvPr>
        </p:nvSpPr>
        <p:spPr>
          <a:xfrm>
            <a:off x="1055688" y="4185388"/>
            <a:ext cx="3347660" cy="216000"/>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20" name="Text Placeholder 5"/>
          <p:cNvSpPr>
            <a:spLocks noGrp="1"/>
          </p:cNvSpPr>
          <p:nvPr>
            <p:ph type="body" sz="quarter" idx="31" hasCustomPrompt="1"/>
          </p:nvPr>
        </p:nvSpPr>
        <p:spPr>
          <a:xfrm>
            <a:off x="1054869" y="4472613"/>
            <a:ext cx="3348399" cy="936000"/>
          </a:xfrm>
        </p:spPr>
        <p:txBody>
          <a:bodyPr>
            <a:normAutofit/>
          </a:bodyPr>
          <a:lstStyle>
            <a:lvl1pPr marL="0" indent="0">
              <a:buNone/>
              <a:defRPr sz="2000">
                <a:solidFill>
                  <a:schemeClr val="bg1">
                    <a:alpha val="85000"/>
                  </a:schemeClr>
                </a:solidFill>
              </a:defRPr>
            </a:lvl1pPr>
          </a:lstStyle>
          <a:p>
            <a:pPr lvl="0"/>
            <a:r>
              <a:rPr lang="en-US"/>
              <a:t>Add text</a:t>
            </a:r>
          </a:p>
        </p:txBody>
      </p:sp>
      <p:sp>
        <p:nvSpPr>
          <p:cNvPr id="21" name="Text Placeholder 4"/>
          <p:cNvSpPr>
            <a:spLocks noGrp="1"/>
          </p:cNvSpPr>
          <p:nvPr>
            <p:ph type="body" sz="quarter" idx="32" hasCustomPrompt="1"/>
          </p:nvPr>
        </p:nvSpPr>
        <p:spPr>
          <a:xfrm>
            <a:off x="1055688" y="2600742"/>
            <a:ext cx="3347660" cy="216000"/>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22" name="Text Placeholder 5"/>
          <p:cNvSpPr>
            <a:spLocks noGrp="1"/>
          </p:cNvSpPr>
          <p:nvPr>
            <p:ph type="body" sz="quarter" idx="33" hasCustomPrompt="1"/>
          </p:nvPr>
        </p:nvSpPr>
        <p:spPr>
          <a:xfrm>
            <a:off x="1054869" y="2887967"/>
            <a:ext cx="3348399" cy="936000"/>
          </a:xfrm>
        </p:spPr>
        <p:txBody>
          <a:bodyPr>
            <a:normAutofit/>
          </a:bodyPr>
          <a:lstStyle>
            <a:lvl1pPr marL="0" indent="0">
              <a:buNone/>
              <a:defRPr sz="2000">
                <a:solidFill>
                  <a:schemeClr val="bg1">
                    <a:alpha val="85000"/>
                  </a:schemeClr>
                </a:solidFill>
              </a:defRPr>
            </a:lvl1pPr>
          </a:lstStyle>
          <a:p>
            <a:pPr lvl="0"/>
            <a:r>
              <a:rPr lang="en-US"/>
              <a:t>Add text</a:t>
            </a:r>
          </a:p>
        </p:txBody>
      </p:sp>
    </p:spTree>
  </p:cSld>
  <p:clrMapOvr>
    <a:masterClrMapping/>
  </p:clrMapOvr>
  <p:extLst>
    <p:ext uri="{DCECCB84-F9BA-43D5-87BE-67443E8EF086}">
      <p15:sldGuideLst xmlns:p15="http://schemas.microsoft.com/office/powerpoint/2012/main">
        <p15:guide id="4" pos="3001">
          <p15:clr>
            <a:srgbClr val="9FCC3B"/>
          </p15:clr>
        </p15:guide>
        <p15:guide id="5" pos="4679">
          <p15:clr>
            <a:srgbClr val="9FCC3B"/>
          </p15:clr>
        </p15:guide>
        <p15:guide id="6" orient="horz" pos="4088">
          <p15:clr>
            <a:srgbClr val="9FCC3B"/>
          </p15:clr>
        </p15:guide>
        <p15:guide id="7" pos="665">
          <p15:clr>
            <a:srgbClr val="9FCC3B"/>
          </p15:clr>
        </p15:guide>
        <p15:guide id="8" pos="2774">
          <p15:clr>
            <a:srgbClr val="9FCC3B"/>
          </p15:clr>
        </p15:guide>
        <p15:guide id="9" pos="4906">
          <p15:clr>
            <a:srgbClr val="9FCC3B"/>
          </p15:clr>
        </p15:guide>
        <p15:guide id="10" pos="7015">
          <p15:clr>
            <a:srgbClr val="9FCC3B"/>
          </p15:clr>
        </p15:guide>
        <p15:guide id="11" orient="horz" pos="3407">
          <p15:clr>
            <a:srgbClr val="9FCC3B"/>
          </p15:clr>
        </p15:guide>
        <p15:guide id="12" orient="horz" pos="686">
          <p15:clr>
            <a:srgbClr val="9FCC3B"/>
          </p15:clr>
        </p15:guide>
        <p15:guide id="13" orient="horz" pos="2636">
          <p15:clr>
            <a:srgbClr val="9FCC3B"/>
          </p15:clr>
        </p15:guide>
        <p15:guide id="14" orient="horz" pos="2409">
          <p15:clr>
            <a:srgbClr val="9FCC3B"/>
          </p15:clr>
        </p15:guide>
        <p15:guide id="15" orient="horz" pos="1638">
          <p15:clr>
            <a:srgbClr val="9FCC3B"/>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Gray">
    <p:bg>
      <p:bgPr>
        <a:gradFill>
          <a:gsLst>
            <a:gs pos="99000">
              <a:schemeClr val="tx2"/>
            </a:gs>
            <a:gs pos="0">
              <a:schemeClr val="tx2">
                <a:lumMod val="60000"/>
                <a:lumOff val="40000"/>
              </a:schemeClr>
            </a:gs>
          </a:gsLst>
          <a:lin ang="2700000" scaled="1"/>
        </a:gra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9" name="Picture Placeholder 7"/>
          <p:cNvPicPr>
            <a:picLocks noChangeAspect="1"/>
          </p:cNvPicPr>
          <p:nvPr userDrawn="1"/>
        </p:nvPicPr>
        <p:blipFill>
          <a:blip r:embed="rId3" cstate="screen">
            <a:alphaModFix amt="15000"/>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a:xfrm>
            <a:off x="-1" y="0"/>
            <a:ext cx="12192000" cy="6858000"/>
          </a:xfrm>
          <a:prstGeom prst="rect">
            <a:avLst/>
          </a:prstGeom>
          <a:noFill/>
        </p:spPr>
      </p:pic>
      <p:sp>
        <p:nvSpPr>
          <p:cNvPr id="2" name="Title 1"/>
          <p:cNvSpPr>
            <a:spLocks noGrp="1"/>
          </p:cNvSpPr>
          <p:nvPr>
            <p:ph type="title" hasCustomPrompt="1"/>
          </p:nvPr>
        </p:nvSpPr>
        <p:spPr>
          <a:xfrm>
            <a:off x="695325" y="2683778"/>
            <a:ext cx="10801349" cy="1994392"/>
          </a:xfrm>
        </p:spPr>
        <p:txBody>
          <a:bodyPr wrap="square" anchor="ctr">
            <a:spAutoFit/>
          </a:bodyPr>
          <a:lstStyle>
            <a:lvl1pPr>
              <a:defRPr sz="4800">
                <a:solidFill>
                  <a:schemeClr val="bg1"/>
                </a:solidFill>
              </a:defRPr>
            </a:lvl1pPr>
          </a:lstStyle>
          <a:p>
            <a:r>
              <a:rPr lang="en-US"/>
              <a:t>Add</a:t>
            </a:r>
            <a:br>
              <a:rPr lang="en-US"/>
            </a:br>
            <a:r>
              <a:rPr lang="en-US"/>
              <a:t>Section</a:t>
            </a:r>
            <a:br>
              <a:rPr lang="en-US"/>
            </a:br>
            <a:r>
              <a:rPr lang="en-US"/>
              <a:t>–</a:t>
            </a:r>
          </a:p>
        </p:txBody>
      </p:sp>
    </p:spTree>
  </p:cSld>
  <p:clrMapOvr>
    <a:masterClrMapping/>
  </p:clrMapOvr>
  <p:extLst>
    <p:ext uri="{DCECCB84-F9BA-43D5-87BE-67443E8EF086}">
      <p15:sldGuideLst xmlns:p15="http://schemas.microsoft.com/office/powerpoint/2012/main">
        <p15:guide id="11" orient="horz" pos="4088">
          <p15:clr>
            <a:srgbClr val="9FCC3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Large Featur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8" name="Text Placeholder 4"/>
          <p:cNvSpPr>
            <a:spLocks noGrp="1"/>
          </p:cNvSpPr>
          <p:nvPr>
            <p:ph type="body" sz="quarter" idx="24" hasCustomPrompt="1"/>
          </p:nvPr>
        </p:nvSpPr>
        <p:spPr>
          <a:xfrm>
            <a:off x="695582" y="3879579"/>
            <a:ext cx="2322000" cy="378196"/>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29" name="Text Placeholder 4"/>
          <p:cNvSpPr>
            <a:spLocks noGrp="1"/>
          </p:cNvSpPr>
          <p:nvPr>
            <p:ph type="body" sz="quarter" idx="25" hasCustomPrompt="1"/>
          </p:nvPr>
        </p:nvSpPr>
        <p:spPr>
          <a:xfrm>
            <a:off x="3521861" y="3879579"/>
            <a:ext cx="2322000" cy="378196"/>
          </a:xfrm>
        </p:spPr>
        <p:txBody>
          <a:bodyPr anchor="b">
            <a:noAutofit/>
          </a:bodyPr>
          <a:lstStyle>
            <a:lvl1pPr marL="0" indent="0" algn="ctr">
              <a:lnSpc>
                <a:spcPct val="90000"/>
              </a:lnSpc>
              <a:buNone/>
              <a:defRPr sz="2000" b="1" cap="none" baseline="0">
                <a:solidFill>
                  <a:schemeClr val="accent2"/>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348140" y="3879579"/>
            <a:ext cx="2322000" cy="378196"/>
          </a:xfrm>
        </p:spPr>
        <p:txBody>
          <a:bodyPr anchor="b">
            <a:noAutofit/>
          </a:bodyPr>
          <a:lstStyle>
            <a:lvl1pPr marL="0" indent="0" algn="ctr">
              <a:lnSpc>
                <a:spcPct val="90000"/>
              </a:lnSpc>
              <a:buNone/>
              <a:defRPr sz="2000" b="1" cap="none" baseline="0">
                <a:solidFill>
                  <a:schemeClr val="tx2"/>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174418" y="3879579"/>
            <a:ext cx="2322000" cy="378196"/>
          </a:xfrm>
        </p:spPr>
        <p:txBody>
          <a:bodyPr anchor="b">
            <a:noAutofit/>
          </a:bodyPr>
          <a:lstStyle>
            <a:lvl1pPr marL="0" indent="0" algn="ctr">
              <a:lnSpc>
                <a:spcPct val="90000"/>
              </a:lnSpc>
              <a:buNone/>
              <a:defRPr sz="2000" b="1" cap="none" baseline="0">
                <a:solidFill>
                  <a:schemeClr val="accent1"/>
                </a:solidFill>
                <a:latin typeface="+mj-lt"/>
              </a:defRPr>
            </a:lvl1pPr>
          </a:lstStyle>
          <a:p>
            <a:pPr lvl="0"/>
            <a:r>
              <a:rPr lang="en-US"/>
              <a:t>Add Subtitle</a:t>
            </a:r>
          </a:p>
        </p:txBody>
      </p:sp>
      <p:sp>
        <p:nvSpPr>
          <p:cNvPr id="36" name="Text Placeholder 5"/>
          <p:cNvSpPr>
            <a:spLocks noGrp="1"/>
          </p:cNvSpPr>
          <p:nvPr>
            <p:ph type="body" sz="quarter" idx="28" hasCustomPrompt="1"/>
          </p:nvPr>
        </p:nvSpPr>
        <p:spPr>
          <a:xfrm>
            <a:off x="695326" y="4328999"/>
            <a:ext cx="2322513" cy="1438781"/>
          </a:xfrm>
        </p:spPr>
        <p:txBody>
          <a:bodyPr>
            <a:normAutofit/>
          </a:bodyPr>
          <a:lstStyle>
            <a:lvl1pPr marL="0" indent="0" algn="ctr">
              <a:buNone/>
              <a:defRPr sz="2000"/>
            </a:lvl1pPr>
          </a:lstStyle>
          <a:p>
            <a:pPr lvl="0"/>
            <a:r>
              <a:rPr lang="en-US"/>
              <a:t>Add text</a:t>
            </a:r>
          </a:p>
        </p:txBody>
      </p:sp>
      <p:sp>
        <p:nvSpPr>
          <p:cNvPr id="37" name="Text Placeholder 5"/>
          <p:cNvSpPr>
            <a:spLocks noGrp="1"/>
          </p:cNvSpPr>
          <p:nvPr>
            <p:ph type="body" sz="quarter" idx="29" hasCustomPrompt="1"/>
          </p:nvPr>
        </p:nvSpPr>
        <p:spPr>
          <a:xfrm>
            <a:off x="3521605" y="4328999"/>
            <a:ext cx="2322513" cy="1438781"/>
          </a:xfrm>
        </p:spPr>
        <p:txBody>
          <a:bodyPr>
            <a:normAutofit/>
          </a:bodyPr>
          <a:lstStyle>
            <a:lvl1pPr marL="0" indent="0" algn="ctr">
              <a:buNone/>
              <a:defRPr sz="2000"/>
            </a:lvl1pPr>
          </a:lstStyle>
          <a:p>
            <a:pPr lvl="0"/>
            <a:r>
              <a:rPr lang="en-US"/>
              <a:t>Add text</a:t>
            </a:r>
          </a:p>
        </p:txBody>
      </p:sp>
      <p:sp>
        <p:nvSpPr>
          <p:cNvPr id="38" name="Text Placeholder 5"/>
          <p:cNvSpPr>
            <a:spLocks noGrp="1"/>
          </p:cNvSpPr>
          <p:nvPr>
            <p:ph type="body" sz="quarter" idx="30" hasCustomPrompt="1"/>
          </p:nvPr>
        </p:nvSpPr>
        <p:spPr>
          <a:xfrm>
            <a:off x="6347884" y="4328999"/>
            <a:ext cx="2322513" cy="1438781"/>
          </a:xfrm>
        </p:spPr>
        <p:txBody>
          <a:bodyPr>
            <a:normAutofit/>
          </a:bodyPr>
          <a:lstStyle>
            <a:lvl1pPr marL="0" indent="0" algn="ctr">
              <a:buNone/>
              <a:defRPr sz="2000"/>
            </a:lvl1pPr>
          </a:lstStyle>
          <a:p>
            <a:pPr lvl="0"/>
            <a:r>
              <a:rPr lang="en-US"/>
              <a:t>Add text</a:t>
            </a:r>
          </a:p>
        </p:txBody>
      </p:sp>
      <p:sp>
        <p:nvSpPr>
          <p:cNvPr id="39" name="Text Placeholder 5"/>
          <p:cNvSpPr>
            <a:spLocks noGrp="1"/>
          </p:cNvSpPr>
          <p:nvPr>
            <p:ph type="body" sz="quarter" idx="31" hasCustomPrompt="1"/>
          </p:nvPr>
        </p:nvSpPr>
        <p:spPr>
          <a:xfrm>
            <a:off x="9174162" y="4328999"/>
            <a:ext cx="2322513" cy="1438781"/>
          </a:xfrm>
        </p:spPr>
        <p:txBody>
          <a:bodyPr>
            <a:normAutofit/>
          </a:bodyPr>
          <a:lstStyle>
            <a:lvl1pPr marL="0" indent="0" algn="ctr">
              <a:buNone/>
              <a:defRPr sz="2000"/>
            </a:lvl1pPr>
          </a:lstStyle>
          <a:p>
            <a:pPr lvl="0"/>
            <a:r>
              <a:rPr lang="en-US"/>
              <a:t>Add text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2228">
          <p15:clr>
            <a:srgbClr val="9FCC3B"/>
          </p15:clr>
        </p15:guide>
        <p15:guide id="9" orient="horz" pos="2546">
          <p15:clr>
            <a:srgbClr val="9FCC3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Large Image Title and 4 Features">
    <p:spTree>
      <p:nvGrpSpPr>
        <p:cNvPr id="1" name=""/>
        <p:cNvGrpSpPr/>
        <p:nvPr/>
      </p:nvGrpSpPr>
      <p:grpSpPr>
        <a:xfrm>
          <a:off x="0" y="0"/>
          <a:ext cx="0" cy="0"/>
          <a:chOff x="0" y="0"/>
          <a:chExt cx="0" cy="0"/>
        </a:xfrm>
      </p:grpSpPr>
      <p:sp>
        <p:nvSpPr>
          <p:cNvPr id="3" name="Rectangle 2"/>
          <p:cNvSpPr/>
          <p:nvPr userDrawn="1"/>
        </p:nvSpPr>
        <p:spPr>
          <a:xfrm>
            <a:off x="0" y="0"/>
            <a:ext cx="12191999" cy="371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5"/>
          <p:cNvSpPr>
            <a:spLocks noGrp="1"/>
          </p:cNvSpPr>
          <p:nvPr>
            <p:ph type="pic" sz="quarter" idx="20" hasCustomPrompt="1"/>
          </p:nvPr>
        </p:nvSpPr>
        <p:spPr>
          <a:xfrm>
            <a:off x="0" y="0"/>
            <a:ext cx="12192000" cy="3718800"/>
          </a:xfrm>
          <a:solidFill>
            <a:schemeClr val="tx1">
              <a:alpha val="3000"/>
            </a:schemeClr>
          </a:solidFill>
        </p:spPr>
        <p:txBody>
          <a:bodyPr anchor="ctr"/>
          <a:lstStyle>
            <a:lvl1pPr marL="0" indent="0" algn="ctr">
              <a:buNone/>
              <a:defRPr>
                <a:solidFill>
                  <a:schemeClr val="accent4"/>
                </a:solidFill>
              </a:defRPr>
            </a:lvl1pPr>
          </a:lstStyle>
          <a:p>
            <a:r>
              <a:rPr lang="en-US"/>
              <a:t>Add Picture [Transparency: 30%]</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8" name="Text Placeholder 4"/>
          <p:cNvSpPr>
            <a:spLocks noGrp="1"/>
          </p:cNvSpPr>
          <p:nvPr>
            <p:ph type="body" sz="quarter" idx="24" hasCustomPrompt="1"/>
          </p:nvPr>
        </p:nvSpPr>
        <p:spPr>
          <a:xfrm>
            <a:off x="695326" y="4411799"/>
            <a:ext cx="2322000" cy="349951"/>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29" name="Text Placeholder 4"/>
          <p:cNvSpPr>
            <a:spLocks noGrp="1"/>
          </p:cNvSpPr>
          <p:nvPr>
            <p:ph type="body" sz="quarter" idx="25" hasCustomPrompt="1"/>
          </p:nvPr>
        </p:nvSpPr>
        <p:spPr>
          <a:xfrm>
            <a:off x="3521776" y="4411799"/>
            <a:ext cx="2322000" cy="349951"/>
          </a:xfrm>
        </p:spPr>
        <p:txBody>
          <a:bodyPr anchor="b">
            <a:noAutofit/>
          </a:bodyPr>
          <a:lstStyle>
            <a:lvl1pPr marL="0" indent="0">
              <a:lnSpc>
                <a:spcPct val="90000"/>
              </a:lnSpc>
              <a:buNone/>
              <a:defRPr sz="2000" b="1" cap="none" baseline="0">
                <a:solidFill>
                  <a:schemeClr val="accent2"/>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348226" y="4411799"/>
            <a:ext cx="2322000" cy="349951"/>
          </a:xfrm>
        </p:spPr>
        <p:txBody>
          <a:bodyPr anchor="b">
            <a:noAutofit/>
          </a:bodyPr>
          <a:lstStyle>
            <a:lvl1pPr marL="0" indent="0">
              <a:lnSpc>
                <a:spcPct val="90000"/>
              </a:lnSpc>
              <a:buNone/>
              <a:defRPr sz="2000" b="1" cap="none" baseline="0">
                <a:solidFill>
                  <a:schemeClr val="tx2"/>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174675" y="4411799"/>
            <a:ext cx="2322000" cy="349951"/>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6" name="Text Placeholder 5"/>
          <p:cNvSpPr>
            <a:spLocks noGrp="1"/>
          </p:cNvSpPr>
          <p:nvPr>
            <p:ph type="body" sz="quarter" idx="28" hasCustomPrompt="1"/>
          </p:nvPr>
        </p:nvSpPr>
        <p:spPr>
          <a:xfrm>
            <a:off x="695326" y="4832975"/>
            <a:ext cx="2322513" cy="936000"/>
          </a:xfrm>
        </p:spPr>
        <p:txBody>
          <a:bodyPr>
            <a:normAutofit/>
          </a:bodyPr>
          <a:lstStyle>
            <a:lvl1pPr marL="0" indent="0">
              <a:buNone/>
              <a:defRPr sz="2000"/>
            </a:lvl1pPr>
          </a:lstStyle>
          <a:p>
            <a:pPr lvl="0"/>
            <a:r>
              <a:rPr lang="en-US"/>
              <a:t>Add text</a:t>
            </a:r>
          </a:p>
        </p:txBody>
      </p:sp>
      <p:sp>
        <p:nvSpPr>
          <p:cNvPr id="37" name="Text Placeholder 5"/>
          <p:cNvSpPr>
            <a:spLocks noGrp="1"/>
          </p:cNvSpPr>
          <p:nvPr>
            <p:ph type="body" sz="quarter" idx="29" hasCustomPrompt="1"/>
          </p:nvPr>
        </p:nvSpPr>
        <p:spPr>
          <a:xfrm>
            <a:off x="3521605" y="4832975"/>
            <a:ext cx="2322513" cy="936000"/>
          </a:xfrm>
        </p:spPr>
        <p:txBody>
          <a:bodyPr>
            <a:normAutofit/>
          </a:bodyPr>
          <a:lstStyle>
            <a:lvl1pPr marL="0" indent="0">
              <a:buNone/>
              <a:defRPr sz="2000"/>
            </a:lvl1pPr>
          </a:lstStyle>
          <a:p>
            <a:pPr lvl="0"/>
            <a:r>
              <a:rPr lang="en-US"/>
              <a:t>Add text</a:t>
            </a:r>
          </a:p>
        </p:txBody>
      </p:sp>
      <p:sp>
        <p:nvSpPr>
          <p:cNvPr id="38" name="Text Placeholder 5"/>
          <p:cNvSpPr>
            <a:spLocks noGrp="1"/>
          </p:cNvSpPr>
          <p:nvPr>
            <p:ph type="body" sz="quarter" idx="30" hasCustomPrompt="1"/>
          </p:nvPr>
        </p:nvSpPr>
        <p:spPr>
          <a:xfrm>
            <a:off x="6347884" y="4832975"/>
            <a:ext cx="2322513" cy="936000"/>
          </a:xfrm>
        </p:spPr>
        <p:txBody>
          <a:bodyPr>
            <a:normAutofit/>
          </a:bodyPr>
          <a:lstStyle>
            <a:lvl1pPr marL="0" indent="0">
              <a:buNone/>
              <a:defRPr sz="2000"/>
            </a:lvl1pPr>
          </a:lstStyle>
          <a:p>
            <a:pPr lvl="0"/>
            <a:r>
              <a:rPr lang="en-US"/>
              <a:t>Add text</a:t>
            </a:r>
          </a:p>
        </p:txBody>
      </p:sp>
      <p:sp>
        <p:nvSpPr>
          <p:cNvPr id="39" name="Text Placeholder 5"/>
          <p:cNvSpPr>
            <a:spLocks noGrp="1"/>
          </p:cNvSpPr>
          <p:nvPr>
            <p:ph type="body" sz="quarter" idx="31" hasCustomPrompt="1"/>
          </p:nvPr>
        </p:nvSpPr>
        <p:spPr>
          <a:xfrm>
            <a:off x="9174162" y="4832975"/>
            <a:ext cx="2322513" cy="936000"/>
          </a:xfrm>
        </p:spPr>
        <p:txBody>
          <a:bodyPr>
            <a:normAutofit/>
          </a:bodyPr>
          <a:lstStyle>
            <a:lvl1pPr marL="0" indent="0">
              <a:buNone/>
              <a:defRPr sz="2000"/>
            </a:lvl1pPr>
          </a:lstStyle>
          <a:p>
            <a:pPr lvl="0"/>
            <a:r>
              <a:rPr lang="en-US"/>
              <a:t>Add text</a:t>
            </a:r>
          </a:p>
        </p:txBody>
      </p:sp>
      <p:sp>
        <p:nvSpPr>
          <p:cNvPr id="4" name="Title 3"/>
          <p:cNvSpPr>
            <a:spLocks noGrp="1"/>
          </p:cNvSpPr>
          <p:nvPr>
            <p:ph type="title" hasCustomPrompt="1"/>
          </p:nvPr>
        </p:nvSpPr>
        <p:spPr>
          <a:xfrm>
            <a:off x="695325" y="692999"/>
            <a:ext cx="10801350" cy="2268000"/>
          </a:xfrm>
        </p:spPr>
        <p:txBody>
          <a:bodyPr>
            <a:noAutofit/>
          </a:bodyPr>
          <a:lstStyle>
            <a:lvl1pPr>
              <a:defRPr sz="4800">
                <a:solidFill>
                  <a:schemeClr val="bg1"/>
                </a:solidFill>
              </a:defRPr>
            </a:lvl1pPr>
          </a:lstStyle>
          <a:p>
            <a:r>
              <a:rPr lang="en-US"/>
              <a:t>Add Title</a:t>
            </a:r>
            <a:br>
              <a:rPr lang="en-US"/>
            </a:br>
            <a:r>
              <a:rPr lang="en-US"/>
              <a:t>–</a:t>
            </a:r>
          </a:p>
        </p:txBody>
      </p:sp>
    </p:spTree>
  </p:cSld>
  <p:clrMapOvr>
    <a:masterClrMapping/>
  </p:clrMapOvr>
  <p:extLst>
    <p:ext uri="{DCECCB84-F9BA-43D5-87BE-67443E8EF086}">
      <p15:sldGuideLst xmlns:p15="http://schemas.microsoft.com/office/powerpoint/2012/main">
        <p15:guide id="1" pos="1900">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2228">
          <p15:clr>
            <a:srgbClr val="9FCC3B"/>
          </p15:clr>
        </p15:guide>
        <p15:guide id="10" orient="horz" pos="1774" userDrawn="1">
          <p15:clr>
            <a:srgbClr val="9FCC3B"/>
          </p15:clr>
        </p15:guide>
        <p15:guide id="11" orient="horz" pos="2659" userDrawn="1">
          <p15:clr>
            <a:srgbClr val="5ACBF0"/>
          </p15:clr>
        </p15:guide>
        <p15:guide id="12" orient="horz" pos="2863" userDrawn="1">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uge Image Title and 4 Features">
    <p:spTree>
      <p:nvGrpSpPr>
        <p:cNvPr id="1" name=""/>
        <p:cNvGrpSpPr/>
        <p:nvPr/>
      </p:nvGrpSpPr>
      <p:grpSpPr>
        <a:xfrm>
          <a:off x="0" y="0"/>
          <a:ext cx="0" cy="0"/>
          <a:chOff x="0" y="0"/>
          <a:chExt cx="0" cy="0"/>
        </a:xfrm>
      </p:grpSpPr>
      <p:sp>
        <p:nvSpPr>
          <p:cNvPr id="3" name="Rectangle 2"/>
          <p:cNvSpPr/>
          <p:nvPr userDrawn="1"/>
        </p:nvSpPr>
        <p:spPr>
          <a:xfrm>
            <a:off x="0" y="0"/>
            <a:ext cx="5626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5"/>
          <p:cNvSpPr>
            <a:spLocks noGrp="1"/>
          </p:cNvSpPr>
          <p:nvPr>
            <p:ph type="pic" sz="quarter" idx="20" hasCustomPrompt="1"/>
          </p:nvPr>
        </p:nvSpPr>
        <p:spPr>
          <a:xfrm>
            <a:off x="0" y="0"/>
            <a:ext cx="5626800" cy="6858000"/>
          </a:xfrm>
          <a:solidFill>
            <a:schemeClr val="tx1">
              <a:alpha val="3000"/>
            </a:schemeClr>
          </a:solidFill>
        </p:spPr>
        <p:txBody>
          <a:bodyPr anchor="ctr"/>
          <a:lstStyle>
            <a:lvl1pPr marL="0" indent="0" algn="ctr">
              <a:buNone/>
              <a:defRPr baseline="0">
                <a:solidFill>
                  <a:schemeClr val="accent4"/>
                </a:solidFill>
              </a:defRPr>
            </a:lvl1pPr>
          </a:lstStyle>
          <a:p>
            <a:r>
              <a:rPr lang="en-US"/>
              <a:t>Add Picture [Transparency: 30%]</a:t>
            </a:r>
          </a:p>
        </p:txBody>
      </p:sp>
      <p:sp>
        <p:nvSpPr>
          <p:cNvPr id="2" name="Title 1"/>
          <p:cNvSpPr>
            <a:spLocks noGrp="1"/>
          </p:cNvSpPr>
          <p:nvPr>
            <p:ph type="title" hasCustomPrompt="1"/>
          </p:nvPr>
        </p:nvSpPr>
        <p:spPr>
          <a:xfrm>
            <a:off x="695326" y="3016177"/>
            <a:ext cx="4212000" cy="1329595"/>
          </a:xfrm>
        </p:spPr>
        <p:txBody>
          <a:bodyPr wrap="square" anchor="ctr">
            <a:spAutoFit/>
          </a:bodyPr>
          <a:lstStyle>
            <a:lvl1pPr>
              <a:defRPr sz="4800">
                <a:solidFill>
                  <a:schemeClr val="bg1"/>
                </a:solidFill>
              </a:defRPr>
            </a:lvl1pPr>
          </a:lstStyle>
          <a:p>
            <a:r>
              <a:rPr lang="en-US"/>
              <a:t>Add Title</a:t>
            </a:r>
            <a:br>
              <a:rPr lang="en-US"/>
            </a:br>
            <a:r>
              <a:rPr lang="en-US"/>
              <a:t>–</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30" name="Text Placeholder 4"/>
          <p:cNvSpPr>
            <a:spLocks noGrp="1"/>
          </p:cNvSpPr>
          <p:nvPr>
            <p:ph type="body" sz="quarter" idx="26" hasCustomPrompt="1"/>
          </p:nvPr>
        </p:nvSpPr>
        <p:spPr>
          <a:xfrm>
            <a:off x="6348226" y="4384750"/>
            <a:ext cx="2322000" cy="377000"/>
          </a:xfrm>
        </p:spPr>
        <p:txBody>
          <a:bodyPr anchor="b">
            <a:noAutofit/>
          </a:bodyPr>
          <a:lstStyle>
            <a:lvl1pPr marL="0" indent="0">
              <a:lnSpc>
                <a:spcPct val="90000"/>
              </a:lnSpc>
              <a:buNone/>
              <a:defRPr sz="2000" b="1" cap="none" baseline="0">
                <a:solidFill>
                  <a:schemeClr val="tx2"/>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174675" y="4384750"/>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8" name="Text Placeholder 5"/>
          <p:cNvSpPr>
            <a:spLocks noGrp="1"/>
          </p:cNvSpPr>
          <p:nvPr>
            <p:ph type="body" sz="quarter" idx="30" hasCustomPrompt="1"/>
          </p:nvPr>
        </p:nvSpPr>
        <p:spPr>
          <a:xfrm>
            <a:off x="6347884" y="4832975"/>
            <a:ext cx="2322513" cy="936000"/>
          </a:xfrm>
        </p:spPr>
        <p:txBody>
          <a:bodyPr>
            <a:normAutofit/>
          </a:bodyPr>
          <a:lstStyle>
            <a:lvl1pPr marL="0" indent="0">
              <a:buNone/>
              <a:defRPr sz="2000"/>
            </a:lvl1pPr>
          </a:lstStyle>
          <a:p>
            <a:pPr lvl="0"/>
            <a:r>
              <a:rPr lang="en-US"/>
              <a:t>Add text</a:t>
            </a:r>
          </a:p>
        </p:txBody>
      </p:sp>
      <p:sp>
        <p:nvSpPr>
          <p:cNvPr id="39" name="Text Placeholder 5"/>
          <p:cNvSpPr>
            <a:spLocks noGrp="1"/>
          </p:cNvSpPr>
          <p:nvPr>
            <p:ph type="body" sz="quarter" idx="31" hasCustomPrompt="1"/>
          </p:nvPr>
        </p:nvSpPr>
        <p:spPr>
          <a:xfrm>
            <a:off x="9174162" y="4832975"/>
            <a:ext cx="2322513" cy="936000"/>
          </a:xfrm>
        </p:spPr>
        <p:txBody>
          <a:bodyPr>
            <a:normAutofit/>
          </a:bodyPr>
          <a:lstStyle>
            <a:lvl1pPr marL="0" indent="0">
              <a:buNone/>
              <a:defRPr sz="2000"/>
            </a:lvl1pPr>
          </a:lstStyle>
          <a:p>
            <a:pPr lvl="0"/>
            <a:r>
              <a:rPr lang="en-US"/>
              <a:t>Add text</a:t>
            </a:r>
          </a:p>
        </p:txBody>
      </p:sp>
      <p:sp>
        <p:nvSpPr>
          <p:cNvPr id="16" name="Text Placeholder 4"/>
          <p:cNvSpPr>
            <a:spLocks noGrp="1"/>
          </p:cNvSpPr>
          <p:nvPr>
            <p:ph type="body" sz="quarter" idx="32" hasCustomPrompt="1"/>
          </p:nvPr>
        </p:nvSpPr>
        <p:spPr>
          <a:xfrm>
            <a:off x="6348226" y="1612975"/>
            <a:ext cx="2322000" cy="377000"/>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17" name="Text Placeholder 4"/>
          <p:cNvSpPr>
            <a:spLocks noGrp="1"/>
          </p:cNvSpPr>
          <p:nvPr>
            <p:ph type="body" sz="quarter" idx="33" hasCustomPrompt="1"/>
          </p:nvPr>
        </p:nvSpPr>
        <p:spPr>
          <a:xfrm>
            <a:off x="9174675" y="1612975"/>
            <a:ext cx="2322000" cy="377000"/>
          </a:xfrm>
        </p:spPr>
        <p:txBody>
          <a:bodyPr anchor="b">
            <a:noAutofit/>
          </a:bodyPr>
          <a:lstStyle>
            <a:lvl1pPr marL="0" indent="0">
              <a:lnSpc>
                <a:spcPct val="90000"/>
              </a:lnSpc>
              <a:buNone/>
              <a:defRPr sz="2000" b="1" cap="none" baseline="0">
                <a:solidFill>
                  <a:schemeClr val="accent2"/>
                </a:solidFill>
                <a:latin typeface="+mj-lt"/>
              </a:defRPr>
            </a:lvl1pPr>
          </a:lstStyle>
          <a:p>
            <a:pPr lvl="0"/>
            <a:r>
              <a:rPr lang="en-US"/>
              <a:t>Add Subtitle</a:t>
            </a:r>
          </a:p>
        </p:txBody>
      </p:sp>
      <p:sp>
        <p:nvSpPr>
          <p:cNvPr id="18" name="Text Placeholder 5"/>
          <p:cNvSpPr>
            <a:spLocks noGrp="1"/>
          </p:cNvSpPr>
          <p:nvPr>
            <p:ph type="body" sz="quarter" idx="34" hasCustomPrompt="1"/>
          </p:nvPr>
        </p:nvSpPr>
        <p:spPr>
          <a:xfrm>
            <a:off x="6347884" y="2061200"/>
            <a:ext cx="2322513" cy="936000"/>
          </a:xfrm>
        </p:spPr>
        <p:txBody>
          <a:bodyPr>
            <a:normAutofit/>
          </a:bodyPr>
          <a:lstStyle>
            <a:lvl1pPr marL="0" indent="0">
              <a:buNone/>
              <a:defRPr sz="2000"/>
            </a:lvl1pPr>
          </a:lstStyle>
          <a:p>
            <a:pPr lvl="0"/>
            <a:r>
              <a:rPr lang="en-US"/>
              <a:t>Add text</a:t>
            </a:r>
          </a:p>
        </p:txBody>
      </p:sp>
      <p:sp>
        <p:nvSpPr>
          <p:cNvPr id="19" name="Text Placeholder 5"/>
          <p:cNvSpPr>
            <a:spLocks noGrp="1"/>
          </p:cNvSpPr>
          <p:nvPr>
            <p:ph type="body" sz="quarter" idx="35" hasCustomPrompt="1"/>
          </p:nvPr>
        </p:nvSpPr>
        <p:spPr>
          <a:xfrm>
            <a:off x="9174162" y="2061200"/>
            <a:ext cx="2322513" cy="936000"/>
          </a:xfrm>
        </p:spPr>
        <p:txBody>
          <a:bodyPr>
            <a:normAutofit/>
          </a:bodyPr>
          <a:lstStyle>
            <a:lvl1pPr marL="0" indent="0">
              <a:buNone/>
              <a:defRPr sz="2000"/>
            </a:lvl1pPr>
          </a:lstStyle>
          <a:p>
            <a:pPr lvl="0"/>
            <a:r>
              <a:rPr lang="en-US"/>
              <a:t>Add text</a:t>
            </a:r>
          </a:p>
        </p:txBody>
      </p:sp>
    </p:spTree>
  </p:cSld>
  <p:clrMapOvr>
    <a:masterClrMapping/>
  </p:clrMapOvr>
  <p:extLst>
    <p:ext uri="{DCECCB84-F9BA-43D5-87BE-67443E8EF086}">
      <p15:sldGuideLst xmlns:p15="http://schemas.microsoft.com/office/powerpoint/2012/main">
        <p15:guide id="4" pos="3545">
          <p15:clr>
            <a:srgbClr val="9FCC3B"/>
          </p15:clr>
        </p15:guide>
        <p15:guide id="5" pos="3999">
          <p15:clr>
            <a:srgbClr val="9FCC3B"/>
          </p15:clr>
        </p15:guide>
        <p15:guide id="6" pos="5462">
          <p15:clr>
            <a:srgbClr val="9FCC3B"/>
          </p15:clr>
        </p15:guide>
        <p15:guide id="7" pos="5780">
          <p15:clr>
            <a:srgbClr val="9FCC3B"/>
          </p15:clr>
        </p15:guide>
        <p15:guide id="8" orient="horz" pos="1888" userDrawn="1">
          <p15:clr>
            <a:srgbClr val="9FCC3B"/>
          </p15:clr>
        </p15:guide>
        <p15:guide id="9" orient="horz" pos="2546">
          <p15:clr>
            <a:srgbClr val="9FCC3B"/>
          </p15:clr>
        </p15:guide>
        <p15:guide id="10" pos="3092">
          <p15:clr>
            <a:srgbClr val="9FCC3B"/>
          </p15:clr>
        </p15:guide>
        <p15:guide id="11" orient="horz" pos="4088">
          <p15:clr>
            <a:srgbClr val="9FCC3B"/>
          </p15:clr>
        </p15:guide>
        <p15:guide id="12" orient="horz" pos="595" userDrawn="1">
          <p15:clr>
            <a:srgbClr val="5ACBF0"/>
          </p15:clr>
        </p15:guide>
        <p15:guide id="13" orient="horz" pos="2341" userDrawn="1">
          <p15:clr>
            <a:srgbClr val="5ACBF0"/>
          </p15:clr>
        </p15:guide>
        <p15:guide id="14" orient="horz" pos="799" userDrawn="1">
          <p15:clr>
            <a:srgbClr val="9FCC3B"/>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Large Title, Text and 4 Features">
    <p:spTree>
      <p:nvGrpSpPr>
        <p:cNvPr id="1" name=""/>
        <p:cNvGrpSpPr/>
        <p:nvPr/>
      </p:nvGrpSpPr>
      <p:grpSpPr>
        <a:xfrm>
          <a:off x="0" y="0"/>
          <a:ext cx="0" cy="0"/>
          <a:chOff x="0" y="0"/>
          <a:chExt cx="0" cy="0"/>
        </a:xfrm>
      </p:grpSpPr>
      <p:sp>
        <p:nvSpPr>
          <p:cNvPr id="3" name="Rectangle 2"/>
          <p:cNvSpPr/>
          <p:nvPr userDrawn="1"/>
        </p:nvSpPr>
        <p:spPr>
          <a:xfrm>
            <a:off x="6095998" y="0"/>
            <a:ext cx="6096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icture Placeholder 5"/>
          <p:cNvSpPr>
            <a:spLocks noGrp="1"/>
          </p:cNvSpPr>
          <p:nvPr>
            <p:ph type="pic" sz="quarter" idx="20" hasCustomPrompt="1"/>
          </p:nvPr>
        </p:nvSpPr>
        <p:spPr>
          <a:xfrm>
            <a:off x="6096000" y="0"/>
            <a:ext cx="6096000" cy="6858000"/>
          </a:xfrm>
          <a:solidFill>
            <a:schemeClr val="tx1">
              <a:alpha val="3000"/>
            </a:schemeClr>
          </a:solidFill>
        </p:spPr>
        <p:txBody>
          <a:bodyPr anchor="ctr"/>
          <a:lstStyle>
            <a:lvl1pPr marL="0" indent="0" algn="ctr">
              <a:buNone/>
              <a:defRPr baseline="0">
                <a:solidFill>
                  <a:schemeClr val="accent4"/>
                </a:solidFill>
              </a:defRPr>
            </a:lvl1pPr>
          </a:lstStyle>
          <a:p>
            <a:r>
              <a:rPr lang="en-US"/>
              <a:t>Add Picture [Transparency: 50%]</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31" name="Title 1"/>
          <p:cNvSpPr>
            <a:spLocks noGrp="1"/>
          </p:cNvSpPr>
          <p:nvPr>
            <p:ph type="title" hasCustomPrompt="1"/>
          </p:nvPr>
        </p:nvSpPr>
        <p:spPr>
          <a:xfrm>
            <a:off x="695326" y="1592950"/>
            <a:ext cx="4212000" cy="1329595"/>
          </a:xfrm>
        </p:spPr>
        <p:txBody>
          <a:bodyPr wrap="square" anchor="t">
            <a:spAutoFit/>
          </a:bodyPr>
          <a:lstStyle>
            <a:lvl1pPr algn="r">
              <a:defRPr sz="4800"/>
            </a:lvl1pPr>
          </a:lstStyle>
          <a:p>
            <a:r>
              <a:rPr lang="en-US"/>
              <a:t>Add Title</a:t>
            </a:r>
            <a:br>
              <a:rPr lang="en-US"/>
            </a:br>
            <a:r>
              <a:rPr lang="en-US"/>
              <a:t>–</a:t>
            </a:r>
          </a:p>
        </p:txBody>
      </p:sp>
      <p:sp>
        <p:nvSpPr>
          <p:cNvPr id="32" name="Text Placeholder 5"/>
          <p:cNvSpPr>
            <a:spLocks noGrp="1"/>
          </p:cNvSpPr>
          <p:nvPr>
            <p:ph type="body" sz="quarter" idx="28" hasCustomPrompt="1"/>
          </p:nvPr>
        </p:nvSpPr>
        <p:spPr>
          <a:xfrm>
            <a:off x="695326" y="4041776"/>
            <a:ext cx="4212000" cy="1727200"/>
          </a:xfrm>
        </p:spPr>
        <p:txBody>
          <a:bodyPr>
            <a:normAutofit/>
          </a:bodyPr>
          <a:lstStyle>
            <a:lvl1pPr marL="0" indent="0" algn="r">
              <a:buNone/>
              <a:defRPr sz="2400"/>
            </a:lvl1pPr>
          </a:lstStyle>
          <a:p>
            <a:pPr lvl="0"/>
            <a:r>
              <a:rPr lang="en-US"/>
              <a:t>Add text</a:t>
            </a:r>
          </a:p>
        </p:txBody>
      </p:sp>
      <p:sp>
        <p:nvSpPr>
          <p:cNvPr id="33" name="Text Placeholder 4"/>
          <p:cNvSpPr>
            <a:spLocks noGrp="1"/>
          </p:cNvSpPr>
          <p:nvPr>
            <p:ph type="body" sz="quarter" idx="32" hasCustomPrompt="1"/>
          </p:nvPr>
        </p:nvSpPr>
        <p:spPr>
          <a:xfrm>
            <a:off x="6959806" y="635370"/>
            <a:ext cx="4536073" cy="309474"/>
          </a:xfrm>
        </p:spPr>
        <p:txBody>
          <a:bodyPr anchor="b">
            <a:noAutofit/>
          </a:bodyPr>
          <a:lstStyle>
            <a:lvl1pPr marL="0" indent="0">
              <a:lnSpc>
                <a:spcPct val="90000"/>
              </a:lnSpc>
              <a:buNone/>
              <a:defRPr sz="2000" cap="none" baseline="0">
                <a:solidFill>
                  <a:schemeClr val="bg1"/>
                </a:solidFill>
                <a:latin typeface="+mj-lt"/>
              </a:defRPr>
            </a:lvl1pPr>
          </a:lstStyle>
          <a:p>
            <a:pPr lvl="0"/>
            <a:r>
              <a:rPr lang="en-US"/>
              <a:t>Add Subtitle</a:t>
            </a:r>
          </a:p>
        </p:txBody>
      </p:sp>
      <p:sp>
        <p:nvSpPr>
          <p:cNvPr id="34" name="Text Placeholder 5"/>
          <p:cNvSpPr>
            <a:spLocks noGrp="1"/>
          </p:cNvSpPr>
          <p:nvPr>
            <p:ph type="body" sz="quarter" idx="34" hasCustomPrompt="1"/>
          </p:nvPr>
        </p:nvSpPr>
        <p:spPr>
          <a:xfrm>
            <a:off x="6959600" y="1016070"/>
            <a:ext cx="4537075" cy="576194"/>
          </a:xfrm>
        </p:spPr>
        <p:txBody>
          <a:bodyPr>
            <a:normAutofit/>
          </a:bodyPr>
          <a:lstStyle>
            <a:lvl1pPr marL="0" indent="0">
              <a:buNone/>
              <a:defRPr sz="2000" cap="none" baseline="0">
                <a:solidFill>
                  <a:schemeClr val="bg1">
                    <a:alpha val="85000"/>
                  </a:schemeClr>
                </a:solidFill>
              </a:defRPr>
            </a:lvl1pPr>
          </a:lstStyle>
          <a:p>
            <a:pPr lvl="0"/>
            <a:r>
              <a:rPr lang="en-US"/>
              <a:t>Add text</a:t>
            </a:r>
          </a:p>
        </p:txBody>
      </p:sp>
      <p:sp>
        <p:nvSpPr>
          <p:cNvPr id="37" name="Text Placeholder 4"/>
          <p:cNvSpPr>
            <a:spLocks noGrp="1"/>
          </p:cNvSpPr>
          <p:nvPr>
            <p:ph type="body" sz="quarter" idx="35" hasCustomPrompt="1"/>
          </p:nvPr>
        </p:nvSpPr>
        <p:spPr>
          <a:xfrm>
            <a:off x="6959806" y="4812082"/>
            <a:ext cx="4536073" cy="309474"/>
          </a:xfrm>
        </p:spPr>
        <p:txBody>
          <a:bodyPr anchor="b">
            <a:noAutofit/>
          </a:bodyPr>
          <a:lstStyle>
            <a:lvl1pPr marL="0" indent="0">
              <a:lnSpc>
                <a:spcPct val="90000"/>
              </a:lnSpc>
              <a:buNone/>
              <a:defRPr sz="2000" cap="none" baseline="0">
                <a:solidFill>
                  <a:schemeClr val="bg1"/>
                </a:solidFill>
                <a:latin typeface="+mj-lt"/>
              </a:defRPr>
            </a:lvl1pPr>
          </a:lstStyle>
          <a:p>
            <a:pPr lvl="0"/>
            <a:r>
              <a:rPr lang="en-US"/>
              <a:t>Add Subtitle</a:t>
            </a:r>
          </a:p>
        </p:txBody>
      </p:sp>
      <p:sp>
        <p:nvSpPr>
          <p:cNvPr id="38" name="Text Placeholder 5"/>
          <p:cNvSpPr>
            <a:spLocks noGrp="1"/>
          </p:cNvSpPr>
          <p:nvPr>
            <p:ph type="body" sz="quarter" idx="36" hasCustomPrompt="1"/>
          </p:nvPr>
        </p:nvSpPr>
        <p:spPr>
          <a:xfrm>
            <a:off x="6959600" y="5192782"/>
            <a:ext cx="4537075" cy="576194"/>
          </a:xfrm>
        </p:spPr>
        <p:txBody>
          <a:bodyPr>
            <a:normAutofit/>
          </a:bodyPr>
          <a:lstStyle>
            <a:lvl1pPr marL="0" indent="0">
              <a:buNone/>
              <a:defRPr sz="2000">
                <a:solidFill>
                  <a:schemeClr val="bg1">
                    <a:alpha val="85000"/>
                  </a:schemeClr>
                </a:solidFill>
              </a:defRPr>
            </a:lvl1pPr>
          </a:lstStyle>
          <a:p>
            <a:pPr lvl="0"/>
            <a:r>
              <a:rPr lang="en-US"/>
              <a:t>Add text</a:t>
            </a:r>
          </a:p>
        </p:txBody>
      </p:sp>
      <p:sp>
        <p:nvSpPr>
          <p:cNvPr id="39" name="Text Placeholder 4"/>
          <p:cNvSpPr>
            <a:spLocks noGrp="1"/>
          </p:cNvSpPr>
          <p:nvPr>
            <p:ph type="body" sz="quarter" idx="37" hasCustomPrompt="1"/>
          </p:nvPr>
        </p:nvSpPr>
        <p:spPr>
          <a:xfrm>
            <a:off x="6959806" y="3406964"/>
            <a:ext cx="4536073" cy="309474"/>
          </a:xfrm>
        </p:spPr>
        <p:txBody>
          <a:bodyPr anchor="b">
            <a:noAutofit/>
          </a:bodyPr>
          <a:lstStyle>
            <a:lvl1pPr marL="0" indent="0">
              <a:lnSpc>
                <a:spcPct val="90000"/>
              </a:lnSpc>
              <a:buNone/>
              <a:defRPr sz="2000" cap="none" baseline="0">
                <a:solidFill>
                  <a:schemeClr val="bg1"/>
                </a:solidFill>
                <a:latin typeface="+mj-lt"/>
              </a:defRPr>
            </a:lvl1pPr>
          </a:lstStyle>
          <a:p>
            <a:pPr lvl="0"/>
            <a:r>
              <a:rPr lang="en-US"/>
              <a:t>Add Subtitle</a:t>
            </a:r>
          </a:p>
        </p:txBody>
      </p:sp>
      <p:sp>
        <p:nvSpPr>
          <p:cNvPr id="40" name="Text Placeholder 5"/>
          <p:cNvSpPr>
            <a:spLocks noGrp="1"/>
          </p:cNvSpPr>
          <p:nvPr>
            <p:ph type="body" sz="quarter" idx="38" hasCustomPrompt="1"/>
          </p:nvPr>
        </p:nvSpPr>
        <p:spPr>
          <a:xfrm>
            <a:off x="6959600" y="3787664"/>
            <a:ext cx="4537075" cy="576194"/>
          </a:xfrm>
        </p:spPr>
        <p:txBody>
          <a:bodyPr>
            <a:normAutofit/>
          </a:bodyPr>
          <a:lstStyle>
            <a:lvl1pPr marL="0" indent="0">
              <a:buNone/>
              <a:defRPr sz="2000" cap="none" baseline="0">
                <a:solidFill>
                  <a:schemeClr val="bg1">
                    <a:alpha val="85000"/>
                  </a:schemeClr>
                </a:solidFill>
              </a:defRPr>
            </a:lvl1pPr>
          </a:lstStyle>
          <a:p>
            <a:pPr lvl="0"/>
            <a:r>
              <a:rPr lang="en-US"/>
              <a:t>Add text</a:t>
            </a:r>
          </a:p>
        </p:txBody>
      </p:sp>
      <p:sp>
        <p:nvSpPr>
          <p:cNvPr id="41" name="Text Placeholder 4"/>
          <p:cNvSpPr>
            <a:spLocks noGrp="1"/>
          </p:cNvSpPr>
          <p:nvPr>
            <p:ph type="body" sz="quarter" idx="39" hasCustomPrompt="1"/>
          </p:nvPr>
        </p:nvSpPr>
        <p:spPr>
          <a:xfrm>
            <a:off x="6959806" y="2040306"/>
            <a:ext cx="4536073" cy="309474"/>
          </a:xfrm>
        </p:spPr>
        <p:txBody>
          <a:bodyPr anchor="b">
            <a:noAutofit/>
          </a:bodyPr>
          <a:lstStyle>
            <a:lvl1pPr marL="0" indent="0">
              <a:lnSpc>
                <a:spcPct val="90000"/>
              </a:lnSpc>
              <a:buNone/>
              <a:defRPr sz="2000" cap="none" baseline="0">
                <a:solidFill>
                  <a:schemeClr val="bg1"/>
                </a:solidFill>
                <a:latin typeface="+mj-lt"/>
              </a:defRPr>
            </a:lvl1pPr>
          </a:lstStyle>
          <a:p>
            <a:pPr lvl="0"/>
            <a:r>
              <a:rPr lang="en-US"/>
              <a:t>Add Subtitle</a:t>
            </a:r>
          </a:p>
        </p:txBody>
      </p:sp>
      <p:sp>
        <p:nvSpPr>
          <p:cNvPr id="42" name="Text Placeholder 5"/>
          <p:cNvSpPr>
            <a:spLocks noGrp="1"/>
          </p:cNvSpPr>
          <p:nvPr>
            <p:ph type="body" sz="quarter" idx="40" hasCustomPrompt="1"/>
          </p:nvPr>
        </p:nvSpPr>
        <p:spPr>
          <a:xfrm>
            <a:off x="6959600" y="2421006"/>
            <a:ext cx="4537075" cy="576194"/>
          </a:xfrm>
        </p:spPr>
        <p:txBody>
          <a:bodyPr>
            <a:normAutofit/>
          </a:bodyPr>
          <a:lstStyle>
            <a:lvl1pPr marL="0" indent="0">
              <a:buNone/>
              <a:defRPr sz="2000" cap="none" baseline="0">
                <a:solidFill>
                  <a:schemeClr val="bg1">
                    <a:alpha val="85000"/>
                  </a:schemeClr>
                </a:solidFill>
              </a:defRPr>
            </a:lvl1pPr>
          </a:lstStyle>
          <a:p>
            <a:pPr lvl="0"/>
            <a:r>
              <a:rPr lang="en-US"/>
              <a:t>Add text</a:t>
            </a:r>
          </a:p>
        </p:txBody>
      </p:sp>
      <p:grpSp>
        <p:nvGrpSpPr>
          <p:cNvPr id="17" name="Group 16"/>
          <p:cNvGrpSpPr>
            <a:grpSpLocks noChangeAspect="1"/>
          </p:cNvGrpSpPr>
          <p:nvPr userDrawn="1"/>
        </p:nvGrpSpPr>
        <p:grpSpPr>
          <a:xfrm>
            <a:off x="4260034" y="765000"/>
            <a:ext cx="932518" cy="360000"/>
            <a:chOff x="4961326" y="3094445"/>
            <a:chExt cx="2360926" cy="911439"/>
          </a:xfrm>
        </p:grpSpPr>
        <p:sp>
          <p:nvSpPr>
            <p:cNvPr id="18" name="Shape"/>
            <p:cNvSpPr>
              <a:spLocks noChangeAspect="1"/>
            </p:cNvSpPr>
            <p:nvPr/>
          </p:nvSpPr>
          <p:spPr>
            <a:xfrm>
              <a:off x="4961326" y="3205157"/>
              <a:ext cx="1287656" cy="800727"/>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lnTo>
                    <a:pt x="9703" y="4617"/>
                  </a:lnTo>
                  <a:lnTo>
                    <a:pt x="8346" y="4617"/>
                  </a:lnTo>
                  <a:lnTo>
                    <a:pt x="8346" y="6000"/>
                  </a:lnTo>
                  <a:lnTo>
                    <a:pt x="9703" y="6000"/>
                  </a:lnTo>
                  <a:lnTo>
                    <a:pt x="9697" y="13713"/>
                  </a:lnTo>
                  <a:cubicBezTo>
                    <a:pt x="9697" y="16671"/>
                    <a:pt x="10651" y="17555"/>
                    <a:pt x="11949" y="17555"/>
                  </a:cubicBezTo>
                  <a:lnTo>
                    <a:pt x="11949" y="15945"/>
                  </a:lnTo>
                  <a:cubicBezTo>
                    <a:pt x="11628" y="15945"/>
                    <a:pt x="10698" y="15945"/>
                    <a:pt x="10698" y="13713"/>
                  </a:cubicBezTo>
                  <a:lnTo>
                    <a:pt x="10698" y="6000"/>
                  </a:lnTo>
                  <a:lnTo>
                    <a:pt x="12276" y="6000"/>
                  </a:lnTo>
                  <a:lnTo>
                    <a:pt x="12276" y="4617"/>
                  </a:lnTo>
                  <a:lnTo>
                    <a:pt x="10698" y="4617"/>
                  </a:lnTo>
                  <a:lnTo>
                    <a:pt x="10698" y="0"/>
                  </a:lnTo>
                  <a:cubicBezTo>
                    <a:pt x="10698" y="0"/>
                    <a:pt x="9703" y="0"/>
                    <a:pt x="9703" y="0"/>
                  </a:cubicBezTo>
                  <a:close/>
                  <a:moveTo>
                    <a:pt x="15899" y="4949"/>
                  </a:moveTo>
                  <a:cubicBezTo>
                    <a:pt x="15388" y="5383"/>
                    <a:pt x="14936" y="6034"/>
                    <a:pt x="14543" y="6903"/>
                  </a:cubicBezTo>
                  <a:lnTo>
                    <a:pt x="14543" y="4617"/>
                  </a:lnTo>
                  <a:lnTo>
                    <a:pt x="13548" y="4617"/>
                  </a:lnTo>
                  <a:lnTo>
                    <a:pt x="13548" y="21600"/>
                  </a:lnTo>
                  <a:lnTo>
                    <a:pt x="14543" y="21600"/>
                  </a:lnTo>
                  <a:lnTo>
                    <a:pt x="14543" y="14914"/>
                  </a:lnTo>
                  <a:cubicBezTo>
                    <a:pt x="14959" y="15730"/>
                    <a:pt x="15426" y="16343"/>
                    <a:pt x="15942" y="16754"/>
                  </a:cubicBezTo>
                  <a:cubicBezTo>
                    <a:pt x="16457" y="17166"/>
                    <a:pt x="17023" y="17372"/>
                    <a:pt x="17638" y="17372"/>
                  </a:cubicBezTo>
                  <a:cubicBezTo>
                    <a:pt x="18732" y="17372"/>
                    <a:pt x="19665" y="16733"/>
                    <a:pt x="20439" y="15457"/>
                  </a:cubicBezTo>
                  <a:cubicBezTo>
                    <a:pt x="21213" y="14181"/>
                    <a:pt x="21600" y="12629"/>
                    <a:pt x="21600" y="10800"/>
                  </a:cubicBezTo>
                  <a:cubicBezTo>
                    <a:pt x="21600" y="9010"/>
                    <a:pt x="21210" y="7478"/>
                    <a:pt x="20428" y="6206"/>
                  </a:cubicBezTo>
                  <a:cubicBezTo>
                    <a:pt x="19648" y="4933"/>
                    <a:pt x="18708" y="4297"/>
                    <a:pt x="17610" y="4297"/>
                  </a:cubicBezTo>
                  <a:cubicBezTo>
                    <a:pt x="16981" y="4297"/>
                    <a:pt x="16410" y="4514"/>
                    <a:pt x="15899" y="4949"/>
                  </a:cubicBezTo>
                  <a:moveTo>
                    <a:pt x="15993" y="15235"/>
                  </a:moveTo>
                  <a:cubicBezTo>
                    <a:pt x="15504" y="14794"/>
                    <a:pt x="15128" y="14196"/>
                    <a:pt x="14865" y="13443"/>
                  </a:cubicBezTo>
                  <a:cubicBezTo>
                    <a:pt x="14603" y="12690"/>
                    <a:pt x="14472" y="11841"/>
                    <a:pt x="14472" y="10897"/>
                  </a:cubicBezTo>
                  <a:cubicBezTo>
                    <a:pt x="14472" y="9459"/>
                    <a:pt x="14766" y="8256"/>
                    <a:pt x="15355" y="7290"/>
                  </a:cubicBezTo>
                  <a:cubicBezTo>
                    <a:pt x="15943" y="6323"/>
                    <a:pt x="16667" y="5840"/>
                    <a:pt x="17528" y="5840"/>
                  </a:cubicBezTo>
                  <a:cubicBezTo>
                    <a:pt x="18081" y="5840"/>
                    <a:pt x="18591" y="6059"/>
                    <a:pt x="19059" y="6496"/>
                  </a:cubicBezTo>
                  <a:cubicBezTo>
                    <a:pt x="19527" y="6934"/>
                    <a:pt x="19899" y="7549"/>
                    <a:pt x="20176" y="8340"/>
                  </a:cubicBezTo>
                  <a:cubicBezTo>
                    <a:pt x="20453" y="9132"/>
                    <a:pt x="20591" y="9969"/>
                    <a:pt x="20591" y="10851"/>
                  </a:cubicBezTo>
                  <a:cubicBezTo>
                    <a:pt x="20591" y="11727"/>
                    <a:pt x="20451" y="12564"/>
                    <a:pt x="20172" y="13363"/>
                  </a:cubicBezTo>
                  <a:cubicBezTo>
                    <a:pt x="19894" y="14162"/>
                    <a:pt x="19519" y="14784"/>
                    <a:pt x="19049" y="15229"/>
                  </a:cubicBezTo>
                  <a:cubicBezTo>
                    <a:pt x="18578" y="15675"/>
                    <a:pt x="18076" y="15897"/>
                    <a:pt x="17542" y="15897"/>
                  </a:cubicBezTo>
                  <a:cubicBezTo>
                    <a:pt x="16998" y="15897"/>
                    <a:pt x="16482" y="15677"/>
                    <a:pt x="15993" y="15235"/>
                  </a:cubicBezTo>
                  <a:moveTo>
                    <a:pt x="2351" y="4949"/>
                  </a:moveTo>
                  <a:cubicBezTo>
                    <a:pt x="1840" y="5383"/>
                    <a:pt x="1388" y="6034"/>
                    <a:pt x="995" y="6903"/>
                  </a:cubicBezTo>
                  <a:lnTo>
                    <a:pt x="995" y="4617"/>
                  </a:lnTo>
                  <a:lnTo>
                    <a:pt x="0" y="4617"/>
                  </a:lnTo>
                  <a:lnTo>
                    <a:pt x="0" y="21600"/>
                  </a:lnTo>
                  <a:lnTo>
                    <a:pt x="995" y="21600"/>
                  </a:lnTo>
                  <a:lnTo>
                    <a:pt x="995" y="14914"/>
                  </a:lnTo>
                  <a:cubicBezTo>
                    <a:pt x="1411" y="15730"/>
                    <a:pt x="1878" y="16343"/>
                    <a:pt x="2394" y="16754"/>
                  </a:cubicBezTo>
                  <a:cubicBezTo>
                    <a:pt x="2909" y="17166"/>
                    <a:pt x="3475" y="17372"/>
                    <a:pt x="4090" y="17372"/>
                  </a:cubicBezTo>
                  <a:cubicBezTo>
                    <a:pt x="5184" y="17372"/>
                    <a:pt x="6117" y="16733"/>
                    <a:pt x="6891" y="15457"/>
                  </a:cubicBezTo>
                  <a:cubicBezTo>
                    <a:pt x="7665" y="14181"/>
                    <a:pt x="8052" y="12629"/>
                    <a:pt x="8052" y="10800"/>
                  </a:cubicBezTo>
                  <a:cubicBezTo>
                    <a:pt x="8052" y="9010"/>
                    <a:pt x="7662" y="7478"/>
                    <a:pt x="6881" y="6206"/>
                  </a:cubicBezTo>
                  <a:cubicBezTo>
                    <a:pt x="6100" y="4933"/>
                    <a:pt x="5160" y="4297"/>
                    <a:pt x="4062" y="4297"/>
                  </a:cubicBezTo>
                  <a:cubicBezTo>
                    <a:pt x="3433" y="4297"/>
                    <a:pt x="2862" y="4514"/>
                    <a:pt x="2351" y="4949"/>
                  </a:cubicBezTo>
                  <a:moveTo>
                    <a:pt x="2445" y="15235"/>
                  </a:moveTo>
                  <a:cubicBezTo>
                    <a:pt x="1955" y="14794"/>
                    <a:pt x="1580" y="14196"/>
                    <a:pt x="1317" y="13443"/>
                  </a:cubicBezTo>
                  <a:cubicBezTo>
                    <a:pt x="1055" y="12690"/>
                    <a:pt x="924" y="11841"/>
                    <a:pt x="924" y="10897"/>
                  </a:cubicBezTo>
                  <a:cubicBezTo>
                    <a:pt x="924" y="9459"/>
                    <a:pt x="1218" y="8256"/>
                    <a:pt x="1806" y="7290"/>
                  </a:cubicBezTo>
                  <a:cubicBezTo>
                    <a:pt x="2395" y="6323"/>
                    <a:pt x="3119" y="5840"/>
                    <a:pt x="3980" y="5840"/>
                  </a:cubicBezTo>
                  <a:cubicBezTo>
                    <a:pt x="4533" y="5840"/>
                    <a:pt x="5043" y="6059"/>
                    <a:pt x="5511" y="6496"/>
                  </a:cubicBezTo>
                  <a:cubicBezTo>
                    <a:pt x="5979" y="6934"/>
                    <a:pt x="6352" y="7549"/>
                    <a:pt x="6628" y="8340"/>
                  </a:cubicBezTo>
                  <a:cubicBezTo>
                    <a:pt x="6904" y="9132"/>
                    <a:pt x="7043" y="9969"/>
                    <a:pt x="7043" y="10851"/>
                  </a:cubicBezTo>
                  <a:cubicBezTo>
                    <a:pt x="7043" y="11727"/>
                    <a:pt x="6903" y="12564"/>
                    <a:pt x="6625" y="13363"/>
                  </a:cubicBezTo>
                  <a:cubicBezTo>
                    <a:pt x="6346" y="14162"/>
                    <a:pt x="5971" y="14784"/>
                    <a:pt x="5501" y="15229"/>
                  </a:cubicBezTo>
                  <a:cubicBezTo>
                    <a:pt x="5030" y="15675"/>
                    <a:pt x="4528" y="15897"/>
                    <a:pt x="3994" y="15897"/>
                  </a:cubicBezTo>
                  <a:cubicBezTo>
                    <a:pt x="3450" y="15897"/>
                    <a:pt x="2934" y="15677"/>
                    <a:pt x="2445" y="15235"/>
                  </a:cubicBezTo>
                </a:path>
              </a:pathLst>
            </a:custGeom>
            <a:gradFill flip="none" rotWithShape="1">
              <a:gsLst>
                <a:gs pos="0">
                  <a:schemeClr val="accent1"/>
                </a:gs>
                <a:gs pos="99000">
                  <a:schemeClr val="accent3"/>
                </a:gs>
              </a:gsLst>
              <a:lin ang="0" scaled="1"/>
              <a:tileRect/>
            </a:gradFill>
            <a:ln w="12700">
              <a:miter lim="400000"/>
            </a:ln>
          </p:spPr>
          <p:txBody>
            <a:bodyPr lIns="38100" tIns="38100" rIns="38100" bIns="38100" anchor="ctr"/>
            <a:lstStyle/>
            <a:p>
              <a:pPr algn="r">
                <a:defRPr sz="3000">
                  <a:solidFill>
                    <a:srgbClr val="FFFFFF"/>
                  </a:solidFill>
                  <a:effectLst>
                    <a:outerShdw blurRad="38100" dist="12700" dir="5400000" rotWithShape="0">
                      <a:srgbClr val="000000">
                        <a:alpha val="50000"/>
                      </a:srgbClr>
                    </a:outerShdw>
                  </a:effectLst>
                </a:defRPr>
              </a:pPr>
              <a:endParaRPr/>
            </a:p>
          </p:txBody>
        </p:sp>
        <p:sp>
          <p:nvSpPr>
            <p:cNvPr id="19" name="Shape"/>
            <p:cNvSpPr>
              <a:spLocks noChangeAspect="1"/>
            </p:cNvSpPr>
            <p:nvPr/>
          </p:nvSpPr>
          <p:spPr>
            <a:xfrm>
              <a:off x="6213599" y="3094445"/>
              <a:ext cx="396152" cy="386779"/>
            </a:xfrm>
            <a:custGeom>
              <a:avLst/>
              <a:gdLst/>
              <a:ahLst/>
              <a:cxnLst>
                <a:cxn ang="0">
                  <a:pos x="wd2" y="hd2"/>
                </a:cxn>
                <a:cxn ang="5400000">
                  <a:pos x="wd2" y="hd2"/>
                </a:cxn>
                <a:cxn ang="10800000">
                  <a:pos x="wd2" y="hd2"/>
                </a:cxn>
                <a:cxn ang="16200000">
                  <a:pos x="wd2" y="hd2"/>
                </a:cxn>
              </a:cxnLst>
              <a:rect l="0" t="0" r="r" b="b"/>
              <a:pathLst>
                <a:path w="21600" h="21600" extrusionOk="0">
                  <a:moveTo>
                    <a:pt x="18074" y="2541"/>
                  </a:moveTo>
                  <a:cubicBezTo>
                    <a:pt x="18074" y="1138"/>
                    <a:pt x="16963" y="0"/>
                    <a:pt x="15593" y="0"/>
                  </a:cubicBezTo>
                  <a:cubicBezTo>
                    <a:pt x="14223" y="0"/>
                    <a:pt x="13112" y="1138"/>
                    <a:pt x="13112" y="2541"/>
                  </a:cubicBezTo>
                  <a:cubicBezTo>
                    <a:pt x="13112" y="3944"/>
                    <a:pt x="14223" y="5081"/>
                    <a:pt x="15593" y="5081"/>
                  </a:cubicBezTo>
                  <a:cubicBezTo>
                    <a:pt x="16963" y="5081"/>
                    <a:pt x="18074" y="3944"/>
                    <a:pt x="18074" y="2541"/>
                  </a:cubicBezTo>
                  <a:moveTo>
                    <a:pt x="21353" y="6907"/>
                  </a:moveTo>
                  <a:cubicBezTo>
                    <a:pt x="21353" y="5615"/>
                    <a:pt x="20330" y="4568"/>
                    <a:pt x="19069" y="4568"/>
                  </a:cubicBezTo>
                  <a:cubicBezTo>
                    <a:pt x="17807" y="4568"/>
                    <a:pt x="16785" y="5615"/>
                    <a:pt x="16785" y="6907"/>
                  </a:cubicBezTo>
                  <a:cubicBezTo>
                    <a:pt x="16785" y="8199"/>
                    <a:pt x="17807" y="9247"/>
                    <a:pt x="19069" y="9247"/>
                  </a:cubicBezTo>
                  <a:cubicBezTo>
                    <a:pt x="20330" y="9247"/>
                    <a:pt x="21353" y="8199"/>
                    <a:pt x="21353" y="6907"/>
                  </a:cubicBezTo>
                  <a:moveTo>
                    <a:pt x="21600" y="12564"/>
                  </a:moveTo>
                  <a:cubicBezTo>
                    <a:pt x="21600" y="11383"/>
                    <a:pt x="20665" y="10426"/>
                    <a:pt x="19512" y="10426"/>
                  </a:cubicBezTo>
                  <a:cubicBezTo>
                    <a:pt x="18359" y="10426"/>
                    <a:pt x="17424" y="11383"/>
                    <a:pt x="17424" y="12564"/>
                  </a:cubicBezTo>
                  <a:cubicBezTo>
                    <a:pt x="17424" y="13745"/>
                    <a:pt x="18359" y="14703"/>
                    <a:pt x="19512" y="14703"/>
                  </a:cubicBezTo>
                  <a:cubicBezTo>
                    <a:pt x="20665" y="14703"/>
                    <a:pt x="21600" y="13745"/>
                    <a:pt x="21600" y="12564"/>
                  </a:cubicBezTo>
                  <a:moveTo>
                    <a:pt x="18721" y="17456"/>
                  </a:moveTo>
                  <a:cubicBezTo>
                    <a:pt x="18721" y="16386"/>
                    <a:pt x="17874" y="15519"/>
                    <a:pt x="16829" y="15519"/>
                  </a:cubicBezTo>
                  <a:cubicBezTo>
                    <a:pt x="15785" y="15519"/>
                    <a:pt x="14938" y="16386"/>
                    <a:pt x="14938" y="17456"/>
                  </a:cubicBezTo>
                  <a:cubicBezTo>
                    <a:pt x="14938" y="18526"/>
                    <a:pt x="15785" y="19394"/>
                    <a:pt x="16829" y="19394"/>
                  </a:cubicBezTo>
                  <a:cubicBezTo>
                    <a:pt x="17874" y="19394"/>
                    <a:pt x="18721" y="18526"/>
                    <a:pt x="18721" y="17456"/>
                  </a:cubicBezTo>
                  <a:moveTo>
                    <a:pt x="13462" y="19864"/>
                  </a:moveTo>
                  <a:cubicBezTo>
                    <a:pt x="13462" y="18905"/>
                    <a:pt x="12703" y="18127"/>
                    <a:pt x="11767" y="18127"/>
                  </a:cubicBezTo>
                  <a:cubicBezTo>
                    <a:pt x="10831" y="18127"/>
                    <a:pt x="10072" y="18905"/>
                    <a:pt x="10072" y="19864"/>
                  </a:cubicBezTo>
                  <a:cubicBezTo>
                    <a:pt x="10072" y="20822"/>
                    <a:pt x="10831" y="21600"/>
                    <a:pt x="11767" y="21600"/>
                  </a:cubicBezTo>
                  <a:cubicBezTo>
                    <a:pt x="12703" y="21600"/>
                    <a:pt x="13462" y="20822"/>
                    <a:pt x="13462" y="19864"/>
                  </a:cubicBezTo>
                  <a:moveTo>
                    <a:pt x="7784" y="18974"/>
                  </a:moveTo>
                  <a:cubicBezTo>
                    <a:pt x="7784" y="18126"/>
                    <a:pt x="7113" y="17439"/>
                    <a:pt x="6285" y="17439"/>
                  </a:cubicBezTo>
                  <a:cubicBezTo>
                    <a:pt x="5457" y="17439"/>
                    <a:pt x="4786" y="18126"/>
                    <a:pt x="4786" y="18974"/>
                  </a:cubicBezTo>
                  <a:cubicBezTo>
                    <a:pt x="4786" y="19821"/>
                    <a:pt x="5457" y="20509"/>
                    <a:pt x="6285" y="20509"/>
                  </a:cubicBezTo>
                  <a:cubicBezTo>
                    <a:pt x="7113" y="20509"/>
                    <a:pt x="7784" y="19821"/>
                    <a:pt x="7784" y="18974"/>
                  </a:cubicBezTo>
                  <a:moveTo>
                    <a:pt x="3692" y="15169"/>
                  </a:moveTo>
                  <a:cubicBezTo>
                    <a:pt x="3692" y="14432"/>
                    <a:pt x="3108" y="13834"/>
                    <a:pt x="2389" y="13834"/>
                  </a:cubicBezTo>
                  <a:cubicBezTo>
                    <a:pt x="1670" y="13834"/>
                    <a:pt x="1087" y="14432"/>
                    <a:pt x="1087" y="15169"/>
                  </a:cubicBezTo>
                  <a:cubicBezTo>
                    <a:pt x="1087" y="15905"/>
                    <a:pt x="1670" y="16503"/>
                    <a:pt x="2389" y="16503"/>
                  </a:cubicBezTo>
                  <a:cubicBezTo>
                    <a:pt x="3108" y="16503"/>
                    <a:pt x="3692" y="15905"/>
                    <a:pt x="3692" y="15169"/>
                  </a:cubicBezTo>
                  <a:moveTo>
                    <a:pt x="2212" y="9834"/>
                  </a:moveTo>
                  <a:cubicBezTo>
                    <a:pt x="2212" y="9208"/>
                    <a:pt x="1717" y="8701"/>
                    <a:pt x="1106" y="8701"/>
                  </a:cubicBezTo>
                  <a:cubicBezTo>
                    <a:pt x="495" y="8701"/>
                    <a:pt x="0" y="9208"/>
                    <a:pt x="0" y="9834"/>
                  </a:cubicBezTo>
                  <a:cubicBezTo>
                    <a:pt x="0" y="10460"/>
                    <a:pt x="495" y="10967"/>
                    <a:pt x="1106" y="10967"/>
                  </a:cubicBezTo>
                  <a:cubicBezTo>
                    <a:pt x="1717" y="10967"/>
                    <a:pt x="2212" y="10460"/>
                    <a:pt x="2212" y="9834"/>
                  </a:cubicBezTo>
                  <a:moveTo>
                    <a:pt x="3905" y="4548"/>
                  </a:moveTo>
                  <a:cubicBezTo>
                    <a:pt x="3905" y="5062"/>
                    <a:pt x="3498" y="5480"/>
                    <a:pt x="2996" y="5480"/>
                  </a:cubicBezTo>
                  <a:cubicBezTo>
                    <a:pt x="2493" y="5480"/>
                    <a:pt x="2086" y="5062"/>
                    <a:pt x="2086" y="4548"/>
                  </a:cubicBezTo>
                  <a:cubicBezTo>
                    <a:pt x="2086" y="4033"/>
                    <a:pt x="2493" y="3616"/>
                    <a:pt x="2996" y="3616"/>
                  </a:cubicBezTo>
                  <a:cubicBezTo>
                    <a:pt x="3498" y="3616"/>
                    <a:pt x="3905" y="4033"/>
                    <a:pt x="3905" y="4548"/>
                  </a:cubicBezTo>
                </a:path>
              </a:pathLst>
            </a:custGeom>
            <a:gradFill flip="none" rotWithShape="1">
              <a:gsLst>
                <a:gs pos="0">
                  <a:schemeClr val="accent1"/>
                </a:gs>
                <a:gs pos="99000">
                  <a:schemeClr val="accent3"/>
                </a:gs>
              </a:gsLst>
              <a:lin ang="10800000" scaled="1"/>
              <a:tileRect/>
            </a:gradFill>
            <a:ln w="12700">
              <a:miter lim="400000"/>
            </a:ln>
          </p:spPr>
          <p:txBody>
            <a:bodyPr lIns="38100" tIns="38100" rIns="38100" bIns="38100" anchor="ctr"/>
            <a:lstStyle/>
            <a:p>
              <a:pPr algn="r">
                <a:defRPr sz="3000">
                  <a:solidFill>
                    <a:srgbClr val="FFFFFF"/>
                  </a:solidFill>
                  <a:effectLst>
                    <a:outerShdw blurRad="38100" dist="12700" dir="5400000" rotWithShape="0">
                      <a:srgbClr val="000000">
                        <a:alpha val="50000"/>
                      </a:srgbClr>
                    </a:outerShdw>
                  </a:effectLst>
                </a:defRPr>
              </a:pPr>
              <a:endParaRPr/>
            </a:p>
          </p:txBody>
        </p:sp>
        <p:sp>
          <p:nvSpPr>
            <p:cNvPr id="20" name="Freeform 19"/>
            <p:cNvSpPr>
              <a:spLocks noChangeAspect="1"/>
            </p:cNvSpPr>
            <p:nvPr/>
          </p:nvSpPr>
          <p:spPr>
            <a:xfrm>
              <a:off x="6331691" y="3608639"/>
              <a:ext cx="990561" cy="238871"/>
            </a:xfrm>
            <a:custGeom>
              <a:avLst/>
              <a:gdLst>
                <a:gd name="connsiteX0" fmla="*/ 3600029 w 5113330"/>
                <a:gd name="connsiteY0" fmla="*/ 1025525 h 1233068"/>
                <a:gd name="connsiteX1" fmla="*/ 3479800 w 5113330"/>
                <a:gd name="connsiteY1" fmla="*/ 1110682 h 1233068"/>
                <a:gd name="connsiteX2" fmla="*/ 3479800 w 5113330"/>
                <a:gd name="connsiteY2" fmla="*/ 1112117 h 1233068"/>
                <a:gd name="connsiteX3" fmla="*/ 3585704 w 5113330"/>
                <a:gd name="connsiteY3" fmla="*/ 1195839 h 1233068"/>
                <a:gd name="connsiteX4" fmla="*/ 3723828 w 5113330"/>
                <a:gd name="connsiteY4" fmla="*/ 1083487 h 1233068"/>
                <a:gd name="connsiteX5" fmla="*/ 3723828 w 5113330"/>
                <a:gd name="connsiteY5" fmla="*/ 1041981 h 1233068"/>
                <a:gd name="connsiteX6" fmla="*/ 3600029 w 5113330"/>
                <a:gd name="connsiteY6" fmla="*/ 1025525 h 1233068"/>
                <a:gd name="connsiteX7" fmla="*/ 717129 w 5113330"/>
                <a:gd name="connsiteY7" fmla="*/ 1025525 h 1233068"/>
                <a:gd name="connsiteX8" fmla="*/ 596900 w 5113330"/>
                <a:gd name="connsiteY8" fmla="*/ 1110682 h 1233068"/>
                <a:gd name="connsiteX9" fmla="*/ 596900 w 5113330"/>
                <a:gd name="connsiteY9" fmla="*/ 1112117 h 1233068"/>
                <a:gd name="connsiteX10" fmla="*/ 702815 w 5113330"/>
                <a:gd name="connsiteY10" fmla="*/ 1195839 h 1233068"/>
                <a:gd name="connsiteX11" fmla="*/ 840928 w 5113330"/>
                <a:gd name="connsiteY11" fmla="*/ 1083487 h 1233068"/>
                <a:gd name="connsiteX12" fmla="*/ 840928 w 5113330"/>
                <a:gd name="connsiteY12" fmla="*/ 1041981 h 1233068"/>
                <a:gd name="connsiteX13" fmla="*/ 717129 w 5113330"/>
                <a:gd name="connsiteY13" fmla="*/ 1025525 h 1233068"/>
                <a:gd name="connsiteX14" fmla="*/ 4504942 w 5113330"/>
                <a:gd name="connsiteY14" fmla="*/ 882650 h 1233068"/>
                <a:gd name="connsiteX15" fmla="*/ 4356100 w 5113330"/>
                <a:gd name="connsiteY15" fmla="*/ 1039371 h 1233068"/>
                <a:gd name="connsiteX16" fmla="*/ 4356100 w 5113330"/>
                <a:gd name="connsiteY16" fmla="*/ 1040806 h 1233068"/>
                <a:gd name="connsiteX17" fmla="*/ 4506382 w 5113330"/>
                <a:gd name="connsiteY17" fmla="*/ 1198962 h 1233068"/>
                <a:gd name="connsiteX18" fmla="*/ 4655224 w 5113330"/>
                <a:gd name="connsiteY18" fmla="*/ 1042241 h 1233068"/>
                <a:gd name="connsiteX19" fmla="*/ 4655224 w 5113330"/>
                <a:gd name="connsiteY19" fmla="*/ 1040806 h 1233068"/>
                <a:gd name="connsiteX20" fmla="*/ 4504942 w 5113330"/>
                <a:gd name="connsiteY20" fmla="*/ 882650 h 1233068"/>
                <a:gd name="connsiteX21" fmla="*/ 2206242 w 5113330"/>
                <a:gd name="connsiteY21" fmla="*/ 882650 h 1233068"/>
                <a:gd name="connsiteX22" fmla="*/ 2057400 w 5113330"/>
                <a:gd name="connsiteY22" fmla="*/ 1039371 h 1233068"/>
                <a:gd name="connsiteX23" fmla="*/ 2057400 w 5113330"/>
                <a:gd name="connsiteY23" fmla="*/ 1040806 h 1233068"/>
                <a:gd name="connsiteX24" fmla="*/ 2207682 w 5113330"/>
                <a:gd name="connsiteY24" fmla="*/ 1198962 h 1233068"/>
                <a:gd name="connsiteX25" fmla="*/ 2356524 w 5113330"/>
                <a:gd name="connsiteY25" fmla="*/ 1042241 h 1233068"/>
                <a:gd name="connsiteX26" fmla="*/ 2356524 w 5113330"/>
                <a:gd name="connsiteY26" fmla="*/ 1040806 h 1233068"/>
                <a:gd name="connsiteX27" fmla="*/ 2206242 w 5113330"/>
                <a:gd name="connsiteY27" fmla="*/ 882650 h 1233068"/>
                <a:gd name="connsiteX28" fmla="*/ 4178300 w 5113330"/>
                <a:gd name="connsiteY28" fmla="*/ 863600 h 1233068"/>
                <a:gd name="connsiteX29" fmla="*/ 4213360 w 5113330"/>
                <a:gd name="connsiteY29" fmla="*/ 863600 h 1233068"/>
                <a:gd name="connsiteX30" fmla="*/ 4213360 w 5113330"/>
                <a:gd name="connsiteY30" fmla="*/ 1228577 h 1233068"/>
                <a:gd name="connsiteX31" fmla="*/ 4178300 w 5113330"/>
                <a:gd name="connsiteY31" fmla="*/ 1228577 h 1233068"/>
                <a:gd name="connsiteX32" fmla="*/ 4178300 w 5113330"/>
                <a:gd name="connsiteY32" fmla="*/ 863600 h 1233068"/>
                <a:gd name="connsiteX33" fmla="*/ 2698695 w 5113330"/>
                <a:gd name="connsiteY33" fmla="*/ 851020 h 1233068"/>
                <a:gd name="connsiteX34" fmla="*/ 2698695 w 5113330"/>
                <a:gd name="connsiteY34" fmla="*/ 889676 h 1233068"/>
                <a:gd name="connsiteX35" fmla="*/ 2695133 w 5113330"/>
                <a:gd name="connsiteY35" fmla="*/ 889676 h 1233068"/>
                <a:gd name="connsiteX36" fmla="*/ 2536977 w 5113330"/>
                <a:gd name="connsiteY36" fmla="*/ 1072160 h 1233068"/>
                <a:gd name="connsiteX37" fmla="*/ 2536977 w 5113330"/>
                <a:gd name="connsiteY37" fmla="*/ 1221731 h 1233068"/>
                <a:gd name="connsiteX38" fmla="*/ 2501900 w 5113330"/>
                <a:gd name="connsiteY38" fmla="*/ 1221731 h 1233068"/>
                <a:gd name="connsiteX39" fmla="*/ 2501900 w 5113330"/>
                <a:gd name="connsiteY39" fmla="*/ 856745 h 1233068"/>
                <a:gd name="connsiteX40" fmla="*/ 2536977 w 5113330"/>
                <a:gd name="connsiteY40" fmla="*/ 856745 h 1233068"/>
                <a:gd name="connsiteX41" fmla="*/ 2536977 w 5113330"/>
                <a:gd name="connsiteY41" fmla="*/ 960501 h 1233068"/>
                <a:gd name="connsiteX42" fmla="*/ 2698695 w 5113330"/>
                <a:gd name="connsiteY42" fmla="*/ 851020 h 1233068"/>
                <a:gd name="connsiteX43" fmla="*/ 514314 w 5113330"/>
                <a:gd name="connsiteY43" fmla="*/ 851020 h 1233068"/>
                <a:gd name="connsiteX44" fmla="*/ 514314 w 5113330"/>
                <a:gd name="connsiteY44" fmla="*/ 889676 h 1233068"/>
                <a:gd name="connsiteX45" fmla="*/ 510733 w 5113330"/>
                <a:gd name="connsiteY45" fmla="*/ 889676 h 1233068"/>
                <a:gd name="connsiteX46" fmla="*/ 352571 w 5113330"/>
                <a:gd name="connsiteY46" fmla="*/ 1072160 h 1233068"/>
                <a:gd name="connsiteX47" fmla="*/ 352571 w 5113330"/>
                <a:gd name="connsiteY47" fmla="*/ 1221731 h 1233068"/>
                <a:gd name="connsiteX48" fmla="*/ 317500 w 5113330"/>
                <a:gd name="connsiteY48" fmla="*/ 1221731 h 1233068"/>
                <a:gd name="connsiteX49" fmla="*/ 317500 w 5113330"/>
                <a:gd name="connsiteY49" fmla="*/ 856745 h 1233068"/>
                <a:gd name="connsiteX50" fmla="*/ 352571 w 5113330"/>
                <a:gd name="connsiteY50" fmla="*/ 856745 h 1233068"/>
                <a:gd name="connsiteX51" fmla="*/ 352571 w 5113330"/>
                <a:gd name="connsiteY51" fmla="*/ 960501 h 1233068"/>
                <a:gd name="connsiteX52" fmla="*/ 514314 w 5113330"/>
                <a:gd name="connsiteY52" fmla="*/ 851020 h 1233068"/>
                <a:gd name="connsiteX53" fmla="*/ 4967346 w 5113330"/>
                <a:gd name="connsiteY53" fmla="*/ 850900 h 1233068"/>
                <a:gd name="connsiteX54" fmla="*/ 5113330 w 5113330"/>
                <a:gd name="connsiteY54" fmla="*/ 1001194 h 1233068"/>
                <a:gd name="connsiteX55" fmla="*/ 5113330 w 5113330"/>
                <a:gd name="connsiteY55" fmla="*/ 1224472 h 1233068"/>
                <a:gd name="connsiteX56" fmla="*/ 5078278 w 5113330"/>
                <a:gd name="connsiteY56" fmla="*/ 1224472 h 1233068"/>
                <a:gd name="connsiteX57" fmla="*/ 5078278 w 5113330"/>
                <a:gd name="connsiteY57" fmla="*/ 1007628 h 1233068"/>
                <a:gd name="connsiteX58" fmla="*/ 4962336 w 5113330"/>
                <a:gd name="connsiteY58" fmla="*/ 883104 h 1233068"/>
                <a:gd name="connsiteX59" fmla="*/ 4835680 w 5113330"/>
                <a:gd name="connsiteY59" fmla="*/ 1013352 h 1233068"/>
                <a:gd name="connsiteX60" fmla="*/ 4835680 w 5113330"/>
                <a:gd name="connsiteY60" fmla="*/ 1224472 h 1233068"/>
                <a:gd name="connsiteX61" fmla="*/ 4800600 w 5113330"/>
                <a:gd name="connsiteY61" fmla="*/ 1224472 h 1233068"/>
                <a:gd name="connsiteX62" fmla="*/ 4800600 w 5113330"/>
                <a:gd name="connsiteY62" fmla="*/ 859496 h 1233068"/>
                <a:gd name="connsiteX63" fmla="*/ 4835680 w 5113330"/>
                <a:gd name="connsiteY63" fmla="*/ 859496 h 1233068"/>
                <a:gd name="connsiteX64" fmla="*/ 4835680 w 5113330"/>
                <a:gd name="connsiteY64" fmla="*/ 927483 h 1233068"/>
                <a:gd name="connsiteX65" fmla="*/ 4967346 w 5113330"/>
                <a:gd name="connsiteY65" fmla="*/ 850900 h 1233068"/>
                <a:gd name="connsiteX66" fmla="*/ 4506214 w 5113330"/>
                <a:gd name="connsiteY66" fmla="*/ 850900 h 1233068"/>
                <a:gd name="connsiteX67" fmla="*/ 4693006 w 5113330"/>
                <a:gd name="connsiteY67" fmla="*/ 1040551 h 1233068"/>
                <a:gd name="connsiteX68" fmla="*/ 4693006 w 5113330"/>
                <a:gd name="connsiteY68" fmla="*/ 1041984 h 1233068"/>
                <a:gd name="connsiteX69" fmla="*/ 4504792 w 5113330"/>
                <a:gd name="connsiteY69" fmla="*/ 1233068 h 1233068"/>
                <a:gd name="connsiteX70" fmla="*/ 4318000 w 5113330"/>
                <a:gd name="connsiteY70" fmla="*/ 1043417 h 1233068"/>
                <a:gd name="connsiteX71" fmla="*/ 4318000 w 5113330"/>
                <a:gd name="connsiteY71" fmla="*/ 1041984 h 1233068"/>
                <a:gd name="connsiteX72" fmla="*/ 4506214 w 5113330"/>
                <a:gd name="connsiteY72" fmla="*/ 850900 h 1233068"/>
                <a:gd name="connsiteX73" fmla="*/ 3604148 w 5113330"/>
                <a:gd name="connsiteY73" fmla="*/ 850900 h 1233068"/>
                <a:gd name="connsiteX74" fmla="*/ 3719378 w 5113330"/>
                <a:gd name="connsiteY74" fmla="*/ 890973 h 1233068"/>
                <a:gd name="connsiteX75" fmla="*/ 3756596 w 5113330"/>
                <a:gd name="connsiteY75" fmla="*/ 994034 h 1233068"/>
                <a:gd name="connsiteX76" fmla="*/ 3756596 w 5113330"/>
                <a:gd name="connsiteY76" fmla="*/ 1221615 h 1233068"/>
                <a:gd name="connsiteX77" fmla="*/ 3722234 w 5113330"/>
                <a:gd name="connsiteY77" fmla="*/ 1221615 h 1233068"/>
                <a:gd name="connsiteX78" fmla="*/ 3722234 w 5113330"/>
                <a:gd name="connsiteY78" fmla="*/ 1160786 h 1233068"/>
                <a:gd name="connsiteX79" fmla="*/ 3582689 w 5113330"/>
                <a:gd name="connsiteY79" fmla="*/ 1230202 h 1233068"/>
                <a:gd name="connsiteX80" fmla="*/ 3441700 w 5113330"/>
                <a:gd name="connsiteY80" fmla="*/ 1115692 h 1233068"/>
                <a:gd name="connsiteX81" fmla="*/ 3441700 w 5113330"/>
                <a:gd name="connsiteY81" fmla="*/ 1114269 h 1233068"/>
                <a:gd name="connsiteX82" fmla="*/ 3601291 w 5113330"/>
                <a:gd name="connsiteY82" fmla="*/ 995474 h 1233068"/>
                <a:gd name="connsiteX83" fmla="*/ 3722234 w 5113330"/>
                <a:gd name="connsiteY83" fmla="*/ 1011208 h 1233068"/>
                <a:gd name="connsiteX84" fmla="*/ 3722234 w 5113330"/>
                <a:gd name="connsiteY84" fmla="*/ 995474 h 1233068"/>
                <a:gd name="connsiteX85" fmla="*/ 3602005 w 5113330"/>
                <a:gd name="connsiteY85" fmla="*/ 883826 h 1233068"/>
                <a:gd name="connsiteX86" fmla="*/ 3487506 w 5113330"/>
                <a:gd name="connsiteY86" fmla="*/ 913151 h 1233068"/>
                <a:gd name="connsiteX87" fmla="*/ 3474633 w 5113330"/>
                <a:gd name="connsiteY87" fmla="*/ 882403 h 1233068"/>
                <a:gd name="connsiteX88" fmla="*/ 3604148 w 5113330"/>
                <a:gd name="connsiteY88" fmla="*/ 850900 h 1233068"/>
                <a:gd name="connsiteX89" fmla="*/ 2950716 w 5113330"/>
                <a:gd name="connsiteY89" fmla="*/ 850900 h 1233068"/>
                <a:gd name="connsiteX90" fmla="*/ 3073815 w 5113330"/>
                <a:gd name="connsiteY90" fmla="*/ 929627 h 1233068"/>
                <a:gd name="connsiteX91" fmla="*/ 3205498 w 5113330"/>
                <a:gd name="connsiteY91" fmla="*/ 850900 h 1233068"/>
                <a:gd name="connsiteX92" fmla="*/ 3345763 w 5113330"/>
                <a:gd name="connsiteY92" fmla="*/ 1003338 h 1233068"/>
                <a:gd name="connsiteX93" fmla="*/ 3345763 w 5113330"/>
                <a:gd name="connsiteY93" fmla="*/ 1224472 h 1233068"/>
                <a:gd name="connsiteX94" fmla="*/ 3310716 w 5113330"/>
                <a:gd name="connsiteY94" fmla="*/ 1224472 h 1233068"/>
                <a:gd name="connsiteX95" fmla="*/ 3310716 w 5113330"/>
                <a:gd name="connsiteY95" fmla="*/ 1007628 h 1233068"/>
                <a:gd name="connsiteX96" fmla="*/ 3202637 w 5113330"/>
                <a:gd name="connsiteY96" fmla="*/ 883104 h 1233068"/>
                <a:gd name="connsiteX97" fmla="*/ 3087405 w 5113330"/>
                <a:gd name="connsiteY97" fmla="*/ 1011917 h 1233068"/>
                <a:gd name="connsiteX98" fmla="*/ 3087405 w 5113330"/>
                <a:gd name="connsiteY98" fmla="*/ 1224472 h 1233068"/>
                <a:gd name="connsiteX99" fmla="*/ 3052358 w 5113330"/>
                <a:gd name="connsiteY99" fmla="*/ 1224472 h 1233068"/>
                <a:gd name="connsiteX100" fmla="*/ 3052358 w 5113330"/>
                <a:gd name="connsiteY100" fmla="*/ 1005500 h 1233068"/>
                <a:gd name="connsiteX101" fmla="*/ 2945709 w 5113330"/>
                <a:gd name="connsiteY101" fmla="*/ 883104 h 1233068"/>
                <a:gd name="connsiteX102" fmla="*/ 2829073 w 5113330"/>
                <a:gd name="connsiteY102" fmla="*/ 1014061 h 1233068"/>
                <a:gd name="connsiteX103" fmla="*/ 2829073 w 5113330"/>
                <a:gd name="connsiteY103" fmla="*/ 1224472 h 1233068"/>
                <a:gd name="connsiteX104" fmla="*/ 2794000 w 5113330"/>
                <a:gd name="connsiteY104" fmla="*/ 1224472 h 1233068"/>
                <a:gd name="connsiteX105" fmla="*/ 2794000 w 5113330"/>
                <a:gd name="connsiteY105" fmla="*/ 859496 h 1233068"/>
                <a:gd name="connsiteX106" fmla="*/ 2829073 w 5113330"/>
                <a:gd name="connsiteY106" fmla="*/ 859496 h 1233068"/>
                <a:gd name="connsiteX107" fmla="*/ 2829073 w 5113330"/>
                <a:gd name="connsiteY107" fmla="*/ 924612 h 1233068"/>
                <a:gd name="connsiteX108" fmla="*/ 2950716 w 5113330"/>
                <a:gd name="connsiteY108" fmla="*/ 850900 h 1233068"/>
                <a:gd name="connsiteX109" fmla="*/ 2207514 w 5113330"/>
                <a:gd name="connsiteY109" fmla="*/ 850900 h 1233068"/>
                <a:gd name="connsiteX110" fmla="*/ 2394304 w 5113330"/>
                <a:gd name="connsiteY110" fmla="*/ 1040551 h 1233068"/>
                <a:gd name="connsiteX111" fmla="*/ 2394304 w 5113330"/>
                <a:gd name="connsiteY111" fmla="*/ 1041984 h 1233068"/>
                <a:gd name="connsiteX112" fmla="*/ 2206090 w 5113330"/>
                <a:gd name="connsiteY112" fmla="*/ 1233068 h 1233068"/>
                <a:gd name="connsiteX113" fmla="*/ 2019300 w 5113330"/>
                <a:gd name="connsiteY113" fmla="*/ 1043417 h 1233068"/>
                <a:gd name="connsiteX114" fmla="*/ 2019300 w 5113330"/>
                <a:gd name="connsiteY114" fmla="*/ 1041984 h 1233068"/>
                <a:gd name="connsiteX115" fmla="*/ 2207514 w 5113330"/>
                <a:gd name="connsiteY115" fmla="*/ 850900 h 1233068"/>
                <a:gd name="connsiteX116" fmla="*/ 1547819 w 5113330"/>
                <a:gd name="connsiteY116" fmla="*/ 850900 h 1233068"/>
                <a:gd name="connsiteX117" fmla="*/ 1677366 w 5113330"/>
                <a:gd name="connsiteY117" fmla="*/ 890990 h 1233068"/>
                <a:gd name="connsiteX118" fmla="*/ 1658756 w 5113330"/>
                <a:gd name="connsiteY118" fmla="*/ 920316 h 1233068"/>
                <a:gd name="connsiteX119" fmla="*/ 1546391 w 5113330"/>
                <a:gd name="connsiteY119" fmla="*/ 883826 h 1233068"/>
                <a:gd name="connsiteX120" fmla="*/ 1463376 w 5113330"/>
                <a:gd name="connsiteY120" fmla="*/ 947517 h 1233068"/>
                <a:gd name="connsiteX121" fmla="*/ 1463376 w 5113330"/>
                <a:gd name="connsiteY121" fmla="*/ 948957 h 1233068"/>
                <a:gd name="connsiteX122" fmla="*/ 1565014 w 5113330"/>
                <a:gd name="connsiteY122" fmla="*/ 1019795 h 1233068"/>
                <a:gd name="connsiteX123" fmla="*/ 1685224 w 5113330"/>
                <a:gd name="connsiteY123" fmla="*/ 1122119 h 1233068"/>
                <a:gd name="connsiteX124" fmla="*/ 1685224 w 5113330"/>
                <a:gd name="connsiteY124" fmla="*/ 1123559 h 1233068"/>
                <a:gd name="connsiteX125" fmla="*/ 1559274 w 5113330"/>
                <a:gd name="connsiteY125" fmla="*/ 1230202 h 1233068"/>
                <a:gd name="connsiteX126" fmla="*/ 1409700 w 5113330"/>
                <a:gd name="connsiteY126" fmla="*/ 1177240 h 1233068"/>
                <a:gd name="connsiteX127" fmla="*/ 1430466 w 5113330"/>
                <a:gd name="connsiteY127" fmla="*/ 1149320 h 1233068"/>
                <a:gd name="connsiteX128" fmla="*/ 1561430 w 5113330"/>
                <a:gd name="connsiteY128" fmla="*/ 1197277 h 1233068"/>
                <a:gd name="connsiteX129" fmla="*/ 1649444 w 5113330"/>
                <a:gd name="connsiteY129" fmla="*/ 1127861 h 1233068"/>
                <a:gd name="connsiteX130" fmla="*/ 1649444 w 5113330"/>
                <a:gd name="connsiteY130" fmla="*/ 1126421 h 1233068"/>
                <a:gd name="connsiteX131" fmla="*/ 1552832 w 5113330"/>
                <a:gd name="connsiteY131" fmla="*/ 1053423 h 1233068"/>
                <a:gd name="connsiteX132" fmla="*/ 1427609 w 5113330"/>
                <a:gd name="connsiteY132" fmla="*/ 953242 h 1233068"/>
                <a:gd name="connsiteX133" fmla="*/ 1427609 w 5113330"/>
                <a:gd name="connsiteY133" fmla="*/ 951819 h 1233068"/>
                <a:gd name="connsiteX134" fmla="*/ 1547819 w 5113330"/>
                <a:gd name="connsiteY134" fmla="*/ 850900 h 1233068"/>
                <a:gd name="connsiteX135" fmla="*/ 1170046 w 5113330"/>
                <a:gd name="connsiteY135" fmla="*/ 850900 h 1233068"/>
                <a:gd name="connsiteX136" fmla="*/ 1316030 w 5113330"/>
                <a:gd name="connsiteY136" fmla="*/ 1001194 h 1233068"/>
                <a:gd name="connsiteX137" fmla="*/ 1316030 w 5113330"/>
                <a:gd name="connsiteY137" fmla="*/ 1224472 h 1233068"/>
                <a:gd name="connsiteX138" fmla="*/ 1280978 w 5113330"/>
                <a:gd name="connsiteY138" fmla="*/ 1224472 h 1233068"/>
                <a:gd name="connsiteX139" fmla="*/ 1280978 w 5113330"/>
                <a:gd name="connsiteY139" fmla="*/ 1007628 h 1233068"/>
                <a:gd name="connsiteX140" fmla="*/ 1165036 w 5113330"/>
                <a:gd name="connsiteY140" fmla="*/ 883104 h 1233068"/>
                <a:gd name="connsiteX141" fmla="*/ 1038381 w 5113330"/>
                <a:gd name="connsiteY141" fmla="*/ 1013352 h 1233068"/>
                <a:gd name="connsiteX142" fmla="*/ 1038381 w 5113330"/>
                <a:gd name="connsiteY142" fmla="*/ 1224472 h 1233068"/>
                <a:gd name="connsiteX143" fmla="*/ 1003300 w 5113330"/>
                <a:gd name="connsiteY143" fmla="*/ 1224472 h 1233068"/>
                <a:gd name="connsiteX144" fmla="*/ 1003300 w 5113330"/>
                <a:gd name="connsiteY144" fmla="*/ 859496 h 1233068"/>
                <a:gd name="connsiteX145" fmla="*/ 1038381 w 5113330"/>
                <a:gd name="connsiteY145" fmla="*/ 859496 h 1233068"/>
                <a:gd name="connsiteX146" fmla="*/ 1038381 w 5113330"/>
                <a:gd name="connsiteY146" fmla="*/ 927483 h 1233068"/>
                <a:gd name="connsiteX147" fmla="*/ 1170046 w 5113330"/>
                <a:gd name="connsiteY147" fmla="*/ 850900 h 1233068"/>
                <a:gd name="connsiteX148" fmla="*/ 721249 w 5113330"/>
                <a:gd name="connsiteY148" fmla="*/ 850900 h 1233068"/>
                <a:gd name="connsiteX149" fmla="*/ 836478 w 5113330"/>
                <a:gd name="connsiteY149" fmla="*/ 890973 h 1233068"/>
                <a:gd name="connsiteX150" fmla="*/ 873697 w 5113330"/>
                <a:gd name="connsiteY150" fmla="*/ 994034 h 1233068"/>
                <a:gd name="connsiteX151" fmla="*/ 873697 w 5113330"/>
                <a:gd name="connsiteY151" fmla="*/ 1221615 h 1233068"/>
                <a:gd name="connsiteX152" fmla="*/ 839335 w 5113330"/>
                <a:gd name="connsiteY152" fmla="*/ 1221615 h 1233068"/>
                <a:gd name="connsiteX153" fmla="*/ 839335 w 5113330"/>
                <a:gd name="connsiteY153" fmla="*/ 1160786 h 1233068"/>
                <a:gd name="connsiteX154" fmla="*/ 699789 w 5113330"/>
                <a:gd name="connsiteY154" fmla="*/ 1230202 h 1233068"/>
                <a:gd name="connsiteX155" fmla="*/ 558800 w 5113330"/>
                <a:gd name="connsiteY155" fmla="*/ 1115692 h 1233068"/>
                <a:gd name="connsiteX156" fmla="*/ 558800 w 5113330"/>
                <a:gd name="connsiteY156" fmla="*/ 1114269 h 1233068"/>
                <a:gd name="connsiteX157" fmla="*/ 718392 w 5113330"/>
                <a:gd name="connsiteY157" fmla="*/ 995474 h 1233068"/>
                <a:gd name="connsiteX158" fmla="*/ 839335 w 5113330"/>
                <a:gd name="connsiteY158" fmla="*/ 1011208 h 1233068"/>
                <a:gd name="connsiteX159" fmla="*/ 839335 w 5113330"/>
                <a:gd name="connsiteY159" fmla="*/ 995474 h 1233068"/>
                <a:gd name="connsiteX160" fmla="*/ 719106 w 5113330"/>
                <a:gd name="connsiteY160" fmla="*/ 883826 h 1233068"/>
                <a:gd name="connsiteX161" fmla="*/ 604606 w 5113330"/>
                <a:gd name="connsiteY161" fmla="*/ 913151 h 1233068"/>
                <a:gd name="connsiteX162" fmla="*/ 591733 w 5113330"/>
                <a:gd name="connsiteY162" fmla="*/ 882403 h 1233068"/>
                <a:gd name="connsiteX163" fmla="*/ 721249 w 5113330"/>
                <a:gd name="connsiteY163" fmla="*/ 850900 h 1233068"/>
                <a:gd name="connsiteX164" fmla="*/ 3901048 w 5113330"/>
                <a:gd name="connsiteY164" fmla="*/ 736600 h 1233068"/>
                <a:gd name="connsiteX165" fmla="*/ 3936126 w 5113330"/>
                <a:gd name="connsiteY165" fmla="*/ 736600 h 1233068"/>
                <a:gd name="connsiteX166" fmla="*/ 3936126 w 5113330"/>
                <a:gd name="connsiteY166" fmla="*/ 853241 h 1233068"/>
                <a:gd name="connsiteX167" fmla="*/ 4064214 w 5113330"/>
                <a:gd name="connsiteY167" fmla="*/ 853241 h 1233068"/>
                <a:gd name="connsiteX168" fmla="*/ 4064214 w 5113330"/>
                <a:gd name="connsiteY168" fmla="*/ 885463 h 1233068"/>
                <a:gd name="connsiteX169" fmla="*/ 3936126 w 5113330"/>
                <a:gd name="connsiteY169" fmla="*/ 885463 h 1233068"/>
                <a:gd name="connsiteX170" fmla="*/ 3936126 w 5113330"/>
                <a:gd name="connsiteY170" fmla="*/ 1120892 h 1233068"/>
                <a:gd name="connsiteX171" fmla="*/ 4009124 w 5113330"/>
                <a:gd name="connsiteY171" fmla="*/ 1191753 h 1233068"/>
                <a:gd name="connsiteX172" fmla="*/ 4062784 w 5113330"/>
                <a:gd name="connsiteY172" fmla="*/ 1178873 h 1233068"/>
                <a:gd name="connsiteX173" fmla="*/ 4062784 w 5113330"/>
                <a:gd name="connsiteY173" fmla="*/ 1211773 h 1233068"/>
                <a:gd name="connsiteX174" fmla="*/ 4003392 w 5113330"/>
                <a:gd name="connsiteY174" fmla="*/ 1224675 h 1233068"/>
                <a:gd name="connsiteX175" fmla="*/ 3901048 w 5113330"/>
                <a:gd name="connsiteY175" fmla="*/ 1124484 h 1233068"/>
                <a:gd name="connsiteX176" fmla="*/ 3901048 w 5113330"/>
                <a:gd name="connsiteY176" fmla="*/ 885463 h 1233068"/>
                <a:gd name="connsiteX177" fmla="*/ 3848100 w 5113330"/>
                <a:gd name="connsiteY177" fmla="*/ 885463 h 1233068"/>
                <a:gd name="connsiteX178" fmla="*/ 3848100 w 5113330"/>
                <a:gd name="connsiteY178" fmla="*/ 853241 h 1233068"/>
                <a:gd name="connsiteX179" fmla="*/ 3901048 w 5113330"/>
                <a:gd name="connsiteY179" fmla="*/ 853241 h 1233068"/>
                <a:gd name="connsiteX180" fmla="*/ 52948 w 5113330"/>
                <a:gd name="connsiteY180" fmla="*/ 736600 h 1233068"/>
                <a:gd name="connsiteX181" fmla="*/ 88016 w 5113330"/>
                <a:gd name="connsiteY181" fmla="*/ 736600 h 1233068"/>
                <a:gd name="connsiteX182" fmla="*/ 88016 w 5113330"/>
                <a:gd name="connsiteY182" fmla="*/ 853241 h 1233068"/>
                <a:gd name="connsiteX183" fmla="*/ 216114 w 5113330"/>
                <a:gd name="connsiteY183" fmla="*/ 853241 h 1233068"/>
                <a:gd name="connsiteX184" fmla="*/ 216114 w 5113330"/>
                <a:gd name="connsiteY184" fmla="*/ 885463 h 1233068"/>
                <a:gd name="connsiteX185" fmla="*/ 88016 w 5113330"/>
                <a:gd name="connsiteY185" fmla="*/ 885463 h 1233068"/>
                <a:gd name="connsiteX186" fmla="*/ 88016 w 5113330"/>
                <a:gd name="connsiteY186" fmla="*/ 1120892 h 1233068"/>
                <a:gd name="connsiteX187" fmla="*/ 161025 w 5113330"/>
                <a:gd name="connsiteY187" fmla="*/ 1191753 h 1233068"/>
                <a:gd name="connsiteX188" fmla="*/ 214683 w 5113330"/>
                <a:gd name="connsiteY188" fmla="*/ 1178873 h 1233068"/>
                <a:gd name="connsiteX189" fmla="*/ 214683 w 5113330"/>
                <a:gd name="connsiteY189" fmla="*/ 1211773 h 1233068"/>
                <a:gd name="connsiteX190" fmla="*/ 155292 w 5113330"/>
                <a:gd name="connsiteY190" fmla="*/ 1224675 h 1233068"/>
                <a:gd name="connsiteX191" fmla="*/ 52948 w 5113330"/>
                <a:gd name="connsiteY191" fmla="*/ 1124484 h 1233068"/>
                <a:gd name="connsiteX192" fmla="*/ 52948 w 5113330"/>
                <a:gd name="connsiteY192" fmla="*/ 885463 h 1233068"/>
                <a:gd name="connsiteX193" fmla="*/ 0 w 5113330"/>
                <a:gd name="connsiteY193" fmla="*/ 885463 h 1233068"/>
                <a:gd name="connsiteX194" fmla="*/ 0 w 5113330"/>
                <a:gd name="connsiteY194" fmla="*/ 853241 h 1233068"/>
                <a:gd name="connsiteX195" fmla="*/ 52948 w 5113330"/>
                <a:gd name="connsiteY195" fmla="*/ 853241 h 1233068"/>
                <a:gd name="connsiteX196" fmla="*/ 4165600 w 5113330"/>
                <a:gd name="connsiteY196" fmla="*/ 711200 h 1233068"/>
                <a:gd name="connsiteX197" fmla="*/ 4209252 w 5113330"/>
                <a:gd name="connsiteY197" fmla="*/ 711200 h 1233068"/>
                <a:gd name="connsiteX198" fmla="*/ 4209252 w 5113330"/>
                <a:gd name="connsiteY198" fmla="*/ 759151 h 1233068"/>
                <a:gd name="connsiteX199" fmla="*/ 4165600 w 5113330"/>
                <a:gd name="connsiteY199" fmla="*/ 759151 h 1233068"/>
                <a:gd name="connsiteX200" fmla="*/ 4165600 w 5113330"/>
                <a:gd name="connsiteY200" fmla="*/ 711200 h 1233068"/>
                <a:gd name="connsiteX201" fmla="*/ 1927040 w 5113330"/>
                <a:gd name="connsiteY201" fmla="*/ 698500 h 1233068"/>
                <a:gd name="connsiteX202" fmla="*/ 1981433 w 5113330"/>
                <a:gd name="connsiteY202" fmla="*/ 707097 h 1233068"/>
                <a:gd name="connsiteX203" fmla="*/ 1981433 w 5113330"/>
                <a:gd name="connsiteY203" fmla="*/ 740004 h 1233068"/>
                <a:gd name="connsiteX204" fmla="*/ 1927040 w 5113330"/>
                <a:gd name="connsiteY204" fmla="*/ 730702 h 1233068"/>
                <a:gd name="connsiteX205" fmla="*/ 1853344 w 5113330"/>
                <a:gd name="connsiteY205" fmla="*/ 823011 h 1233068"/>
                <a:gd name="connsiteX206" fmla="*/ 1853344 w 5113330"/>
                <a:gd name="connsiteY206" fmla="*/ 858080 h 1233068"/>
                <a:gd name="connsiteX207" fmla="*/ 1980713 w 5113330"/>
                <a:gd name="connsiteY207" fmla="*/ 858080 h 1233068"/>
                <a:gd name="connsiteX208" fmla="*/ 1980713 w 5113330"/>
                <a:gd name="connsiteY208" fmla="*/ 890306 h 1233068"/>
                <a:gd name="connsiteX209" fmla="*/ 1853344 w 5113330"/>
                <a:gd name="connsiteY209" fmla="*/ 890306 h 1233068"/>
                <a:gd name="connsiteX210" fmla="*/ 1853344 w 5113330"/>
                <a:gd name="connsiteY210" fmla="*/ 1223065 h 1233068"/>
                <a:gd name="connsiteX211" fmla="*/ 1818263 w 5113330"/>
                <a:gd name="connsiteY211" fmla="*/ 1223065 h 1233068"/>
                <a:gd name="connsiteX212" fmla="*/ 1818263 w 5113330"/>
                <a:gd name="connsiteY212" fmla="*/ 890306 h 1233068"/>
                <a:gd name="connsiteX213" fmla="*/ 1765300 w 5113330"/>
                <a:gd name="connsiteY213" fmla="*/ 890306 h 1233068"/>
                <a:gd name="connsiteX214" fmla="*/ 1765300 w 5113330"/>
                <a:gd name="connsiteY214" fmla="*/ 858080 h 1233068"/>
                <a:gd name="connsiteX215" fmla="*/ 1818263 w 5113330"/>
                <a:gd name="connsiteY215" fmla="*/ 858080 h 1233068"/>
                <a:gd name="connsiteX216" fmla="*/ 1818263 w 5113330"/>
                <a:gd name="connsiteY216" fmla="*/ 822307 h 1233068"/>
                <a:gd name="connsiteX217" fmla="*/ 1850472 w 5113330"/>
                <a:gd name="connsiteY217" fmla="*/ 727132 h 1233068"/>
                <a:gd name="connsiteX218" fmla="*/ 1927040 w 5113330"/>
                <a:gd name="connsiteY218" fmla="*/ 698500 h 1233068"/>
                <a:gd name="connsiteX219" fmla="*/ 1025142 w 5113330"/>
                <a:gd name="connsiteY219" fmla="*/ 174625 h 1233068"/>
                <a:gd name="connsiteX220" fmla="*/ 876300 w 5113330"/>
                <a:gd name="connsiteY220" fmla="*/ 331350 h 1233068"/>
                <a:gd name="connsiteX221" fmla="*/ 876300 w 5113330"/>
                <a:gd name="connsiteY221" fmla="*/ 332779 h 1233068"/>
                <a:gd name="connsiteX222" fmla="*/ 1025142 w 5113330"/>
                <a:gd name="connsiteY222" fmla="*/ 489504 h 1233068"/>
                <a:gd name="connsiteX223" fmla="*/ 1168280 w 5113330"/>
                <a:gd name="connsiteY223" fmla="*/ 333493 h 1233068"/>
                <a:gd name="connsiteX224" fmla="*/ 1168280 w 5113330"/>
                <a:gd name="connsiteY224" fmla="*/ 332065 h 1233068"/>
                <a:gd name="connsiteX225" fmla="*/ 1025142 w 5113330"/>
                <a:gd name="connsiteY225" fmla="*/ 174625 h 1233068"/>
                <a:gd name="connsiteX226" fmla="*/ 3601643 w 5113330"/>
                <a:gd name="connsiteY226" fmla="*/ 171450 h 1233068"/>
                <a:gd name="connsiteX227" fmla="*/ 3467100 w 5113330"/>
                <a:gd name="connsiteY227" fmla="*/ 313151 h 1233068"/>
                <a:gd name="connsiteX228" fmla="*/ 3732596 w 5113330"/>
                <a:gd name="connsiteY228" fmla="*/ 313151 h 1233068"/>
                <a:gd name="connsiteX229" fmla="*/ 3601643 w 5113330"/>
                <a:gd name="connsiteY229" fmla="*/ 171450 h 1233068"/>
                <a:gd name="connsiteX230" fmla="*/ 2344343 w 5113330"/>
                <a:gd name="connsiteY230" fmla="*/ 171450 h 1233068"/>
                <a:gd name="connsiteX231" fmla="*/ 2209800 w 5113330"/>
                <a:gd name="connsiteY231" fmla="*/ 313151 h 1233068"/>
                <a:gd name="connsiteX232" fmla="*/ 2475297 w 5113330"/>
                <a:gd name="connsiteY232" fmla="*/ 313151 h 1233068"/>
                <a:gd name="connsiteX233" fmla="*/ 2344343 w 5113330"/>
                <a:gd name="connsiteY233" fmla="*/ 171450 h 1233068"/>
                <a:gd name="connsiteX234" fmla="*/ 1455344 w 5113330"/>
                <a:gd name="connsiteY234" fmla="*/ 171450 h 1233068"/>
                <a:gd name="connsiteX235" fmla="*/ 1320800 w 5113330"/>
                <a:gd name="connsiteY235" fmla="*/ 313151 h 1233068"/>
                <a:gd name="connsiteX236" fmla="*/ 1586298 w 5113330"/>
                <a:gd name="connsiteY236" fmla="*/ 313151 h 1233068"/>
                <a:gd name="connsiteX237" fmla="*/ 1455344 w 5113330"/>
                <a:gd name="connsiteY237" fmla="*/ 171450 h 1233068"/>
                <a:gd name="connsiteX238" fmla="*/ 185344 w 5113330"/>
                <a:gd name="connsiteY238" fmla="*/ 171450 h 1233068"/>
                <a:gd name="connsiteX239" fmla="*/ 50800 w 5113330"/>
                <a:gd name="connsiteY239" fmla="*/ 313151 h 1233068"/>
                <a:gd name="connsiteX240" fmla="*/ 316298 w 5113330"/>
                <a:gd name="connsiteY240" fmla="*/ 313151 h 1233068"/>
                <a:gd name="connsiteX241" fmla="*/ 185344 w 5113330"/>
                <a:gd name="connsiteY241" fmla="*/ 171450 h 1233068"/>
                <a:gd name="connsiteX242" fmla="*/ 1924014 w 5113330"/>
                <a:gd name="connsiteY242" fmla="*/ 139820 h 1233068"/>
                <a:gd name="connsiteX243" fmla="*/ 1924014 w 5113330"/>
                <a:gd name="connsiteY243" fmla="*/ 178473 h 1233068"/>
                <a:gd name="connsiteX244" fmla="*/ 1920433 w 5113330"/>
                <a:gd name="connsiteY244" fmla="*/ 178473 h 1233068"/>
                <a:gd name="connsiteX245" fmla="*/ 1762280 w 5113330"/>
                <a:gd name="connsiteY245" fmla="*/ 360966 h 1233068"/>
                <a:gd name="connsiteX246" fmla="*/ 1762280 w 5113330"/>
                <a:gd name="connsiteY246" fmla="*/ 510530 h 1233068"/>
                <a:gd name="connsiteX247" fmla="*/ 1727200 w 5113330"/>
                <a:gd name="connsiteY247" fmla="*/ 510530 h 1233068"/>
                <a:gd name="connsiteX248" fmla="*/ 1727200 w 5113330"/>
                <a:gd name="connsiteY248" fmla="*/ 145544 h 1233068"/>
                <a:gd name="connsiteX249" fmla="*/ 1762280 w 5113330"/>
                <a:gd name="connsiteY249" fmla="*/ 145544 h 1233068"/>
                <a:gd name="connsiteX250" fmla="*/ 1762280 w 5113330"/>
                <a:gd name="connsiteY250" fmla="*/ 249312 h 1233068"/>
                <a:gd name="connsiteX251" fmla="*/ 1924014 w 5113330"/>
                <a:gd name="connsiteY251" fmla="*/ 139820 h 1233068"/>
                <a:gd name="connsiteX252" fmla="*/ 3602193 w 5113330"/>
                <a:gd name="connsiteY252" fmla="*/ 139700 h 1233068"/>
                <a:gd name="connsiteX253" fmla="*/ 3769644 w 5113330"/>
                <a:gd name="connsiteY253" fmla="*/ 330779 h 1233068"/>
                <a:gd name="connsiteX254" fmla="*/ 3768936 w 5113330"/>
                <a:gd name="connsiteY254" fmla="*/ 345074 h 1233068"/>
                <a:gd name="connsiteX255" fmla="*/ 3466219 w 5113330"/>
                <a:gd name="connsiteY255" fmla="*/ 345074 h 1233068"/>
                <a:gd name="connsiteX256" fmla="*/ 3609336 w 5113330"/>
                <a:gd name="connsiteY256" fmla="*/ 488932 h 1233068"/>
                <a:gd name="connsiteX257" fmla="*/ 3734586 w 5113330"/>
                <a:gd name="connsiteY257" fmla="*/ 431679 h 1233068"/>
                <a:gd name="connsiteX258" fmla="*/ 3758920 w 5113330"/>
                <a:gd name="connsiteY258" fmla="*/ 453157 h 1233068"/>
                <a:gd name="connsiteX259" fmla="*/ 3607902 w 5113330"/>
                <a:gd name="connsiteY259" fmla="*/ 521857 h 1233068"/>
                <a:gd name="connsiteX260" fmla="*/ 3429000 w 5113330"/>
                <a:gd name="connsiteY260" fmla="*/ 331486 h 1233068"/>
                <a:gd name="connsiteX261" fmla="*/ 3429000 w 5113330"/>
                <a:gd name="connsiteY261" fmla="*/ 330053 h 1233068"/>
                <a:gd name="connsiteX262" fmla="*/ 3602193 w 5113330"/>
                <a:gd name="connsiteY262" fmla="*/ 139700 h 1233068"/>
                <a:gd name="connsiteX263" fmla="*/ 3208674 w 5113330"/>
                <a:gd name="connsiteY263" fmla="*/ 139700 h 1233068"/>
                <a:gd name="connsiteX264" fmla="*/ 3354665 w 5113330"/>
                <a:gd name="connsiteY264" fmla="*/ 206966 h 1233068"/>
                <a:gd name="connsiteX265" fmla="*/ 3329623 w 5113330"/>
                <a:gd name="connsiteY265" fmla="*/ 232727 h 1233068"/>
                <a:gd name="connsiteX266" fmla="*/ 3207961 w 5113330"/>
                <a:gd name="connsiteY266" fmla="*/ 172625 h 1233068"/>
                <a:gd name="connsiteX267" fmla="*/ 3060544 w 5113330"/>
                <a:gd name="connsiteY267" fmla="*/ 329345 h 1233068"/>
                <a:gd name="connsiteX268" fmla="*/ 3060544 w 5113330"/>
                <a:gd name="connsiteY268" fmla="*/ 330778 h 1233068"/>
                <a:gd name="connsiteX269" fmla="*/ 3210814 w 5113330"/>
                <a:gd name="connsiteY269" fmla="*/ 488931 h 1233068"/>
                <a:gd name="connsiteX270" fmla="*/ 3333205 w 5113330"/>
                <a:gd name="connsiteY270" fmla="*/ 428104 h 1233068"/>
                <a:gd name="connsiteX271" fmla="*/ 3357534 w 5113330"/>
                <a:gd name="connsiteY271" fmla="*/ 449565 h 1233068"/>
                <a:gd name="connsiteX272" fmla="*/ 3208674 w 5113330"/>
                <a:gd name="connsiteY272" fmla="*/ 521857 h 1233068"/>
                <a:gd name="connsiteX273" fmla="*/ 3022600 w 5113330"/>
                <a:gd name="connsiteY273" fmla="*/ 332211 h 1233068"/>
                <a:gd name="connsiteX274" fmla="*/ 3022600 w 5113330"/>
                <a:gd name="connsiteY274" fmla="*/ 330778 h 1233068"/>
                <a:gd name="connsiteX275" fmla="*/ 3208674 w 5113330"/>
                <a:gd name="connsiteY275" fmla="*/ 139700 h 1233068"/>
                <a:gd name="connsiteX276" fmla="*/ 2782946 w 5113330"/>
                <a:gd name="connsiteY276" fmla="*/ 139700 h 1233068"/>
                <a:gd name="connsiteX277" fmla="*/ 2928930 w 5113330"/>
                <a:gd name="connsiteY277" fmla="*/ 289990 h 1233068"/>
                <a:gd name="connsiteX278" fmla="*/ 2928930 w 5113330"/>
                <a:gd name="connsiteY278" fmla="*/ 513263 h 1233068"/>
                <a:gd name="connsiteX279" fmla="*/ 2893878 w 5113330"/>
                <a:gd name="connsiteY279" fmla="*/ 513263 h 1233068"/>
                <a:gd name="connsiteX280" fmla="*/ 2893878 w 5113330"/>
                <a:gd name="connsiteY280" fmla="*/ 296406 h 1233068"/>
                <a:gd name="connsiteX281" fmla="*/ 2777936 w 5113330"/>
                <a:gd name="connsiteY281" fmla="*/ 171902 h 1233068"/>
                <a:gd name="connsiteX282" fmla="*/ 2651281 w 5113330"/>
                <a:gd name="connsiteY282" fmla="*/ 302148 h 1233068"/>
                <a:gd name="connsiteX283" fmla="*/ 2651281 w 5113330"/>
                <a:gd name="connsiteY283" fmla="*/ 513263 h 1233068"/>
                <a:gd name="connsiteX284" fmla="*/ 2616200 w 5113330"/>
                <a:gd name="connsiteY284" fmla="*/ 513263 h 1233068"/>
                <a:gd name="connsiteX285" fmla="*/ 2616200 w 5113330"/>
                <a:gd name="connsiteY285" fmla="*/ 148278 h 1233068"/>
                <a:gd name="connsiteX286" fmla="*/ 2651281 w 5113330"/>
                <a:gd name="connsiteY286" fmla="*/ 148278 h 1233068"/>
                <a:gd name="connsiteX287" fmla="*/ 2651281 w 5113330"/>
                <a:gd name="connsiteY287" fmla="*/ 216263 h 1233068"/>
                <a:gd name="connsiteX288" fmla="*/ 2782946 w 5113330"/>
                <a:gd name="connsiteY288" fmla="*/ 139700 h 1233068"/>
                <a:gd name="connsiteX289" fmla="*/ 2344893 w 5113330"/>
                <a:gd name="connsiteY289" fmla="*/ 139700 h 1233068"/>
                <a:gd name="connsiteX290" fmla="*/ 2512345 w 5113330"/>
                <a:gd name="connsiteY290" fmla="*/ 330779 h 1233068"/>
                <a:gd name="connsiteX291" fmla="*/ 2511635 w 5113330"/>
                <a:gd name="connsiteY291" fmla="*/ 345074 h 1233068"/>
                <a:gd name="connsiteX292" fmla="*/ 2208919 w 5113330"/>
                <a:gd name="connsiteY292" fmla="*/ 345074 h 1233068"/>
                <a:gd name="connsiteX293" fmla="*/ 2352037 w 5113330"/>
                <a:gd name="connsiteY293" fmla="*/ 488932 h 1233068"/>
                <a:gd name="connsiteX294" fmla="*/ 2477287 w 5113330"/>
                <a:gd name="connsiteY294" fmla="*/ 431679 h 1233068"/>
                <a:gd name="connsiteX295" fmla="*/ 2501621 w 5113330"/>
                <a:gd name="connsiteY295" fmla="*/ 453157 h 1233068"/>
                <a:gd name="connsiteX296" fmla="*/ 2350602 w 5113330"/>
                <a:gd name="connsiteY296" fmla="*/ 521857 h 1233068"/>
                <a:gd name="connsiteX297" fmla="*/ 2171700 w 5113330"/>
                <a:gd name="connsiteY297" fmla="*/ 331486 h 1233068"/>
                <a:gd name="connsiteX298" fmla="*/ 2171700 w 5113330"/>
                <a:gd name="connsiteY298" fmla="*/ 330053 h 1233068"/>
                <a:gd name="connsiteX299" fmla="*/ 2344893 w 5113330"/>
                <a:gd name="connsiteY299" fmla="*/ 139700 h 1233068"/>
                <a:gd name="connsiteX300" fmla="*/ 2019300 w 5113330"/>
                <a:gd name="connsiteY300" fmla="*/ 139700 h 1233068"/>
                <a:gd name="connsiteX301" fmla="*/ 2054359 w 5113330"/>
                <a:gd name="connsiteY301" fmla="*/ 139700 h 1233068"/>
                <a:gd name="connsiteX302" fmla="*/ 2054359 w 5113330"/>
                <a:gd name="connsiteY302" fmla="*/ 504677 h 1233068"/>
                <a:gd name="connsiteX303" fmla="*/ 2019300 w 5113330"/>
                <a:gd name="connsiteY303" fmla="*/ 504677 h 1233068"/>
                <a:gd name="connsiteX304" fmla="*/ 2019300 w 5113330"/>
                <a:gd name="connsiteY304" fmla="*/ 139700 h 1233068"/>
                <a:gd name="connsiteX305" fmla="*/ 1455892 w 5113330"/>
                <a:gd name="connsiteY305" fmla="*/ 139700 h 1233068"/>
                <a:gd name="connsiteX306" fmla="*/ 1623344 w 5113330"/>
                <a:gd name="connsiteY306" fmla="*/ 330779 h 1233068"/>
                <a:gd name="connsiteX307" fmla="*/ 1622634 w 5113330"/>
                <a:gd name="connsiteY307" fmla="*/ 345074 h 1233068"/>
                <a:gd name="connsiteX308" fmla="*/ 1319919 w 5113330"/>
                <a:gd name="connsiteY308" fmla="*/ 345074 h 1233068"/>
                <a:gd name="connsiteX309" fmla="*/ 1463036 w 5113330"/>
                <a:gd name="connsiteY309" fmla="*/ 488932 h 1233068"/>
                <a:gd name="connsiteX310" fmla="*/ 1588286 w 5113330"/>
                <a:gd name="connsiteY310" fmla="*/ 431679 h 1233068"/>
                <a:gd name="connsiteX311" fmla="*/ 1612620 w 5113330"/>
                <a:gd name="connsiteY311" fmla="*/ 453157 h 1233068"/>
                <a:gd name="connsiteX312" fmla="*/ 1461601 w 5113330"/>
                <a:gd name="connsiteY312" fmla="*/ 521857 h 1233068"/>
                <a:gd name="connsiteX313" fmla="*/ 1282700 w 5113330"/>
                <a:gd name="connsiteY313" fmla="*/ 331486 h 1233068"/>
                <a:gd name="connsiteX314" fmla="*/ 1282700 w 5113330"/>
                <a:gd name="connsiteY314" fmla="*/ 330053 h 1233068"/>
                <a:gd name="connsiteX315" fmla="*/ 1455892 w 5113330"/>
                <a:gd name="connsiteY315" fmla="*/ 139700 h 1233068"/>
                <a:gd name="connsiteX316" fmla="*/ 1023545 w 5113330"/>
                <a:gd name="connsiteY316" fmla="*/ 139700 h 1233068"/>
                <a:gd name="connsiteX317" fmla="*/ 1201029 w 5113330"/>
                <a:gd name="connsiteY317" fmla="*/ 329346 h 1233068"/>
                <a:gd name="connsiteX318" fmla="*/ 1201029 w 5113330"/>
                <a:gd name="connsiteY318" fmla="*/ 330769 h 1233068"/>
                <a:gd name="connsiteX319" fmla="*/ 1023545 w 5113330"/>
                <a:gd name="connsiteY319" fmla="*/ 521861 h 1233068"/>
                <a:gd name="connsiteX320" fmla="*/ 873273 w 5113330"/>
                <a:gd name="connsiteY320" fmla="*/ 434529 h 1233068"/>
                <a:gd name="connsiteX321" fmla="*/ 873273 w 5113330"/>
                <a:gd name="connsiteY321" fmla="*/ 627767 h 1233068"/>
                <a:gd name="connsiteX322" fmla="*/ 838200 w 5113330"/>
                <a:gd name="connsiteY322" fmla="*/ 627767 h 1233068"/>
                <a:gd name="connsiteX323" fmla="*/ 838200 w 5113330"/>
                <a:gd name="connsiteY323" fmla="*/ 148287 h 1233068"/>
                <a:gd name="connsiteX324" fmla="*/ 873273 w 5113330"/>
                <a:gd name="connsiteY324" fmla="*/ 148287 h 1233068"/>
                <a:gd name="connsiteX325" fmla="*/ 873273 w 5113330"/>
                <a:gd name="connsiteY325" fmla="*/ 229857 h 1233068"/>
                <a:gd name="connsiteX326" fmla="*/ 1023545 w 5113330"/>
                <a:gd name="connsiteY326" fmla="*/ 139700 h 1233068"/>
                <a:gd name="connsiteX327" fmla="*/ 399409 w 5113330"/>
                <a:gd name="connsiteY327" fmla="*/ 139700 h 1233068"/>
                <a:gd name="connsiteX328" fmla="*/ 443064 w 5113330"/>
                <a:gd name="connsiteY328" fmla="*/ 139700 h 1233068"/>
                <a:gd name="connsiteX329" fmla="*/ 565439 w 5113330"/>
                <a:gd name="connsiteY329" fmla="*/ 294274 h 1233068"/>
                <a:gd name="connsiteX330" fmla="*/ 689261 w 5113330"/>
                <a:gd name="connsiteY330" fmla="*/ 139700 h 1233068"/>
                <a:gd name="connsiteX331" fmla="*/ 731484 w 5113330"/>
                <a:gd name="connsiteY331" fmla="*/ 139700 h 1233068"/>
                <a:gd name="connsiteX332" fmla="*/ 587624 w 5113330"/>
                <a:gd name="connsiteY332" fmla="*/ 317896 h 1233068"/>
                <a:gd name="connsiteX333" fmla="*/ 737209 w 5113330"/>
                <a:gd name="connsiteY333" fmla="*/ 504677 h 1233068"/>
                <a:gd name="connsiteX334" fmla="*/ 693539 w 5113330"/>
                <a:gd name="connsiteY334" fmla="*/ 504677 h 1233068"/>
                <a:gd name="connsiteX335" fmla="*/ 564723 w 5113330"/>
                <a:gd name="connsiteY335" fmla="*/ 342228 h 1233068"/>
                <a:gd name="connsiteX336" fmla="*/ 435923 w 5113330"/>
                <a:gd name="connsiteY336" fmla="*/ 504677 h 1233068"/>
                <a:gd name="connsiteX337" fmla="*/ 393700 w 5113330"/>
                <a:gd name="connsiteY337" fmla="*/ 504677 h 1233068"/>
                <a:gd name="connsiteX338" fmla="*/ 542538 w 5113330"/>
                <a:gd name="connsiteY338" fmla="*/ 318606 h 1233068"/>
                <a:gd name="connsiteX339" fmla="*/ 185893 w 5113330"/>
                <a:gd name="connsiteY339" fmla="*/ 139700 h 1233068"/>
                <a:gd name="connsiteX340" fmla="*/ 353345 w 5113330"/>
                <a:gd name="connsiteY340" fmla="*/ 330779 h 1233068"/>
                <a:gd name="connsiteX341" fmla="*/ 352635 w 5113330"/>
                <a:gd name="connsiteY341" fmla="*/ 345074 h 1233068"/>
                <a:gd name="connsiteX342" fmla="*/ 49919 w 5113330"/>
                <a:gd name="connsiteY342" fmla="*/ 345074 h 1233068"/>
                <a:gd name="connsiteX343" fmla="*/ 193037 w 5113330"/>
                <a:gd name="connsiteY343" fmla="*/ 488932 h 1233068"/>
                <a:gd name="connsiteX344" fmla="*/ 318287 w 5113330"/>
                <a:gd name="connsiteY344" fmla="*/ 431679 h 1233068"/>
                <a:gd name="connsiteX345" fmla="*/ 342621 w 5113330"/>
                <a:gd name="connsiteY345" fmla="*/ 453157 h 1233068"/>
                <a:gd name="connsiteX346" fmla="*/ 191602 w 5113330"/>
                <a:gd name="connsiteY346" fmla="*/ 521857 h 1233068"/>
                <a:gd name="connsiteX347" fmla="*/ 12700 w 5113330"/>
                <a:gd name="connsiteY347" fmla="*/ 331486 h 1233068"/>
                <a:gd name="connsiteX348" fmla="*/ 12700 w 5113330"/>
                <a:gd name="connsiteY348" fmla="*/ 330053 h 1233068"/>
                <a:gd name="connsiteX349" fmla="*/ 185893 w 5113330"/>
                <a:gd name="connsiteY349" fmla="*/ 139700 h 1233068"/>
                <a:gd name="connsiteX350" fmla="*/ 2019300 w 5113330"/>
                <a:gd name="connsiteY350" fmla="*/ 0 h 1233068"/>
                <a:gd name="connsiteX351" fmla="*/ 2062954 w 5113330"/>
                <a:gd name="connsiteY351" fmla="*/ 0 h 1233068"/>
                <a:gd name="connsiteX352" fmla="*/ 2062954 w 5113330"/>
                <a:gd name="connsiteY352" fmla="*/ 47951 h 1233068"/>
                <a:gd name="connsiteX353" fmla="*/ 2019300 w 5113330"/>
                <a:gd name="connsiteY353" fmla="*/ 47951 h 1233068"/>
                <a:gd name="connsiteX354" fmla="*/ 2019300 w 5113330"/>
                <a:gd name="connsiteY354" fmla="*/ 0 h 1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5113330" h="1233068">
                  <a:moveTo>
                    <a:pt x="3600029" y="1025525"/>
                  </a:moveTo>
                  <a:cubicBezTo>
                    <a:pt x="3522742" y="1025525"/>
                    <a:pt x="3479800" y="1059864"/>
                    <a:pt x="3479800" y="1110682"/>
                  </a:cubicBezTo>
                  <a:lnTo>
                    <a:pt x="3479800" y="1112117"/>
                  </a:lnTo>
                  <a:cubicBezTo>
                    <a:pt x="3479800" y="1165057"/>
                    <a:pt x="3529894" y="1195839"/>
                    <a:pt x="3585704" y="1195839"/>
                  </a:cubicBezTo>
                  <a:cubicBezTo>
                    <a:pt x="3660144" y="1195839"/>
                    <a:pt x="3723828" y="1150036"/>
                    <a:pt x="3723828" y="1083487"/>
                  </a:cubicBezTo>
                  <a:lnTo>
                    <a:pt x="3723828" y="1041981"/>
                  </a:lnTo>
                  <a:cubicBezTo>
                    <a:pt x="3693054" y="1034104"/>
                    <a:pt x="3652258" y="1025525"/>
                    <a:pt x="3600029" y="1025525"/>
                  </a:cubicBezTo>
                  <a:close/>
                  <a:moveTo>
                    <a:pt x="717129" y="1025525"/>
                  </a:moveTo>
                  <a:cubicBezTo>
                    <a:pt x="639842" y="1025525"/>
                    <a:pt x="596900" y="1059864"/>
                    <a:pt x="596900" y="1110682"/>
                  </a:cubicBezTo>
                  <a:lnTo>
                    <a:pt x="596900" y="1112117"/>
                  </a:lnTo>
                  <a:cubicBezTo>
                    <a:pt x="596900" y="1165057"/>
                    <a:pt x="646994" y="1195839"/>
                    <a:pt x="702815" y="1195839"/>
                  </a:cubicBezTo>
                  <a:cubicBezTo>
                    <a:pt x="777243" y="1195839"/>
                    <a:pt x="840928" y="1150036"/>
                    <a:pt x="840928" y="1083487"/>
                  </a:cubicBezTo>
                  <a:lnTo>
                    <a:pt x="840928" y="1041981"/>
                  </a:lnTo>
                  <a:cubicBezTo>
                    <a:pt x="810153" y="1034104"/>
                    <a:pt x="769358" y="1025525"/>
                    <a:pt x="717129" y="1025525"/>
                  </a:cubicBezTo>
                  <a:close/>
                  <a:moveTo>
                    <a:pt x="4504942" y="882650"/>
                  </a:moveTo>
                  <a:cubicBezTo>
                    <a:pt x="4418362" y="882650"/>
                    <a:pt x="4356100" y="953498"/>
                    <a:pt x="4356100" y="1039371"/>
                  </a:cubicBezTo>
                  <a:lnTo>
                    <a:pt x="4356100" y="1040806"/>
                  </a:lnTo>
                  <a:cubicBezTo>
                    <a:pt x="4356100" y="1128832"/>
                    <a:pt x="4421934" y="1198962"/>
                    <a:pt x="4506382" y="1198962"/>
                  </a:cubicBezTo>
                  <a:cubicBezTo>
                    <a:pt x="4592962" y="1198962"/>
                    <a:pt x="4655224" y="1128114"/>
                    <a:pt x="4655224" y="1042241"/>
                  </a:cubicBezTo>
                  <a:lnTo>
                    <a:pt x="4655224" y="1040806"/>
                  </a:lnTo>
                  <a:cubicBezTo>
                    <a:pt x="4655224" y="952781"/>
                    <a:pt x="4589390" y="882650"/>
                    <a:pt x="4504942" y="882650"/>
                  </a:cubicBezTo>
                  <a:close/>
                  <a:moveTo>
                    <a:pt x="2206242" y="882650"/>
                  </a:moveTo>
                  <a:cubicBezTo>
                    <a:pt x="2119662" y="882650"/>
                    <a:pt x="2057400" y="953498"/>
                    <a:pt x="2057400" y="1039371"/>
                  </a:cubicBezTo>
                  <a:lnTo>
                    <a:pt x="2057400" y="1040806"/>
                  </a:lnTo>
                  <a:cubicBezTo>
                    <a:pt x="2057400" y="1128832"/>
                    <a:pt x="2123235" y="1198962"/>
                    <a:pt x="2207682" y="1198962"/>
                  </a:cubicBezTo>
                  <a:cubicBezTo>
                    <a:pt x="2294262" y="1198962"/>
                    <a:pt x="2356524" y="1128114"/>
                    <a:pt x="2356524" y="1042241"/>
                  </a:cubicBezTo>
                  <a:lnTo>
                    <a:pt x="2356524" y="1040806"/>
                  </a:lnTo>
                  <a:cubicBezTo>
                    <a:pt x="2356524" y="952781"/>
                    <a:pt x="2290689" y="882650"/>
                    <a:pt x="2206242" y="882650"/>
                  </a:cubicBezTo>
                  <a:close/>
                  <a:moveTo>
                    <a:pt x="4178300" y="863600"/>
                  </a:moveTo>
                  <a:lnTo>
                    <a:pt x="4213360" y="863600"/>
                  </a:lnTo>
                  <a:lnTo>
                    <a:pt x="4213360" y="1228577"/>
                  </a:lnTo>
                  <a:lnTo>
                    <a:pt x="4178300" y="1228577"/>
                  </a:lnTo>
                  <a:cubicBezTo>
                    <a:pt x="4178300" y="1228577"/>
                    <a:pt x="4178300" y="863600"/>
                    <a:pt x="4178300" y="863600"/>
                  </a:cubicBezTo>
                  <a:close/>
                  <a:moveTo>
                    <a:pt x="2698695" y="851020"/>
                  </a:moveTo>
                  <a:lnTo>
                    <a:pt x="2698695" y="889676"/>
                  </a:lnTo>
                  <a:lnTo>
                    <a:pt x="2695133" y="889676"/>
                  </a:lnTo>
                  <a:cubicBezTo>
                    <a:pt x="2610675" y="889676"/>
                    <a:pt x="2536977" y="953358"/>
                    <a:pt x="2536977" y="1072160"/>
                  </a:cubicBezTo>
                  <a:lnTo>
                    <a:pt x="2536977" y="1221731"/>
                  </a:lnTo>
                  <a:lnTo>
                    <a:pt x="2501900" y="1221731"/>
                  </a:lnTo>
                  <a:cubicBezTo>
                    <a:pt x="2501900" y="1221731"/>
                    <a:pt x="2501900" y="856745"/>
                    <a:pt x="2501900" y="856745"/>
                  </a:cubicBezTo>
                  <a:lnTo>
                    <a:pt x="2536977" y="856745"/>
                  </a:lnTo>
                  <a:lnTo>
                    <a:pt x="2536977" y="960501"/>
                  </a:lnTo>
                  <a:cubicBezTo>
                    <a:pt x="2565585" y="895383"/>
                    <a:pt x="2626428" y="848149"/>
                    <a:pt x="2698695" y="851020"/>
                  </a:cubicBezTo>
                  <a:close/>
                  <a:moveTo>
                    <a:pt x="514314" y="851020"/>
                  </a:moveTo>
                  <a:lnTo>
                    <a:pt x="514314" y="889676"/>
                  </a:lnTo>
                  <a:lnTo>
                    <a:pt x="510733" y="889676"/>
                  </a:lnTo>
                  <a:cubicBezTo>
                    <a:pt x="426276" y="889676"/>
                    <a:pt x="352571" y="953358"/>
                    <a:pt x="352571" y="1072160"/>
                  </a:cubicBezTo>
                  <a:lnTo>
                    <a:pt x="352571" y="1221731"/>
                  </a:lnTo>
                  <a:lnTo>
                    <a:pt x="317500" y="1221731"/>
                  </a:lnTo>
                  <a:cubicBezTo>
                    <a:pt x="317500" y="1221731"/>
                    <a:pt x="317500" y="856745"/>
                    <a:pt x="317500" y="856745"/>
                  </a:cubicBezTo>
                  <a:lnTo>
                    <a:pt x="352571" y="856745"/>
                  </a:lnTo>
                  <a:lnTo>
                    <a:pt x="352571" y="960501"/>
                  </a:lnTo>
                  <a:cubicBezTo>
                    <a:pt x="381191" y="895383"/>
                    <a:pt x="442030" y="848149"/>
                    <a:pt x="514314" y="851020"/>
                  </a:cubicBezTo>
                  <a:close/>
                  <a:moveTo>
                    <a:pt x="4967346" y="850900"/>
                  </a:moveTo>
                  <a:cubicBezTo>
                    <a:pt x="5059674" y="850900"/>
                    <a:pt x="5113330" y="913889"/>
                    <a:pt x="5113330" y="1001194"/>
                  </a:cubicBezTo>
                  <a:lnTo>
                    <a:pt x="5113330" y="1224472"/>
                  </a:lnTo>
                  <a:lnTo>
                    <a:pt x="5078278" y="1224472"/>
                  </a:lnTo>
                  <a:lnTo>
                    <a:pt x="5078278" y="1007628"/>
                  </a:lnTo>
                  <a:cubicBezTo>
                    <a:pt x="5078278" y="932498"/>
                    <a:pt x="5036046" y="883104"/>
                    <a:pt x="4962336" y="883104"/>
                  </a:cubicBezTo>
                  <a:cubicBezTo>
                    <a:pt x="4890770" y="883104"/>
                    <a:pt x="4835680" y="937514"/>
                    <a:pt x="4835680" y="1013352"/>
                  </a:cubicBezTo>
                  <a:lnTo>
                    <a:pt x="4835680" y="1224472"/>
                  </a:lnTo>
                  <a:lnTo>
                    <a:pt x="4800600" y="1224472"/>
                  </a:lnTo>
                  <a:cubicBezTo>
                    <a:pt x="4800600" y="1224472"/>
                    <a:pt x="4800600" y="859496"/>
                    <a:pt x="4800600" y="859496"/>
                  </a:cubicBezTo>
                  <a:lnTo>
                    <a:pt x="4835680" y="859496"/>
                  </a:lnTo>
                  <a:lnTo>
                    <a:pt x="4835680" y="927483"/>
                  </a:lnTo>
                  <a:cubicBezTo>
                    <a:pt x="4860004" y="884539"/>
                    <a:pt x="4900804" y="850900"/>
                    <a:pt x="4967346" y="850900"/>
                  </a:cubicBezTo>
                  <a:close/>
                  <a:moveTo>
                    <a:pt x="4506214" y="850900"/>
                  </a:moveTo>
                  <a:cubicBezTo>
                    <a:pt x="4614272" y="850900"/>
                    <a:pt x="4693006" y="938233"/>
                    <a:pt x="4693006" y="1040551"/>
                  </a:cubicBezTo>
                  <a:lnTo>
                    <a:pt x="4693006" y="1041984"/>
                  </a:lnTo>
                  <a:cubicBezTo>
                    <a:pt x="4693006" y="1144320"/>
                    <a:pt x="4613560" y="1233068"/>
                    <a:pt x="4504792" y="1233068"/>
                  </a:cubicBezTo>
                  <a:cubicBezTo>
                    <a:pt x="4396734" y="1233068"/>
                    <a:pt x="4318000" y="1145736"/>
                    <a:pt x="4318000" y="1043417"/>
                  </a:cubicBezTo>
                  <a:lnTo>
                    <a:pt x="4318000" y="1041984"/>
                  </a:lnTo>
                  <a:cubicBezTo>
                    <a:pt x="4318000" y="939630"/>
                    <a:pt x="4397446" y="850900"/>
                    <a:pt x="4506214" y="850900"/>
                  </a:cubicBezTo>
                  <a:close/>
                  <a:moveTo>
                    <a:pt x="3604148" y="850900"/>
                  </a:moveTo>
                  <a:cubicBezTo>
                    <a:pt x="3653540" y="850900"/>
                    <a:pt x="3692888" y="864509"/>
                    <a:pt x="3719378" y="890973"/>
                  </a:cubicBezTo>
                  <a:cubicBezTo>
                    <a:pt x="3743708" y="915311"/>
                    <a:pt x="3756596" y="948957"/>
                    <a:pt x="3756596" y="994034"/>
                  </a:cubicBezTo>
                  <a:lnTo>
                    <a:pt x="3756596" y="1221615"/>
                  </a:lnTo>
                  <a:lnTo>
                    <a:pt x="3722234" y="1221615"/>
                  </a:lnTo>
                  <a:lnTo>
                    <a:pt x="3722234" y="1160786"/>
                  </a:lnTo>
                  <a:cubicBezTo>
                    <a:pt x="3697188" y="1195837"/>
                    <a:pt x="3652098" y="1230202"/>
                    <a:pt x="3582689" y="1230202"/>
                  </a:cubicBezTo>
                  <a:cubicBezTo>
                    <a:pt x="3514695" y="1230202"/>
                    <a:pt x="3441700" y="1191552"/>
                    <a:pt x="3441700" y="1115692"/>
                  </a:cubicBezTo>
                  <a:lnTo>
                    <a:pt x="3441700" y="1114269"/>
                  </a:lnTo>
                  <a:cubicBezTo>
                    <a:pt x="3441700" y="1038409"/>
                    <a:pt x="3506837" y="995474"/>
                    <a:pt x="3601291" y="995474"/>
                  </a:cubicBezTo>
                  <a:cubicBezTo>
                    <a:pt x="3652098" y="995474"/>
                    <a:pt x="3687174" y="1001919"/>
                    <a:pt x="3722234" y="1011208"/>
                  </a:cubicBezTo>
                  <a:lnTo>
                    <a:pt x="3722234" y="995474"/>
                  </a:lnTo>
                  <a:cubicBezTo>
                    <a:pt x="3722234" y="921756"/>
                    <a:pt x="3677158" y="883826"/>
                    <a:pt x="3602005" y="883826"/>
                  </a:cubicBezTo>
                  <a:cubicBezTo>
                    <a:pt x="3557643" y="883826"/>
                    <a:pt x="3521138" y="895977"/>
                    <a:pt x="3487506" y="913151"/>
                  </a:cubicBezTo>
                  <a:lnTo>
                    <a:pt x="3474633" y="882403"/>
                  </a:lnTo>
                  <a:cubicBezTo>
                    <a:pt x="3514695" y="863789"/>
                    <a:pt x="3554071" y="850900"/>
                    <a:pt x="3604148" y="850900"/>
                  </a:cubicBezTo>
                  <a:close/>
                  <a:moveTo>
                    <a:pt x="2950716" y="850900"/>
                  </a:moveTo>
                  <a:cubicBezTo>
                    <a:pt x="3014399" y="850900"/>
                    <a:pt x="3053788" y="887410"/>
                    <a:pt x="3073815" y="929627"/>
                  </a:cubicBezTo>
                  <a:cubicBezTo>
                    <a:pt x="3097444" y="888845"/>
                    <a:pt x="3136783" y="850900"/>
                    <a:pt x="3205498" y="850900"/>
                  </a:cubicBezTo>
                  <a:cubicBezTo>
                    <a:pt x="3292094" y="850900"/>
                    <a:pt x="3345763" y="911744"/>
                    <a:pt x="3345763" y="1003338"/>
                  </a:cubicBezTo>
                  <a:lnTo>
                    <a:pt x="3345763" y="1224472"/>
                  </a:lnTo>
                  <a:lnTo>
                    <a:pt x="3310716" y="1224472"/>
                  </a:lnTo>
                  <a:lnTo>
                    <a:pt x="3310716" y="1007628"/>
                  </a:lnTo>
                  <a:cubicBezTo>
                    <a:pt x="3310716" y="928918"/>
                    <a:pt x="3269896" y="883104"/>
                    <a:pt x="3202637" y="883104"/>
                  </a:cubicBezTo>
                  <a:cubicBezTo>
                    <a:pt x="3141100" y="883104"/>
                    <a:pt x="3087405" y="930353"/>
                    <a:pt x="3087405" y="1011917"/>
                  </a:cubicBezTo>
                  <a:lnTo>
                    <a:pt x="3087405" y="1224472"/>
                  </a:lnTo>
                  <a:lnTo>
                    <a:pt x="3052358" y="1224472"/>
                  </a:lnTo>
                  <a:lnTo>
                    <a:pt x="3052358" y="1005500"/>
                  </a:lnTo>
                  <a:cubicBezTo>
                    <a:pt x="3052358" y="929627"/>
                    <a:pt x="3010848" y="883104"/>
                    <a:pt x="2945709" y="883104"/>
                  </a:cubicBezTo>
                  <a:cubicBezTo>
                    <a:pt x="2880596" y="883104"/>
                    <a:pt x="2829073" y="940350"/>
                    <a:pt x="2829073" y="1014061"/>
                  </a:cubicBezTo>
                  <a:lnTo>
                    <a:pt x="2829073" y="1224472"/>
                  </a:lnTo>
                  <a:lnTo>
                    <a:pt x="2794000" y="1224472"/>
                  </a:lnTo>
                  <a:cubicBezTo>
                    <a:pt x="2794000" y="1224472"/>
                    <a:pt x="2794000" y="859496"/>
                    <a:pt x="2794000" y="859496"/>
                  </a:cubicBezTo>
                  <a:lnTo>
                    <a:pt x="2829073" y="859496"/>
                  </a:lnTo>
                  <a:lnTo>
                    <a:pt x="2829073" y="924612"/>
                  </a:lnTo>
                  <a:cubicBezTo>
                    <a:pt x="2852701" y="886701"/>
                    <a:pt x="2885603" y="850900"/>
                    <a:pt x="2950716" y="850900"/>
                  </a:cubicBezTo>
                  <a:close/>
                  <a:moveTo>
                    <a:pt x="2207514" y="850900"/>
                  </a:moveTo>
                  <a:cubicBezTo>
                    <a:pt x="2315571" y="850900"/>
                    <a:pt x="2394304" y="938233"/>
                    <a:pt x="2394304" y="1040551"/>
                  </a:cubicBezTo>
                  <a:lnTo>
                    <a:pt x="2394304" y="1041984"/>
                  </a:lnTo>
                  <a:cubicBezTo>
                    <a:pt x="2394304" y="1144320"/>
                    <a:pt x="2314859" y="1233068"/>
                    <a:pt x="2206090" y="1233068"/>
                  </a:cubicBezTo>
                  <a:cubicBezTo>
                    <a:pt x="2098033" y="1233068"/>
                    <a:pt x="2019300" y="1145736"/>
                    <a:pt x="2019300" y="1043417"/>
                  </a:cubicBezTo>
                  <a:lnTo>
                    <a:pt x="2019300" y="1041984"/>
                  </a:lnTo>
                  <a:cubicBezTo>
                    <a:pt x="2019300" y="939630"/>
                    <a:pt x="2098745" y="850900"/>
                    <a:pt x="2207514" y="850900"/>
                  </a:cubicBezTo>
                  <a:close/>
                  <a:moveTo>
                    <a:pt x="1547819" y="850900"/>
                  </a:moveTo>
                  <a:cubicBezTo>
                    <a:pt x="1591495" y="850900"/>
                    <a:pt x="1640860" y="866652"/>
                    <a:pt x="1677366" y="890990"/>
                  </a:cubicBezTo>
                  <a:lnTo>
                    <a:pt x="1658756" y="920316"/>
                  </a:lnTo>
                  <a:cubicBezTo>
                    <a:pt x="1625119" y="898137"/>
                    <a:pt x="1585040" y="883826"/>
                    <a:pt x="1546391" y="883826"/>
                  </a:cubicBezTo>
                  <a:cubicBezTo>
                    <a:pt x="1496311" y="883826"/>
                    <a:pt x="1463376" y="911027"/>
                    <a:pt x="1463376" y="947517"/>
                  </a:cubicBezTo>
                  <a:lnTo>
                    <a:pt x="1463376" y="948957"/>
                  </a:lnTo>
                  <a:cubicBezTo>
                    <a:pt x="1463376" y="989732"/>
                    <a:pt x="1512766" y="1004781"/>
                    <a:pt x="1565014" y="1019795"/>
                  </a:cubicBezTo>
                  <a:cubicBezTo>
                    <a:pt x="1623678" y="1036249"/>
                    <a:pt x="1685224" y="1057725"/>
                    <a:pt x="1685224" y="1122119"/>
                  </a:cubicBezTo>
                  <a:lnTo>
                    <a:pt x="1685224" y="1123559"/>
                  </a:lnTo>
                  <a:cubicBezTo>
                    <a:pt x="1685224" y="1188672"/>
                    <a:pt x="1629418" y="1230202"/>
                    <a:pt x="1559274" y="1230202"/>
                  </a:cubicBezTo>
                  <a:cubicBezTo>
                    <a:pt x="1506312" y="1230202"/>
                    <a:pt x="1448363" y="1208726"/>
                    <a:pt x="1409700" y="1177240"/>
                  </a:cubicBezTo>
                  <a:lnTo>
                    <a:pt x="1430466" y="1149320"/>
                  </a:lnTo>
                  <a:cubicBezTo>
                    <a:pt x="1470545" y="1180103"/>
                    <a:pt x="1514909" y="1197277"/>
                    <a:pt x="1561430" y="1197277"/>
                  </a:cubicBezTo>
                  <a:cubicBezTo>
                    <a:pt x="1610807" y="1197277"/>
                    <a:pt x="1649444" y="1170076"/>
                    <a:pt x="1649444" y="1127861"/>
                  </a:cubicBezTo>
                  <a:lnTo>
                    <a:pt x="1649444" y="1126421"/>
                  </a:lnTo>
                  <a:cubicBezTo>
                    <a:pt x="1649444" y="1083486"/>
                    <a:pt x="1603651" y="1067752"/>
                    <a:pt x="1552832" y="1053423"/>
                  </a:cubicBezTo>
                  <a:cubicBezTo>
                    <a:pt x="1493441" y="1036249"/>
                    <a:pt x="1427609" y="1018373"/>
                    <a:pt x="1427609" y="953242"/>
                  </a:cubicBezTo>
                  <a:lnTo>
                    <a:pt x="1427609" y="951819"/>
                  </a:lnTo>
                  <a:cubicBezTo>
                    <a:pt x="1427609" y="893115"/>
                    <a:pt x="1476987" y="850900"/>
                    <a:pt x="1547819" y="850900"/>
                  </a:cubicBezTo>
                  <a:close/>
                  <a:moveTo>
                    <a:pt x="1170046" y="850900"/>
                  </a:moveTo>
                  <a:cubicBezTo>
                    <a:pt x="1262374" y="850900"/>
                    <a:pt x="1316030" y="913889"/>
                    <a:pt x="1316030" y="1001194"/>
                  </a:cubicBezTo>
                  <a:lnTo>
                    <a:pt x="1316030" y="1224472"/>
                  </a:lnTo>
                  <a:lnTo>
                    <a:pt x="1280978" y="1224472"/>
                  </a:lnTo>
                  <a:lnTo>
                    <a:pt x="1280978" y="1007628"/>
                  </a:lnTo>
                  <a:cubicBezTo>
                    <a:pt x="1280978" y="932498"/>
                    <a:pt x="1238760" y="883104"/>
                    <a:pt x="1165036" y="883104"/>
                  </a:cubicBezTo>
                  <a:cubicBezTo>
                    <a:pt x="1093470" y="883104"/>
                    <a:pt x="1038381" y="937514"/>
                    <a:pt x="1038381" y="1013352"/>
                  </a:cubicBezTo>
                  <a:lnTo>
                    <a:pt x="1038381" y="1224472"/>
                  </a:lnTo>
                  <a:lnTo>
                    <a:pt x="1003300" y="1224472"/>
                  </a:lnTo>
                  <a:cubicBezTo>
                    <a:pt x="1003300" y="1224472"/>
                    <a:pt x="1003300" y="859496"/>
                    <a:pt x="1003300" y="859496"/>
                  </a:cubicBezTo>
                  <a:lnTo>
                    <a:pt x="1038381" y="859496"/>
                  </a:lnTo>
                  <a:lnTo>
                    <a:pt x="1038381" y="927483"/>
                  </a:lnTo>
                  <a:cubicBezTo>
                    <a:pt x="1062704" y="884539"/>
                    <a:pt x="1103504" y="850900"/>
                    <a:pt x="1170046" y="850900"/>
                  </a:cubicBezTo>
                  <a:close/>
                  <a:moveTo>
                    <a:pt x="721249" y="850900"/>
                  </a:moveTo>
                  <a:cubicBezTo>
                    <a:pt x="770641" y="850900"/>
                    <a:pt x="809989" y="864509"/>
                    <a:pt x="836478" y="890973"/>
                  </a:cubicBezTo>
                  <a:cubicBezTo>
                    <a:pt x="860810" y="915311"/>
                    <a:pt x="873697" y="948957"/>
                    <a:pt x="873697" y="994034"/>
                  </a:cubicBezTo>
                  <a:lnTo>
                    <a:pt x="873697" y="1221615"/>
                  </a:lnTo>
                  <a:lnTo>
                    <a:pt x="839335" y="1221615"/>
                  </a:lnTo>
                  <a:lnTo>
                    <a:pt x="839335" y="1160786"/>
                  </a:lnTo>
                  <a:cubicBezTo>
                    <a:pt x="814289" y="1195837"/>
                    <a:pt x="769198" y="1230202"/>
                    <a:pt x="699789" y="1230202"/>
                  </a:cubicBezTo>
                  <a:cubicBezTo>
                    <a:pt x="631795" y="1230202"/>
                    <a:pt x="558800" y="1191552"/>
                    <a:pt x="558800" y="1115692"/>
                  </a:cubicBezTo>
                  <a:lnTo>
                    <a:pt x="558800" y="1114269"/>
                  </a:lnTo>
                  <a:cubicBezTo>
                    <a:pt x="558800" y="1038409"/>
                    <a:pt x="623937" y="995474"/>
                    <a:pt x="718392" y="995474"/>
                  </a:cubicBezTo>
                  <a:cubicBezTo>
                    <a:pt x="769198" y="995474"/>
                    <a:pt x="804274" y="1001919"/>
                    <a:pt x="839335" y="1011208"/>
                  </a:cubicBezTo>
                  <a:lnTo>
                    <a:pt x="839335" y="995474"/>
                  </a:lnTo>
                  <a:cubicBezTo>
                    <a:pt x="839335" y="921756"/>
                    <a:pt x="794258" y="883826"/>
                    <a:pt x="719106" y="883826"/>
                  </a:cubicBezTo>
                  <a:cubicBezTo>
                    <a:pt x="674729" y="883826"/>
                    <a:pt x="638239" y="895977"/>
                    <a:pt x="604606" y="913151"/>
                  </a:cubicBezTo>
                  <a:lnTo>
                    <a:pt x="591733" y="882403"/>
                  </a:lnTo>
                  <a:cubicBezTo>
                    <a:pt x="631795" y="863789"/>
                    <a:pt x="671157" y="850900"/>
                    <a:pt x="721249" y="850900"/>
                  </a:cubicBezTo>
                  <a:close/>
                  <a:moveTo>
                    <a:pt x="3901048" y="736600"/>
                  </a:moveTo>
                  <a:lnTo>
                    <a:pt x="3936126" y="736600"/>
                  </a:lnTo>
                  <a:lnTo>
                    <a:pt x="3936126" y="853241"/>
                  </a:lnTo>
                  <a:lnTo>
                    <a:pt x="4064214" y="853241"/>
                  </a:lnTo>
                  <a:lnTo>
                    <a:pt x="4064214" y="885463"/>
                  </a:lnTo>
                  <a:lnTo>
                    <a:pt x="3936126" y="885463"/>
                  </a:lnTo>
                  <a:lnTo>
                    <a:pt x="3936126" y="1120892"/>
                  </a:lnTo>
                  <a:cubicBezTo>
                    <a:pt x="3936126" y="1173134"/>
                    <a:pt x="3966882" y="1191753"/>
                    <a:pt x="4009124" y="1191753"/>
                  </a:cubicBezTo>
                  <a:cubicBezTo>
                    <a:pt x="4027004" y="1191753"/>
                    <a:pt x="4042032" y="1188160"/>
                    <a:pt x="4062784" y="1178873"/>
                  </a:cubicBezTo>
                  <a:lnTo>
                    <a:pt x="4062784" y="1211773"/>
                  </a:lnTo>
                  <a:cubicBezTo>
                    <a:pt x="4044184" y="1220382"/>
                    <a:pt x="4026294" y="1224675"/>
                    <a:pt x="4003392" y="1224675"/>
                  </a:cubicBezTo>
                  <a:cubicBezTo>
                    <a:pt x="3946852" y="1224675"/>
                    <a:pt x="3901048" y="1193899"/>
                    <a:pt x="3901048" y="1124484"/>
                  </a:cubicBezTo>
                  <a:lnTo>
                    <a:pt x="3901048" y="885463"/>
                  </a:lnTo>
                  <a:lnTo>
                    <a:pt x="3848100" y="885463"/>
                  </a:lnTo>
                  <a:lnTo>
                    <a:pt x="3848100" y="853241"/>
                  </a:lnTo>
                  <a:lnTo>
                    <a:pt x="3901048" y="853241"/>
                  </a:lnTo>
                  <a:close/>
                  <a:moveTo>
                    <a:pt x="52948" y="736600"/>
                  </a:moveTo>
                  <a:lnTo>
                    <a:pt x="88016" y="736600"/>
                  </a:lnTo>
                  <a:lnTo>
                    <a:pt x="88016" y="853241"/>
                  </a:lnTo>
                  <a:lnTo>
                    <a:pt x="216114" y="853241"/>
                  </a:lnTo>
                  <a:lnTo>
                    <a:pt x="216114" y="885463"/>
                  </a:lnTo>
                  <a:lnTo>
                    <a:pt x="88016" y="885463"/>
                  </a:lnTo>
                  <a:lnTo>
                    <a:pt x="88016" y="1120892"/>
                  </a:lnTo>
                  <a:cubicBezTo>
                    <a:pt x="88016" y="1173134"/>
                    <a:pt x="118783" y="1191753"/>
                    <a:pt x="161025" y="1191753"/>
                  </a:cubicBezTo>
                  <a:cubicBezTo>
                    <a:pt x="178904" y="1191753"/>
                    <a:pt x="193932" y="1188160"/>
                    <a:pt x="214683" y="1178873"/>
                  </a:cubicBezTo>
                  <a:lnTo>
                    <a:pt x="214683" y="1211773"/>
                  </a:lnTo>
                  <a:cubicBezTo>
                    <a:pt x="196083" y="1220382"/>
                    <a:pt x="178194" y="1224675"/>
                    <a:pt x="155292" y="1224675"/>
                  </a:cubicBezTo>
                  <a:cubicBezTo>
                    <a:pt x="98752" y="1224675"/>
                    <a:pt x="52948" y="1193899"/>
                    <a:pt x="52948" y="1124484"/>
                  </a:cubicBezTo>
                  <a:lnTo>
                    <a:pt x="52948" y="885463"/>
                  </a:lnTo>
                  <a:lnTo>
                    <a:pt x="0" y="885463"/>
                  </a:lnTo>
                  <a:lnTo>
                    <a:pt x="0" y="853241"/>
                  </a:lnTo>
                  <a:lnTo>
                    <a:pt x="52948" y="853241"/>
                  </a:lnTo>
                  <a:close/>
                  <a:moveTo>
                    <a:pt x="4165600" y="711200"/>
                  </a:moveTo>
                  <a:lnTo>
                    <a:pt x="4209252" y="711200"/>
                  </a:lnTo>
                  <a:lnTo>
                    <a:pt x="4209252" y="759151"/>
                  </a:lnTo>
                  <a:lnTo>
                    <a:pt x="4165600" y="759151"/>
                  </a:lnTo>
                  <a:cubicBezTo>
                    <a:pt x="4165600" y="759151"/>
                    <a:pt x="4165600" y="711200"/>
                    <a:pt x="4165600" y="711200"/>
                  </a:cubicBezTo>
                  <a:close/>
                  <a:moveTo>
                    <a:pt x="1927040" y="698500"/>
                  </a:moveTo>
                  <a:cubicBezTo>
                    <a:pt x="1949223" y="698500"/>
                    <a:pt x="1964983" y="701365"/>
                    <a:pt x="1981433" y="707097"/>
                  </a:cubicBezTo>
                  <a:lnTo>
                    <a:pt x="1981433" y="740004"/>
                  </a:lnTo>
                  <a:cubicBezTo>
                    <a:pt x="1960680" y="733568"/>
                    <a:pt x="1945661" y="730702"/>
                    <a:pt x="1927040" y="730702"/>
                  </a:cubicBezTo>
                  <a:cubicBezTo>
                    <a:pt x="1876959" y="730702"/>
                    <a:pt x="1853344" y="760768"/>
                    <a:pt x="1853344" y="823011"/>
                  </a:cubicBezTo>
                  <a:lnTo>
                    <a:pt x="1853344" y="858080"/>
                  </a:lnTo>
                  <a:lnTo>
                    <a:pt x="1980713" y="858080"/>
                  </a:lnTo>
                  <a:lnTo>
                    <a:pt x="1980713" y="890306"/>
                  </a:lnTo>
                  <a:lnTo>
                    <a:pt x="1853344" y="890306"/>
                  </a:lnTo>
                  <a:lnTo>
                    <a:pt x="1853344" y="1223065"/>
                  </a:lnTo>
                  <a:lnTo>
                    <a:pt x="1818263" y="1223065"/>
                  </a:lnTo>
                  <a:cubicBezTo>
                    <a:pt x="1818263" y="1223065"/>
                    <a:pt x="1818263" y="890306"/>
                    <a:pt x="1818263" y="890306"/>
                  </a:cubicBezTo>
                  <a:lnTo>
                    <a:pt x="1765300" y="890306"/>
                  </a:lnTo>
                  <a:lnTo>
                    <a:pt x="1765300" y="858080"/>
                  </a:lnTo>
                  <a:lnTo>
                    <a:pt x="1818263" y="858080"/>
                  </a:lnTo>
                  <a:lnTo>
                    <a:pt x="1818263" y="822307"/>
                  </a:lnTo>
                  <a:cubicBezTo>
                    <a:pt x="1818263" y="780803"/>
                    <a:pt x="1829720" y="747872"/>
                    <a:pt x="1850472" y="727132"/>
                  </a:cubicBezTo>
                  <a:cubicBezTo>
                    <a:pt x="1869074" y="708505"/>
                    <a:pt x="1894840" y="698500"/>
                    <a:pt x="1927040" y="698500"/>
                  </a:cubicBezTo>
                  <a:close/>
                  <a:moveTo>
                    <a:pt x="1025142" y="174625"/>
                  </a:moveTo>
                  <a:cubicBezTo>
                    <a:pt x="949281" y="174625"/>
                    <a:pt x="876300" y="238315"/>
                    <a:pt x="876300" y="331350"/>
                  </a:cubicBezTo>
                  <a:lnTo>
                    <a:pt x="876300" y="332779"/>
                  </a:lnTo>
                  <a:cubicBezTo>
                    <a:pt x="876300" y="426528"/>
                    <a:pt x="949281" y="489504"/>
                    <a:pt x="1025142" y="489504"/>
                  </a:cubicBezTo>
                  <a:cubicBezTo>
                    <a:pt x="1104585" y="489504"/>
                    <a:pt x="1168280" y="431543"/>
                    <a:pt x="1168280" y="333493"/>
                  </a:cubicBezTo>
                  <a:lnTo>
                    <a:pt x="1168280" y="332065"/>
                  </a:lnTo>
                  <a:cubicBezTo>
                    <a:pt x="1168280" y="236172"/>
                    <a:pt x="1101719" y="174625"/>
                    <a:pt x="1025142" y="174625"/>
                  </a:cubicBezTo>
                  <a:close/>
                  <a:moveTo>
                    <a:pt x="3601643" y="171450"/>
                  </a:moveTo>
                  <a:cubicBezTo>
                    <a:pt x="3529357" y="171450"/>
                    <a:pt x="3473528" y="232277"/>
                    <a:pt x="3467100" y="313151"/>
                  </a:cubicBezTo>
                  <a:cubicBezTo>
                    <a:pt x="3467100" y="313151"/>
                    <a:pt x="3732596" y="313151"/>
                    <a:pt x="3732596" y="313151"/>
                  </a:cubicBezTo>
                  <a:cubicBezTo>
                    <a:pt x="3727582" y="239434"/>
                    <a:pt x="3685360" y="171450"/>
                    <a:pt x="3601643" y="171450"/>
                  </a:cubicBezTo>
                  <a:close/>
                  <a:moveTo>
                    <a:pt x="2344343" y="171450"/>
                  </a:moveTo>
                  <a:cubicBezTo>
                    <a:pt x="2272057" y="171450"/>
                    <a:pt x="2216228" y="232277"/>
                    <a:pt x="2209800" y="313151"/>
                  </a:cubicBezTo>
                  <a:cubicBezTo>
                    <a:pt x="2209800" y="313151"/>
                    <a:pt x="2475297" y="313151"/>
                    <a:pt x="2475297" y="313151"/>
                  </a:cubicBezTo>
                  <a:cubicBezTo>
                    <a:pt x="2470282" y="239434"/>
                    <a:pt x="2428061" y="171450"/>
                    <a:pt x="2344343" y="171450"/>
                  </a:cubicBezTo>
                  <a:close/>
                  <a:moveTo>
                    <a:pt x="1455344" y="171450"/>
                  </a:moveTo>
                  <a:cubicBezTo>
                    <a:pt x="1383057" y="171450"/>
                    <a:pt x="1327228" y="232277"/>
                    <a:pt x="1320800" y="313151"/>
                  </a:cubicBezTo>
                  <a:cubicBezTo>
                    <a:pt x="1320800" y="313151"/>
                    <a:pt x="1586298" y="313151"/>
                    <a:pt x="1586298" y="313151"/>
                  </a:cubicBezTo>
                  <a:cubicBezTo>
                    <a:pt x="1581283" y="239434"/>
                    <a:pt x="1539061" y="171450"/>
                    <a:pt x="1455344" y="171450"/>
                  </a:cubicBezTo>
                  <a:close/>
                  <a:moveTo>
                    <a:pt x="185344" y="171450"/>
                  </a:moveTo>
                  <a:cubicBezTo>
                    <a:pt x="113057" y="171450"/>
                    <a:pt x="57228" y="232277"/>
                    <a:pt x="50800" y="313151"/>
                  </a:cubicBezTo>
                  <a:cubicBezTo>
                    <a:pt x="50800" y="313151"/>
                    <a:pt x="316298" y="313151"/>
                    <a:pt x="316298" y="313151"/>
                  </a:cubicBezTo>
                  <a:cubicBezTo>
                    <a:pt x="311283" y="239434"/>
                    <a:pt x="269061" y="171450"/>
                    <a:pt x="185344" y="171450"/>
                  </a:cubicBezTo>
                  <a:close/>
                  <a:moveTo>
                    <a:pt x="1924014" y="139820"/>
                  </a:moveTo>
                  <a:lnTo>
                    <a:pt x="1924014" y="178473"/>
                  </a:lnTo>
                  <a:lnTo>
                    <a:pt x="1920433" y="178473"/>
                  </a:lnTo>
                  <a:cubicBezTo>
                    <a:pt x="1835976" y="178473"/>
                    <a:pt x="1762280" y="242169"/>
                    <a:pt x="1762280" y="360966"/>
                  </a:cubicBezTo>
                  <a:lnTo>
                    <a:pt x="1762280" y="510530"/>
                  </a:lnTo>
                  <a:lnTo>
                    <a:pt x="1727200" y="510530"/>
                  </a:lnTo>
                  <a:cubicBezTo>
                    <a:pt x="1727200" y="510530"/>
                    <a:pt x="1727200" y="145544"/>
                    <a:pt x="1727200" y="145544"/>
                  </a:cubicBezTo>
                  <a:lnTo>
                    <a:pt x="1762280" y="145544"/>
                  </a:lnTo>
                  <a:lnTo>
                    <a:pt x="1762280" y="249312"/>
                  </a:lnTo>
                  <a:cubicBezTo>
                    <a:pt x="1790891" y="184198"/>
                    <a:pt x="1851730" y="136966"/>
                    <a:pt x="1924014" y="139820"/>
                  </a:cubicBezTo>
                  <a:close/>
                  <a:moveTo>
                    <a:pt x="3602193" y="139700"/>
                  </a:moveTo>
                  <a:cubicBezTo>
                    <a:pt x="3704528" y="139700"/>
                    <a:pt x="3769644" y="222713"/>
                    <a:pt x="3769644" y="330779"/>
                  </a:cubicBezTo>
                  <a:cubicBezTo>
                    <a:pt x="3769644" y="337219"/>
                    <a:pt x="3769644" y="339377"/>
                    <a:pt x="3768936" y="345074"/>
                  </a:cubicBezTo>
                  <a:lnTo>
                    <a:pt x="3466219" y="345074"/>
                  </a:lnTo>
                  <a:cubicBezTo>
                    <a:pt x="3472653" y="435960"/>
                    <a:pt x="3537770" y="488932"/>
                    <a:pt x="3609336" y="488932"/>
                  </a:cubicBezTo>
                  <a:cubicBezTo>
                    <a:pt x="3665890" y="488932"/>
                    <a:pt x="3704528" y="463879"/>
                    <a:pt x="3734586" y="431679"/>
                  </a:cubicBezTo>
                  <a:lnTo>
                    <a:pt x="3758920" y="453157"/>
                  </a:lnTo>
                  <a:cubicBezTo>
                    <a:pt x="3721702" y="493231"/>
                    <a:pt x="3678050" y="521857"/>
                    <a:pt x="3607902" y="521857"/>
                  </a:cubicBezTo>
                  <a:cubicBezTo>
                    <a:pt x="3512032" y="521857"/>
                    <a:pt x="3429000" y="445284"/>
                    <a:pt x="3429000" y="331486"/>
                  </a:cubicBezTo>
                  <a:lnTo>
                    <a:pt x="3429000" y="330053"/>
                  </a:lnTo>
                  <a:cubicBezTo>
                    <a:pt x="3429000" y="224146"/>
                    <a:pt x="3503437" y="139700"/>
                    <a:pt x="3602193" y="139700"/>
                  </a:cubicBezTo>
                  <a:close/>
                  <a:moveTo>
                    <a:pt x="3208674" y="139700"/>
                  </a:moveTo>
                  <a:cubicBezTo>
                    <a:pt x="3277367" y="139700"/>
                    <a:pt x="3320304" y="171192"/>
                    <a:pt x="3354665" y="206966"/>
                  </a:cubicBezTo>
                  <a:lnTo>
                    <a:pt x="3329623" y="232727"/>
                  </a:lnTo>
                  <a:cubicBezTo>
                    <a:pt x="3298130" y="200526"/>
                    <a:pt x="3262357" y="172625"/>
                    <a:pt x="3207961" y="172625"/>
                  </a:cubicBezTo>
                  <a:cubicBezTo>
                    <a:pt x="3124941" y="172625"/>
                    <a:pt x="3060544" y="242033"/>
                    <a:pt x="3060544" y="329345"/>
                  </a:cubicBezTo>
                  <a:lnTo>
                    <a:pt x="3060544" y="330778"/>
                  </a:lnTo>
                  <a:cubicBezTo>
                    <a:pt x="3060544" y="418798"/>
                    <a:pt x="3127096" y="488931"/>
                    <a:pt x="3210814" y="488931"/>
                  </a:cubicBezTo>
                  <a:cubicBezTo>
                    <a:pt x="3262357" y="488931"/>
                    <a:pt x="3302425" y="462446"/>
                    <a:pt x="3333205" y="428104"/>
                  </a:cubicBezTo>
                  <a:lnTo>
                    <a:pt x="3357534" y="449565"/>
                  </a:lnTo>
                  <a:cubicBezTo>
                    <a:pt x="3320304" y="491797"/>
                    <a:pt x="3275940" y="521857"/>
                    <a:pt x="3208674" y="521857"/>
                  </a:cubicBezTo>
                  <a:cubicBezTo>
                    <a:pt x="3103480" y="521857"/>
                    <a:pt x="3022600" y="434527"/>
                    <a:pt x="3022600" y="332211"/>
                  </a:cubicBezTo>
                  <a:lnTo>
                    <a:pt x="3022600" y="330778"/>
                  </a:lnTo>
                  <a:cubicBezTo>
                    <a:pt x="3022600" y="228427"/>
                    <a:pt x="3104194" y="139700"/>
                    <a:pt x="3208674" y="139700"/>
                  </a:cubicBezTo>
                  <a:close/>
                  <a:moveTo>
                    <a:pt x="2782946" y="139700"/>
                  </a:moveTo>
                  <a:cubicBezTo>
                    <a:pt x="2875274" y="139700"/>
                    <a:pt x="2928930" y="202687"/>
                    <a:pt x="2928930" y="289990"/>
                  </a:cubicBezTo>
                  <a:lnTo>
                    <a:pt x="2928930" y="513263"/>
                  </a:lnTo>
                  <a:lnTo>
                    <a:pt x="2893878" y="513263"/>
                  </a:lnTo>
                  <a:lnTo>
                    <a:pt x="2893878" y="296406"/>
                  </a:lnTo>
                  <a:cubicBezTo>
                    <a:pt x="2893878" y="221278"/>
                    <a:pt x="2851645" y="171902"/>
                    <a:pt x="2777936" y="171902"/>
                  </a:cubicBezTo>
                  <a:cubicBezTo>
                    <a:pt x="2706370" y="171902"/>
                    <a:pt x="2651281" y="226294"/>
                    <a:pt x="2651281" y="302148"/>
                  </a:cubicBezTo>
                  <a:lnTo>
                    <a:pt x="2651281" y="513263"/>
                  </a:lnTo>
                  <a:lnTo>
                    <a:pt x="2616200" y="513263"/>
                  </a:lnTo>
                  <a:cubicBezTo>
                    <a:pt x="2616200" y="513263"/>
                    <a:pt x="2616200" y="148278"/>
                    <a:pt x="2616200" y="148278"/>
                  </a:cubicBezTo>
                  <a:lnTo>
                    <a:pt x="2651281" y="148278"/>
                  </a:lnTo>
                  <a:lnTo>
                    <a:pt x="2651281" y="216263"/>
                  </a:lnTo>
                  <a:cubicBezTo>
                    <a:pt x="2675590" y="173338"/>
                    <a:pt x="2716404" y="139700"/>
                    <a:pt x="2782946" y="139700"/>
                  </a:cubicBezTo>
                  <a:close/>
                  <a:moveTo>
                    <a:pt x="2344893" y="139700"/>
                  </a:moveTo>
                  <a:cubicBezTo>
                    <a:pt x="2447228" y="139700"/>
                    <a:pt x="2512345" y="222713"/>
                    <a:pt x="2512345" y="330779"/>
                  </a:cubicBezTo>
                  <a:cubicBezTo>
                    <a:pt x="2512345" y="337219"/>
                    <a:pt x="2512345" y="339377"/>
                    <a:pt x="2511635" y="345074"/>
                  </a:cubicBezTo>
                  <a:lnTo>
                    <a:pt x="2208919" y="345074"/>
                  </a:lnTo>
                  <a:cubicBezTo>
                    <a:pt x="2215353" y="435960"/>
                    <a:pt x="2280470" y="488932"/>
                    <a:pt x="2352037" y="488932"/>
                  </a:cubicBezTo>
                  <a:cubicBezTo>
                    <a:pt x="2408590" y="488932"/>
                    <a:pt x="2447228" y="463879"/>
                    <a:pt x="2477287" y="431679"/>
                  </a:cubicBezTo>
                  <a:lnTo>
                    <a:pt x="2501621" y="453157"/>
                  </a:lnTo>
                  <a:cubicBezTo>
                    <a:pt x="2464402" y="493231"/>
                    <a:pt x="2420749" y="521857"/>
                    <a:pt x="2350602" y="521857"/>
                  </a:cubicBezTo>
                  <a:cubicBezTo>
                    <a:pt x="2254732" y="521857"/>
                    <a:pt x="2171700" y="445284"/>
                    <a:pt x="2171700" y="331486"/>
                  </a:cubicBezTo>
                  <a:lnTo>
                    <a:pt x="2171700" y="330053"/>
                  </a:lnTo>
                  <a:cubicBezTo>
                    <a:pt x="2171700" y="224146"/>
                    <a:pt x="2246137" y="139700"/>
                    <a:pt x="2344893" y="139700"/>
                  </a:cubicBezTo>
                  <a:close/>
                  <a:moveTo>
                    <a:pt x="2019300" y="139700"/>
                  </a:moveTo>
                  <a:lnTo>
                    <a:pt x="2054359" y="139700"/>
                  </a:lnTo>
                  <a:lnTo>
                    <a:pt x="2054359" y="504677"/>
                  </a:lnTo>
                  <a:lnTo>
                    <a:pt x="2019300" y="504677"/>
                  </a:lnTo>
                  <a:cubicBezTo>
                    <a:pt x="2019300" y="504677"/>
                    <a:pt x="2019300" y="139700"/>
                    <a:pt x="2019300" y="139700"/>
                  </a:cubicBezTo>
                  <a:close/>
                  <a:moveTo>
                    <a:pt x="1455892" y="139700"/>
                  </a:moveTo>
                  <a:cubicBezTo>
                    <a:pt x="1558227" y="139700"/>
                    <a:pt x="1623344" y="222713"/>
                    <a:pt x="1623344" y="330779"/>
                  </a:cubicBezTo>
                  <a:cubicBezTo>
                    <a:pt x="1623344" y="337219"/>
                    <a:pt x="1623344" y="339377"/>
                    <a:pt x="1622634" y="345074"/>
                  </a:cubicBezTo>
                  <a:lnTo>
                    <a:pt x="1319919" y="345074"/>
                  </a:lnTo>
                  <a:cubicBezTo>
                    <a:pt x="1326353" y="435960"/>
                    <a:pt x="1391470" y="488932"/>
                    <a:pt x="1463036" y="488932"/>
                  </a:cubicBezTo>
                  <a:cubicBezTo>
                    <a:pt x="1519590" y="488932"/>
                    <a:pt x="1558227" y="463879"/>
                    <a:pt x="1588286" y="431679"/>
                  </a:cubicBezTo>
                  <a:lnTo>
                    <a:pt x="1612620" y="453157"/>
                  </a:lnTo>
                  <a:cubicBezTo>
                    <a:pt x="1575402" y="493231"/>
                    <a:pt x="1531749" y="521857"/>
                    <a:pt x="1461601" y="521857"/>
                  </a:cubicBezTo>
                  <a:cubicBezTo>
                    <a:pt x="1365732" y="521857"/>
                    <a:pt x="1282700" y="445284"/>
                    <a:pt x="1282700" y="331486"/>
                  </a:cubicBezTo>
                  <a:lnTo>
                    <a:pt x="1282700" y="330053"/>
                  </a:lnTo>
                  <a:cubicBezTo>
                    <a:pt x="1282700" y="224146"/>
                    <a:pt x="1357137" y="139700"/>
                    <a:pt x="1455892" y="139700"/>
                  </a:cubicBezTo>
                  <a:close/>
                  <a:moveTo>
                    <a:pt x="1023545" y="139700"/>
                  </a:moveTo>
                  <a:cubicBezTo>
                    <a:pt x="1111582" y="139700"/>
                    <a:pt x="1201029" y="210538"/>
                    <a:pt x="1201029" y="329346"/>
                  </a:cubicBezTo>
                  <a:lnTo>
                    <a:pt x="1201029" y="330769"/>
                  </a:lnTo>
                  <a:cubicBezTo>
                    <a:pt x="1201029" y="449578"/>
                    <a:pt x="1111582" y="521861"/>
                    <a:pt x="1023545" y="521861"/>
                  </a:cubicBezTo>
                  <a:cubicBezTo>
                    <a:pt x="950559" y="521861"/>
                    <a:pt x="903324" y="480330"/>
                    <a:pt x="873273" y="434529"/>
                  </a:cubicBezTo>
                  <a:lnTo>
                    <a:pt x="873273" y="627767"/>
                  </a:lnTo>
                  <a:lnTo>
                    <a:pt x="838200" y="627767"/>
                  </a:lnTo>
                  <a:cubicBezTo>
                    <a:pt x="838200" y="627767"/>
                    <a:pt x="838200" y="148287"/>
                    <a:pt x="838200" y="148287"/>
                  </a:cubicBezTo>
                  <a:lnTo>
                    <a:pt x="873273" y="148287"/>
                  </a:lnTo>
                  <a:lnTo>
                    <a:pt x="873273" y="229857"/>
                  </a:lnTo>
                  <a:cubicBezTo>
                    <a:pt x="904752" y="181909"/>
                    <a:pt x="951265" y="139700"/>
                    <a:pt x="1023545" y="139700"/>
                  </a:cubicBezTo>
                  <a:close/>
                  <a:moveTo>
                    <a:pt x="399409" y="139700"/>
                  </a:moveTo>
                  <a:lnTo>
                    <a:pt x="443064" y="139700"/>
                  </a:lnTo>
                  <a:lnTo>
                    <a:pt x="565439" y="294274"/>
                  </a:lnTo>
                  <a:lnTo>
                    <a:pt x="689261" y="139700"/>
                  </a:lnTo>
                  <a:lnTo>
                    <a:pt x="731484" y="139700"/>
                  </a:lnTo>
                  <a:lnTo>
                    <a:pt x="587624" y="317896"/>
                  </a:lnTo>
                  <a:lnTo>
                    <a:pt x="737209" y="504677"/>
                  </a:lnTo>
                  <a:lnTo>
                    <a:pt x="693539" y="504677"/>
                  </a:lnTo>
                  <a:cubicBezTo>
                    <a:pt x="693539" y="504677"/>
                    <a:pt x="564723" y="342228"/>
                    <a:pt x="564723" y="342228"/>
                  </a:cubicBezTo>
                  <a:lnTo>
                    <a:pt x="435923" y="504677"/>
                  </a:lnTo>
                  <a:lnTo>
                    <a:pt x="393700" y="504677"/>
                  </a:lnTo>
                  <a:lnTo>
                    <a:pt x="542538" y="318606"/>
                  </a:lnTo>
                  <a:close/>
                  <a:moveTo>
                    <a:pt x="185893" y="139700"/>
                  </a:moveTo>
                  <a:cubicBezTo>
                    <a:pt x="288228" y="139700"/>
                    <a:pt x="353345" y="222713"/>
                    <a:pt x="353345" y="330779"/>
                  </a:cubicBezTo>
                  <a:cubicBezTo>
                    <a:pt x="353345" y="337219"/>
                    <a:pt x="353345" y="339377"/>
                    <a:pt x="352635" y="345074"/>
                  </a:cubicBezTo>
                  <a:lnTo>
                    <a:pt x="49919" y="345074"/>
                  </a:lnTo>
                  <a:cubicBezTo>
                    <a:pt x="56353" y="435960"/>
                    <a:pt x="121470" y="488932"/>
                    <a:pt x="193037" y="488932"/>
                  </a:cubicBezTo>
                  <a:cubicBezTo>
                    <a:pt x="249590" y="488932"/>
                    <a:pt x="288228" y="463879"/>
                    <a:pt x="318287" y="431679"/>
                  </a:cubicBezTo>
                  <a:lnTo>
                    <a:pt x="342621" y="453157"/>
                  </a:lnTo>
                  <a:cubicBezTo>
                    <a:pt x="305402" y="493231"/>
                    <a:pt x="261749" y="521857"/>
                    <a:pt x="191602" y="521857"/>
                  </a:cubicBezTo>
                  <a:cubicBezTo>
                    <a:pt x="95732" y="521857"/>
                    <a:pt x="12700" y="445284"/>
                    <a:pt x="12700" y="331486"/>
                  </a:cubicBezTo>
                  <a:lnTo>
                    <a:pt x="12700" y="330053"/>
                  </a:lnTo>
                  <a:cubicBezTo>
                    <a:pt x="12700" y="224146"/>
                    <a:pt x="87137" y="139700"/>
                    <a:pt x="185893" y="139700"/>
                  </a:cubicBezTo>
                  <a:close/>
                  <a:moveTo>
                    <a:pt x="2019300" y="0"/>
                  </a:moveTo>
                  <a:lnTo>
                    <a:pt x="2062954" y="0"/>
                  </a:lnTo>
                  <a:lnTo>
                    <a:pt x="2062954" y="47951"/>
                  </a:lnTo>
                  <a:lnTo>
                    <a:pt x="2019300" y="47951"/>
                  </a:lnTo>
                  <a:cubicBezTo>
                    <a:pt x="2019300" y="47951"/>
                    <a:pt x="2019300" y="0"/>
                    <a:pt x="2019300" y="0"/>
                  </a:cubicBezTo>
                  <a:close/>
                </a:path>
              </a:pathLst>
            </a:custGeom>
            <a:solidFill>
              <a:schemeClr val="tx2"/>
            </a:solidFill>
            <a:ln w="12700">
              <a:miter lim="400000"/>
            </a:ln>
          </p:spPr>
          <p:txBody>
            <a:bodyPr wrap="square" lIns="38100" tIns="38100" rIns="38100" bIns="38100" anchor="ctr">
              <a:noAutofit/>
            </a:bodyPr>
            <a:lstStyle/>
            <a:p>
              <a:pPr algn="r">
                <a:defRPr sz="3000">
                  <a:solidFill>
                    <a:srgbClr val="FFFFFF"/>
                  </a:solidFill>
                  <a:effectLst>
                    <a:outerShdw blurRad="38100" dist="12700" dir="5400000" rotWithShape="0">
                      <a:srgbClr val="000000">
                        <a:alpha val="50000"/>
                      </a:srgbClr>
                    </a:outerShdw>
                  </a:effectLst>
                </a:defRPr>
              </a:pPr>
              <a:endParaRPr/>
            </a:p>
          </p:txBody>
        </p:sp>
      </p:grpSp>
    </p:spTree>
  </p:cSld>
  <p:clrMapOvr>
    <a:masterClrMapping/>
  </p:clrMapOvr>
  <p:extLst>
    <p:ext uri="{DCECCB84-F9BA-43D5-87BE-67443E8EF086}">
      <p15:sldGuideLst xmlns:p15="http://schemas.microsoft.com/office/powerpoint/2012/main">
        <p15:guide id="1" pos="3545" userDrawn="1">
          <p15:clr>
            <a:srgbClr val="9FCC3B"/>
          </p15:clr>
        </p15:guide>
        <p15:guide id="2" pos="3092" userDrawn="1">
          <p15:clr>
            <a:srgbClr val="9FCC3B"/>
          </p15:clr>
        </p15:guide>
        <p15:guide id="3" pos="3999" userDrawn="1">
          <p15:clr>
            <a:srgbClr val="9FCC3B"/>
          </p15:clr>
        </p15:guide>
        <p15:guide id="4" pos="4384" userDrawn="1">
          <p15:clr>
            <a:srgbClr val="9FCC3B"/>
          </p15:clr>
        </p15:guide>
        <p15:guide id="5" orient="horz" pos="1003" userDrawn="1">
          <p15:clr>
            <a:srgbClr val="9FCC3B"/>
          </p15:clr>
        </p15:guide>
        <p15:guide id="8" orient="horz" pos="2205" userDrawn="1">
          <p15:clr>
            <a:srgbClr val="9FCC3B"/>
          </p15:clr>
        </p15:guide>
        <p15:guide id="9" orient="horz" pos="1888" userDrawn="1">
          <p15:clr>
            <a:srgbClr val="9FCC3B"/>
          </p15:clr>
        </p15:guide>
        <p15:guide id="10" orient="horz" pos="1344" userDrawn="1">
          <p15:clr>
            <a:srgbClr val="9FCC3B"/>
          </p15:clr>
        </p15:guide>
        <p15:guide id="11" orient="horz" pos="2750" userDrawn="1">
          <p15:clr>
            <a:srgbClr val="9FCC3B"/>
          </p15:clr>
        </p15:guide>
        <p15:guide id="12" orient="horz" pos="3090" userDrawn="1">
          <p15:clr>
            <a:srgbClr val="9FCC3B"/>
          </p15:clr>
        </p15:guide>
        <p15:guide id="13" pos="3840" userDrawn="1">
          <p15:clr>
            <a:srgbClr val="9FCC3B"/>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ramed Title, Diagonal Image and 3 Features">
    <p:spTree>
      <p:nvGrpSpPr>
        <p:cNvPr id="1" name=""/>
        <p:cNvGrpSpPr/>
        <p:nvPr/>
      </p:nvGrpSpPr>
      <p:grpSpPr>
        <a:xfrm>
          <a:off x="0" y="0"/>
          <a:ext cx="0" cy="0"/>
          <a:chOff x="0" y="0"/>
          <a:chExt cx="0" cy="0"/>
        </a:xfrm>
      </p:grpSpPr>
      <p:sp>
        <p:nvSpPr>
          <p:cNvPr id="29" name="Picture Placeholder 28"/>
          <p:cNvSpPr>
            <a:spLocks noGrp="1"/>
          </p:cNvSpPr>
          <p:nvPr>
            <p:ph type="pic" sz="quarter" idx="20" hasCustomPrompt="1"/>
          </p:nvPr>
        </p:nvSpPr>
        <p:spPr>
          <a:xfrm>
            <a:off x="2039536" y="0"/>
            <a:ext cx="5552691" cy="6858000"/>
          </a:xfrm>
          <a:custGeom>
            <a:avLst/>
            <a:gdLst>
              <a:gd name="connsiteX0" fmla="*/ 1432766 w 5552691"/>
              <a:gd name="connsiteY0" fmla="*/ 0 h 6488999"/>
              <a:gd name="connsiteX1" fmla="*/ 5552691 w 5552691"/>
              <a:gd name="connsiteY1" fmla="*/ 0 h 6488999"/>
              <a:gd name="connsiteX2" fmla="*/ 4119926 w 5552691"/>
              <a:gd name="connsiteY2" fmla="*/ 6488999 h 6488999"/>
              <a:gd name="connsiteX3" fmla="*/ 0 w 5552691"/>
              <a:gd name="connsiteY3" fmla="*/ 6488999 h 6488999"/>
            </a:gdLst>
            <a:ahLst/>
            <a:cxnLst>
              <a:cxn ang="0">
                <a:pos x="connsiteX0" y="connsiteY0"/>
              </a:cxn>
              <a:cxn ang="0">
                <a:pos x="connsiteX1" y="connsiteY1"/>
              </a:cxn>
              <a:cxn ang="0">
                <a:pos x="connsiteX2" y="connsiteY2"/>
              </a:cxn>
              <a:cxn ang="0">
                <a:pos x="connsiteX3" y="connsiteY3"/>
              </a:cxn>
            </a:cxnLst>
            <a:rect l="l" t="t" r="r" b="b"/>
            <a:pathLst>
              <a:path w="5552691" h="6488999">
                <a:moveTo>
                  <a:pt x="1432766" y="0"/>
                </a:moveTo>
                <a:lnTo>
                  <a:pt x="5552691" y="0"/>
                </a:lnTo>
                <a:lnTo>
                  <a:pt x="4119926" y="6488999"/>
                </a:lnTo>
                <a:lnTo>
                  <a:pt x="0" y="6488999"/>
                </a:lnTo>
                <a:close/>
              </a:path>
            </a:pathLst>
          </a:custGeom>
          <a:solidFill>
            <a:schemeClr val="tx1">
              <a:alpha val="3000"/>
            </a:schemeClr>
          </a:solidFill>
        </p:spPr>
        <p:txBody>
          <a:bodyPr wrap="square" anchor="ctr">
            <a:noAutofit/>
          </a:bodyPr>
          <a:lstStyle>
            <a:lvl1pPr marL="0" indent="0" algn="ctr">
              <a:buNone/>
              <a:defRPr/>
            </a:lvl1pPr>
          </a:lstStyle>
          <a:p>
            <a:r>
              <a:rPr lang="en-US"/>
              <a:t>Add Picture</a:t>
            </a:r>
          </a:p>
        </p:txBody>
      </p:sp>
      <p:sp>
        <p:nvSpPr>
          <p:cNvPr id="2" name="Title 1"/>
          <p:cNvSpPr>
            <a:spLocks noGrp="1"/>
          </p:cNvSpPr>
          <p:nvPr>
            <p:ph type="title" hasCustomPrompt="1"/>
          </p:nvPr>
        </p:nvSpPr>
        <p:spPr>
          <a:xfrm>
            <a:off x="695325" y="728663"/>
            <a:ext cx="2767654" cy="1668828"/>
          </a:xfrm>
          <a:ln w="25400">
            <a:solidFill>
              <a:schemeClr val="accent1"/>
            </a:solidFill>
          </a:ln>
        </p:spPr>
        <p:txBody>
          <a:bodyPr wrap="none" lIns="360000" tIns="360000" rIns="360000" bIns="360000" anchor="t"/>
          <a:lstStyle/>
          <a:p>
            <a:r>
              <a:rPr lang="en-US"/>
              <a:t>Add Title</a:t>
            </a:r>
            <a:br>
              <a:rPr lang="en-US"/>
            </a:br>
            <a:r>
              <a:rPr lang="en-US"/>
              <a:t>–</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30" name="Text Placeholder 4"/>
          <p:cNvSpPr>
            <a:spLocks noGrp="1"/>
          </p:cNvSpPr>
          <p:nvPr>
            <p:ph type="body" sz="quarter" idx="35" hasCustomPrompt="1"/>
          </p:nvPr>
        </p:nvSpPr>
        <p:spPr>
          <a:xfrm>
            <a:off x="8070125" y="4744558"/>
            <a:ext cx="3425754" cy="376998"/>
          </a:xfrm>
        </p:spPr>
        <p:txBody>
          <a:bodyPr anchor="b">
            <a:noAutofit/>
          </a:bodyPr>
          <a:lstStyle>
            <a:lvl1pPr marL="0" indent="0">
              <a:lnSpc>
                <a:spcPct val="90000"/>
              </a:lnSpc>
              <a:buNone/>
              <a:defRPr sz="2000" b="1" cap="none" baseline="0">
                <a:solidFill>
                  <a:schemeClr val="tx2"/>
                </a:solidFill>
                <a:latin typeface="+mj-lt"/>
              </a:defRPr>
            </a:lvl1pPr>
          </a:lstStyle>
          <a:p>
            <a:pPr lvl="0"/>
            <a:r>
              <a:rPr lang="en-US"/>
              <a:t>Add Subtitle</a:t>
            </a:r>
          </a:p>
        </p:txBody>
      </p:sp>
      <p:sp>
        <p:nvSpPr>
          <p:cNvPr id="31" name="Text Placeholder 5"/>
          <p:cNvSpPr>
            <a:spLocks noGrp="1"/>
          </p:cNvSpPr>
          <p:nvPr>
            <p:ph type="body" sz="quarter" idx="36" hasCustomPrompt="1"/>
          </p:nvPr>
        </p:nvSpPr>
        <p:spPr>
          <a:xfrm>
            <a:off x="8070164" y="5192782"/>
            <a:ext cx="3426511" cy="576194"/>
          </a:xfrm>
        </p:spPr>
        <p:txBody>
          <a:bodyPr>
            <a:normAutofit/>
          </a:bodyPr>
          <a:lstStyle>
            <a:lvl1pPr marL="0" indent="0">
              <a:buNone/>
              <a:defRPr sz="2000" cap="none" baseline="0">
                <a:solidFill>
                  <a:schemeClr val="tx1"/>
                </a:solidFill>
              </a:defRPr>
            </a:lvl1pPr>
          </a:lstStyle>
          <a:p>
            <a:pPr lvl="0"/>
            <a:r>
              <a:rPr lang="en-US"/>
              <a:t>Add text</a:t>
            </a:r>
          </a:p>
        </p:txBody>
      </p:sp>
      <p:sp>
        <p:nvSpPr>
          <p:cNvPr id="32" name="Text Placeholder 4"/>
          <p:cNvSpPr>
            <a:spLocks noGrp="1"/>
          </p:cNvSpPr>
          <p:nvPr>
            <p:ph type="body" sz="quarter" idx="37" hasCustomPrompt="1"/>
          </p:nvPr>
        </p:nvSpPr>
        <p:spPr>
          <a:xfrm>
            <a:off x="8070125" y="3339440"/>
            <a:ext cx="3425754" cy="376998"/>
          </a:xfrm>
        </p:spPr>
        <p:txBody>
          <a:bodyPr anchor="b">
            <a:noAutofit/>
          </a:bodyPr>
          <a:lstStyle>
            <a:lvl1pPr marL="0" indent="0">
              <a:lnSpc>
                <a:spcPct val="90000"/>
              </a:lnSpc>
              <a:buNone/>
              <a:defRPr sz="2000" b="1" cap="none" baseline="0">
                <a:solidFill>
                  <a:schemeClr val="accent2"/>
                </a:solidFill>
                <a:latin typeface="+mj-lt"/>
              </a:defRPr>
            </a:lvl1pPr>
          </a:lstStyle>
          <a:p>
            <a:pPr lvl="0"/>
            <a:r>
              <a:rPr lang="en-US"/>
              <a:t>Add Subtitle</a:t>
            </a:r>
          </a:p>
        </p:txBody>
      </p:sp>
      <p:sp>
        <p:nvSpPr>
          <p:cNvPr id="33" name="Text Placeholder 5"/>
          <p:cNvSpPr>
            <a:spLocks noGrp="1"/>
          </p:cNvSpPr>
          <p:nvPr>
            <p:ph type="body" sz="quarter" idx="38" hasCustomPrompt="1"/>
          </p:nvPr>
        </p:nvSpPr>
        <p:spPr>
          <a:xfrm>
            <a:off x="8070164" y="3787664"/>
            <a:ext cx="3426511" cy="576194"/>
          </a:xfrm>
        </p:spPr>
        <p:txBody>
          <a:bodyPr>
            <a:normAutofit/>
          </a:bodyPr>
          <a:lstStyle>
            <a:lvl1pPr marL="0" indent="0">
              <a:buNone/>
              <a:defRPr sz="2000" cap="none" baseline="0">
                <a:solidFill>
                  <a:schemeClr val="tx1"/>
                </a:solidFill>
              </a:defRPr>
            </a:lvl1pPr>
          </a:lstStyle>
          <a:p>
            <a:pPr lvl="0"/>
            <a:r>
              <a:rPr lang="en-US"/>
              <a:t>Add text</a:t>
            </a:r>
          </a:p>
        </p:txBody>
      </p:sp>
      <p:sp>
        <p:nvSpPr>
          <p:cNvPr id="34" name="Text Placeholder 4"/>
          <p:cNvSpPr>
            <a:spLocks noGrp="1"/>
          </p:cNvSpPr>
          <p:nvPr>
            <p:ph type="body" sz="quarter" idx="39" hasCustomPrompt="1"/>
          </p:nvPr>
        </p:nvSpPr>
        <p:spPr>
          <a:xfrm>
            <a:off x="8070125" y="1972782"/>
            <a:ext cx="3425754" cy="376998"/>
          </a:xfrm>
        </p:spPr>
        <p:txBody>
          <a:bodyPr anchor="b">
            <a:noAutofit/>
          </a:bodyPr>
          <a:lstStyle>
            <a:lvl1pPr marL="0" indent="0">
              <a:lnSpc>
                <a:spcPct val="90000"/>
              </a:lnSpc>
              <a:buNone/>
              <a:defRPr sz="2000" b="1" cap="none" baseline="0">
                <a:solidFill>
                  <a:schemeClr val="accent1"/>
                </a:solidFill>
                <a:latin typeface="+mj-lt"/>
              </a:defRPr>
            </a:lvl1pPr>
          </a:lstStyle>
          <a:p>
            <a:pPr lvl="0"/>
            <a:r>
              <a:rPr lang="en-US"/>
              <a:t>Add Subtitle</a:t>
            </a:r>
          </a:p>
        </p:txBody>
      </p:sp>
      <p:sp>
        <p:nvSpPr>
          <p:cNvPr id="35" name="Text Placeholder 5"/>
          <p:cNvSpPr>
            <a:spLocks noGrp="1"/>
          </p:cNvSpPr>
          <p:nvPr>
            <p:ph type="body" sz="quarter" idx="40" hasCustomPrompt="1"/>
          </p:nvPr>
        </p:nvSpPr>
        <p:spPr>
          <a:xfrm>
            <a:off x="8070164" y="2421006"/>
            <a:ext cx="3426511" cy="576194"/>
          </a:xfrm>
        </p:spPr>
        <p:txBody>
          <a:bodyPr>
            <a:normAutofit/>
          </a:bodyPr>
          <a:lstStyle>
            <a:lvl1pPr marL="0" indent="0">
              <a:buNone/>
              <a:defRPr sz="2000" cap="none" baseline="0">
                <a:solidFill>
                  <a:schemeClr val="tx1"/>
                </a:solidFill>
              </a:defRPr>
            </a:lvl1pPr>
          </a:lstStyle>
          <a:p>
            <a:pPr lvl="0"/>
            <a:r>
              <a:rPr lang="en-US"/>
              <a:t>Add text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 Diagonal Image and 4 Features">
    <p:spTree>
      <p:nvGrpSpPr>
        <p:cNvPr id="1" name=""/>
        <p:cNvGrpSpPr/>
        <p:nvPr/>
      </p:nvGrpSpPr>
      <p:grpSpPr>
        <a:xfrm>
          <a:off x="0" y="0"/>
          <a:ext cx="0" cy="0"/>
          <a:chOff x="0" y="0"/>
          <a:chExt cx="0" cy="0"/>
        </a:xfrm>
      </p:grpSpPr>
      <p:sp>
        <p:nvSpPr>
          <p:cNvPr id="20" name="Picture Placeholder 19"/>
          <p:cNvSpPr>
            <a:spLocks noGrp="1"/>
          </p:cNvSpPr>
          <p:nvPr>
            <p:ph type="pic" sz="quarter" idx="20" hasCustomPrompt="1"/>
          </p:nvPr>
        </p:nvSpPr>
        <p:spPr>
          <a:xfrm>
            <a:off x="0" y="0"/>
            <a:ext cx="8876252" cy="6858000"/>
          </a:xfrm>
          <a:custGeom>
            <a:avLst/>
            <a:gdLst>
              <a:gd name="connsiteX0" fmla="*/ 0 w 8876252"/>
              <a:gd name="connsiteY0" fmla="*/ 0 h 6489000"/>
              <a:gd name="connsiteX1" fmla="*/ 8876252 w 8876252"/>
              <a:gd name="connsiteY1" fmla="*/ 0 h 6489000"/>
              <a:gd name="connsiteX2" fmla="*/ 7443487 w 8876252"/>
              <a:gd name="connsiteY2" fmla="*/ 6489000 h 6489000"/>
              <a:gd name="connsiteX3" fmla="*/ 0 w 8876252"/>
              <a:gd name="connsiteY3" fmla="*/ 6489000 h 6489000"/>
            </a:gdLst>
            <a:ahLst/>
            <a:cxnLst>
              <a:cxn ang="0">
                <a:pos x="connsiteX0" y="connsiteY0"/>
              </a:cxn>
              <a:cxn ang="0">
                <a:pos x="connsiteX1" y="connsiteY1"/>
              </a:cxn>
              <a:cxn ang="0">
                <a:pos x="connsiteX2" y="connsiteY2"/>
              </a:cxn>
              <a:cxn ang="0">
                <a:pos x="connsiteX3" y="connsiteY3"/>
              </a:cxn>
            </a:cxnLst>
            <a:rect l="l" t="t" r="r" b="b"/>
            <a:pathLst>
              <a:path w="8876252" h="6489000">
                <a:moveTo>
                  <a:pt x="0" y="0"/>
                </a:moveTo>
                <a:lnTo>
                  <a:pt x="8876252" y="0"/>
                </a:lnTo>
                <a:lnTo>
                  <a:pt x="7443487" y="6489000"/>
                </a:lnTo>
                <a:lnTo>
                  <a:pt x="0" y="6489000"/>
                </a:lnTo>
                <a:close/>
              </a:path>
            </a:pathLst>
          </a:custGeom>
          <a:solidFill>
            <a:schemeClr val="tx1">
              <a:alpha val="30000"/>
            </a:schemeClr>
          </a:solidFill>
        </p:spPr>
        <p:txBody>
          <a:bodyPr wrap="square" anchor="ctr">
            <a:noAutofit/>
          </a:bodyPr>
          <a:lstStyle>
            <a:lvl1pPr marL="0" indent="0" algn="ctr">
              <a:buNone/>
              <a:defRPr/>
            </a:lvl1pPr>
          </a:lstStyle>
          <a:p>
            <a:r>
              <a:rPr lang="en-US"/>
              <a:t>Add Picture</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1" name="Title 1"/>
          <p:cNvSpPr>
            <a:spLocks noGrp="1"/>
          </p:cNvSpPr>
          <p:nvPr>
            <p:ph type="title" hasCustomPrompt="1"/>
          </p:nvPr>
        </p:nvSpPr>
        <p:spPr>
          <a:xfrm>
            <a:off x="695324" y="656934"/>
            <a:ext cx="6948000" cy="1329595"/>
          </a:xfrm>
        </p:spPr>
        <p:txBody>
          <a:bodyPr wrap="square" anchor="t">
            <a:spAutoFit/>
          </a:bodyPr>
          <a:lstStyle>
            <a:lvl1pPr>
              <a:defRPr sz="4800">
                <a:solidFill>
                  <a:schemeClr val="bg1"/>
                </a:solidFill>
              </a:defRPr>
            </a:lvl1pPr>
          </a:lstStyle>
          <a:p>
            <a:r>
              <a:rPr lang="en-US"/>
              <a:t>Add Title</a:t>
            </a:r>
            <a:br>
              <a:rPr lang="en-US"/>
            </a:br>
            <a:r>
              <a:rPr lang="en-US"/>
              <a:t>–</a:t>
            </a:r>
          </a:p>
        </p:txBody>
      </p:sp>
      <p:sp>
        <p:nvSpPr>
          <p:cNvPr id="30" name="Text Placeholder 4"/>
          <p:cNvSpPr>
            <a:spLocks noGrp="1"/>
          </p:cNvSpPr>
          <p:nvPr>
            <p:ph type="body" sz="quarter" idx="35" hasCustomPrompt="1"/>
          </p:nvPr>
        </p:nvSpPr>
        <p:spPr>
          <a:xfrm>
            <a:off x="8263967" y="5005754"/>
            <a:ext cx="2377263" cy="339146"/>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31" name="Text Placeholder 5"/>
          <p:cNvSpPr>
            <a:spLocks noGrp="1"/>
          </p:cNvSpPr>
          <p:nvPr>
            <p:ph type="body" sz="quarter" idx="36" hasCustomPrompt="1"/>
          </p:nvPr>
        </p:nvSpPr>
        <p:spPr>
          <a:xfrm>
            <a:off x="8264007" y="5416126"/>
            <a:ext cx="2377788" cy="362590"/>
          </a:xfrm>
        </p:spPr>
        <p:txBody>
          <a:bodyPr>
            <a:noAutofit/>
          </a:bodyPr>
          <a:lstStyle>
            <a:lvl1pPr marL="0" indent="0">
              <a:buNone/>
              <a:defRPr sz="2000" cap="none" baseline="0">
                <a:solidFill>
                  <a:schemeClr val="tx1"/>
                </a:solidFill>
              </a:defRPr>
            </a:lvl1pPr>
          </a:lstStyle>
          <a:p>
            <a:pPr lvl="0"/>
            <a:r>
              <a:rPr lang="en-US"/>
              <a:t>Add text</a:t>
            </a:r>
          </a:p>
        </p:txBody>
      </p:sp>
      <p:sp>
        <p:nvSpPr>
          <p:cNvPr id="33" name="Text Placeholder 4"/>
          <p:cNvSpPr>
            <a:spLocks noGrp="1"/>
          </p:cNvSpPr>
          <p:nvPr>
            <p:ph type="body" sz="quarter" idx="37" hasCustomPrompt="1"/>
          </p:nvPr>
        </p:nvSpPr>
        <p:spPr>
          <a:xfrm>
            <a:off x="8487916" y="3836876"/>
            <a:ext cx="2377263" cy="339146"/>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34" name="Text Placeholder 5"/>
          <p:cNvSpPr>
            <a:spLocks noGrp="1"/>
          </p:cNvSpPr>
          <p:nvPr>
            <p:ph type="body" sz="quarter" idx="38" hasCustomPrompt="1"/>
          </p:nvPr>
        </p:nvSpPr>
        <p:spPr>
          <a:xfrm>
            <a:off x="8487956" y="4247248"/>
            <a:ext cx="2377788" cy="362590"/>
          </a:xfrm>
        </p:spPr>
        <p:txBody>
          <a:bodyPr>
            <a:noAutofit/>
          </a:bodyPr>
          <a:lstStyle>
            <a:lvl1pPr marL="0" indent="0">
              <a:buNone/>
              <a:defRPr sz="2000" cap="none" baseline="0">
                <a:solidFill>
                  <a:schemeClr val="tx1"/>
                </a:solidFill>
              </a:defRPr>
            </a:lvl1pPr>
          </a:lstStyle>
          <a:p>
            <a:pPr lvl="0"/>
            <a:r>
              <a:rPr lang="en-US"/>
              <a:t>Add text</a:t>
            </a:r>
          </a:p>
        </p:txBody>
      </p:sp>
      <p:sp>
        <p:nvSpPr>
          <p:cNvPr id="36" name="Text Placeholder 4"/>
          <p:cNvSpPr>
            <a:spLocks noGrp="1"/>
          </p:cNvSpPr>
          <p:nvPr>
            <p:ph type="body" sz="quarter" idx="39" hasCustomPrompt="1"/>
          </p:nvPr>
        </p:nvSpPr>
        <p:spPr>
          <a:xfrm>
            <a:off x="8757818" y="2634013"/>
            <a:ext cx="2377263" cy="339146"/>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37" name="Text Placeholder 5"/>
          <p:cNvSpPr>
            <a:spLocks noGrp="1"/>
          </p:cNvSpPr>
          <p:nvPr>
            <p:ph type="body" sz="quarter" idx="40" hasCustomPrompt="1"/>
          </p:nvPr>
        </p:nvSpPr>
        <p:spPr>
          <a:xfrm>
            <a:off x="8757858" y="3044385"/>
            <a:ext cx="2377788" cy="362590"/>
          </a:xfrm>
        </p:spPr>
        <p:txBody>
          <a:bodyPr>
            <a:noAutofit/>
          </a:bodyPr>
          <a:lstStyle>
            <a:lvl1pPr marL="0" indent="0">
              <a:buNone/>
              <a:defRPr sz="2000" cap="none" baseline="0">
                <a:solidFill>
                  <a:schemeClr val="tx1"/>
                </a:solidFill>
              </a:defRPr>
            </a:lvl1pPr>
          </a:lstStyle>
          <a:p>
            <a:pPr lvl="0"/>
            <a:r>
              <a:rPr lang="en-US"/>
              <a:t>Add text</a:t>
            </a:r>
          </a:p>
        </p:txBody>
      </p:sp>
      <p:sp>
        <p:nvSpPr>
          <p:cNvPr id="38" name="Text Placeholder 4"/>
          <p:cNvSpPr>
            <a:spLocks noGrp="1"/>
          </p:cNvSpPr>
          <p:nvPr>
            <p:ph type="body" sz="quarter" idx="41" hasCustomPrompt="1"/>
          </p:nvPr>
        </p:nvSpPr>
        <p:spPr>
          <a:xfrm>
            <a:off x="9001401" y="1486540"/>
            <a:ext cx="2377263" cy="339146"/>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39" name="Text Placeholder 5"/>
          <p:cNvSpPr>
            <a:spLocks noGrp="1"/>
          </p:cNvSpPr>
          <p:nvPr>
            <p:ph type="body" sz="quarter" idx="42" hasCustomPrompt="1"/>
          </p:nvPr>
        </p:nvSpPr>
        <p:spPr>
          <a:xfrm>
            <a:off x="9001441" y="1896912"/>
            <a:ext cx="2377788" cy="362590"/>
          </a:xfrm>
        </p:spPr>
        <p:txBody>
          <a:bodyPr>
            <a:noAutofit/>
          </a:bodyPr>
          <a:lstStyle>
            <a:lvl1pPr marL="0" indent="0">
              <a:buNone/>
              <a:defRPr sz="2000" cap="none" baseline="0">
                <a:solidFill>
                  <a:schemeClr val="tx1"/>
                </a:solidFill>
              </a:defRPr>
            </a:lvl1pPr>
          </a:lstStyle>
          <a:p>
            <a:pPr lvl="0"/>
            <a:r>
              <a:rPr lang="en-US"/>
              <a:t>Add text</a:t>
            </a:r>
          </a:p>
        </p:txBody>
      </p:sp>
    </p:spTree>
  </p:cSld>
  <p:clrMapOvr>
    <a:masterClrMapping/>
  </p:clrMapOvr>
  <p:extLst>
    <p:ext uri="{DCECCB84-F9BA-43D5-87BE-67443E8EF086}">
      <p15:sldGuideLst xmlns:p15="http://schemas.microsoft.com/office/powerpoint/2012/main">
        <p15:guide id="1" orient="horz" pos="1139">
          <p15:clr>
            <a:srgbClr val="9FCC3B"/>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14" name="Rectangle 13"/>
          <p:cNvSpPr/>
          <p:nvPr userDrawn="1"/>
        </p:nvSpPr>
        <p:spPr>
          <a:xfrm>
            <a:off x="6096000" y="0"/>
            <a:ext cx="3060699" cy="6858000"/>
          </a:xfrm>
          <a:prstGeom prst="rect">
            <a:avLst/>
          </a:prstGeom>
          <a:gradFill>
            <a:gsLst>
              <a:gs pos="97000">
                <a:schemeClr val="tx2">
                  <a:alpha val="85000"/>
                </a:schemeClr>
              </a:gs>
              <a:gs pos="0">
                <a:schemeClr val="tx2">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userDrawn="1"/>
        </p:nvSpPr>
        <p:spPr>
          <a:xfrm>
            <a:off x="1" y="0"/>
            <a:ext cx="3035300" cy="6858000"/>
          </a:xfrm>
          <a:prstGeom prst="rect">
            <a:avLst/>
          </a:prstGeom>
          <a:gradFill>
            <a:gsLst>
              <a:gs pos="97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3035301" y="-1"/>
            <a:ext cx="3060699" cy="6858001"/>
          </a:xfrm>
          <a:prstGeom prst="rect">
            <a:avLst/>
          </a:prstGeom>
          <a:gradFill>
            <a:gsLst>
              <a:gs pos="97000">
                <a:schemeClr val="accent2">
                  <a:alpha val="85000"/>
                </a:schemeClr>
              </a:gs>
              <a:gs pos="0">
                <a:schemeClr val="accent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userDrawn="1"/>
        </p:nvSpPr>
        <p:spPr>
          <a:xfrm>
            <a:off x="9156700" y="-1"/>
            <a:ext cx="3035300" cy="6858001"/>
          </a:xfrm>
          <a:prstGeom prst="rect">
            <a:avLst/>
          </a:prstGeom>
          <a:gradFill>
            <a:gsLst>
              <a:gs pos="97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 Placeholder 4"/>
          <p:cNvSpPr>
            <a:spLocks noGrp="1"/>
          </p:cNvSpPr>
          <p:nvPr>
            <p:ph type="body" sz="quarter" idx="17" hasCustomPrompt="1"/>
          </p:nvPr>
        </p:nvSpPr>
        <p:spPr>
          <a:xfrm>
            <a:off x="3395663" y="874724"/>
            <a:ext cx="2339628" cy="285964"/>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35" name="Text Placeholder 5"/>
          <p:cNvSpPr>
            <a:spLocks noGrp="1"/>
          </p:cNvSpPr>
          <p:nvPr>
            <p:ph type="body" sz="quarter" idx="21" hasCustomPrompt="1"/>
          </p:nvPr>
        </p:nvSpPr>
        <p:spPr>
          <a:xfrm>
            <a:off x="3395492" y="1233500"/>
            <a:ext cx="2340145" cy="1116000"/>
          </a:xfrm>
        </p:spPr>
        <p:txBody>
          <a:bodyPr/>
          <a:lstStyle>
            <a:lvl1pPr marL="0" indent="0">
              <a:buNone/>
              <a:defRPr sz="2000">
                <a:solidFill>
                  <a:schemeClr val="bg1">
                    <a:alpha val="85000"/>
                  </a:schemeClr>
                </a:solidFill>
              </a:defRPr>
            </a:lvl1pPr>
          </a:lstStyle>
          <a:p>
            <a:pPr lvl="0"/>
            <a:r>
              <a:rPr lang="en-US"/>
              <a:t>Add text</a:t>
            </a:r>
          </a:p>
        </p:txBody>
      </p:sp>
      <p:sp>
        <p:nvSpPr>
          <p:cNvPr id="36" name="Text Placeholder 4"/>
          <p:cNvSpPr>
            <a:spLocks noGrp="1"/>
          </p:cNvSpPr>
          <p:nvPr>
            <p:ph type="body" sz="quarter" idx="22" hasCustomPrompt="1"/>
          </p:nvPr>
        </p:nvSpPr>
        <p:spPr>
          <a:xfrm>
            <a:off x="9517410" y="874724"/>
            <a:ext cx="2339628" cy="285964"/>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37" name="Text Placeholder 5"/>
          <p:cNvSpPr>
            <a:spLocks noGrp="1"/>
          </p:cNvSpPr>
          <p:nvPr>
            <p:ph type="body" sz="quarter" idx="23" hasCustomPrompt="1"/>
          </p:nvPr>
        </p:nvSpPr>
        <p:spPr>
          <a:xfrm>
            <a:off x="9517239" y="1233500"/>
            <a:ext cx="2340145" cy="1116000"/>
          </a:xfrm>
        </p:spPr>
        <p:txBody>
          <a:bodyPr/>
          <a:lstStyle>
            <a:lvl1pPr marL="0" indent="0">
              <a:buNone/>
              <a:defRPr sz="2000">
                <a:solidFill>
                  <a:schemeClr val="bg1">
                    <a:alpha val="85000"/>
                  </a:schemeClr>
                </a:solidFill>
              </a:defRPr>
            </a:lvl1pPr>
          </a:lstStyle>
          <a:p>
            <a:pPr lvl="0"/>
            <a:r>
              <a:rPr lang="en-US"/>
              <a:t>Add text</a:t>
            </a:r>
          </a:p>
        </p:txBody>
      </p:sp>
      <p:sp>
        <p:nvSpPr>
          <p:cNvPr id="38" name="Text Placeholder 4"/>
          <p:cNvSpPr>
            <a:spLocks noGrp="1"/>
          </p:cNvSpPr>
          <p:nvPr>
            <p:ph type="body" sz="quarter" idx="24" hasCustomPrompt="1"/>
          </p:nvPr>
        </p:nvSpPr>
        <p:spPr>
          <a:xfrm>
            <a:off x="335134" y="4654924"/>
            <a:ext cx="2339628" cy="285964"/>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39" name="Text Placeholder 5"/>
          <p:cNvSpPr>
            <a:spLocks noGrp="1"/>
          </p:cNvSpPr>
          <p:nvPr>
            <p:ph type="body" sz="quarter" idx="25" hasCustomPrompt="1"/>
          </p:nvPr>
        </p:nvSpPr>
        <p:spPr>
          <a:xfrm>
            <a:off x="334963" y="5013700"/>
            <a:ext cx="2340145" cy="1116000"/>
          </a:xfrm>
        </p:spPr>
        <p:txBody>
          <a:bodyPr/>
          <a:lstStyle>
            <a:lvl1pPr marL="0" indent="0">
              <a:buNone/>
              <a:defRPr sz="2000">
                <a:solidFill>
                  <a:schemeClr val="bg1">
                    <a:alpha val="85000"/>
                  </a:schemeClr>
                </a:solidFill>
              </a:defRPr>
            </a:lvl1pPr>
          </a:lstStyle>
          <a:p>
            <a:pPr lvl="0"/>
            <a:r>
              <a:rPr lang="en-US"/>
              <a:t>Add text</a:t>
            </a:r>
          </a:p>
        </p:txBody>
      </p:sp>
      <p:sp>
        <p:nvSpPr>
          <p:cNvPr id="40" name="Text Placeholder 4"/>
          <p:cNvSpPr>
            <a:spLocks noGrp="1"/>
          </p:cNvSpPr>
          <p:nvPr>
            <p:ph type="body" sz="quarter" idx="26" hasCustomPrompt="1"/>
          </p:nvPr>
        </p:nvSpPr>
        <p:spPr>
          <a:xfrm>
            <a:off x="6456881" y="4654924"/>
            <a:ext cx="2339628" cy="285964"/>
          </a:xfrm>
        </p:spPr>
        <p:txBody>
          <a:bodyPr anchor="b">
            <a:noAutofit/>
          </a:bodyPr>
          <a:lstStyle>
            <a:lvl1pPr marL="0" indent="0">
              <a:lnSpc>
                <a:spcPct val="90000"/>
              </a:lnSpc>
              <a:buNone/>
              <a:defRPr sz="2000" cap="all" baseline="0">
                <a:solidFill>
                  <a:schemeClr val="bg1"/>
                </a:solidFill>
                <a:latin typeface="+mj-lt"/>
              </a:defRPr>
            </a:lvl1pPr>
          </a:lstStyle>
          <a:p>
            <a:pPr lvl="0"/>
            <a:r>
              <a:rPr lang="en-US"/>
              <a:t>Add Subtitle</a:t>
            </a:r>
          </a:p>
        </p:txBody>
      </p:sp>
      <p:sp>
        <p:nvSpPr>
          <p:cNvPr id="41" name="Text Placeholder 5"/>
          <p:cNvSpPr>
            <a:spLocks noGrp="1"/>
          </p:cNvSpPr>
          <p:nvPr>
            <p:ph type="body" sz="quarter" idx="27" hasCustomPrompt="1"/>
          </p:nvPr>
        </p:nvSpPr>
        <p:spPr>
          <a:xfrm>
            <a:off x="6456710" y="5013700"/>
            <a:ext cx="2340145" cy="1116000"/>
          </a:xfrm>
        </p:spPr>
        <p:txBody>
          <a:bodyPr/>
          <a:lstStyle>
            <a:lvl1pPr marL="0" indent="0">
              <a:buNone/>
              <a:defRPr sz="2000">
                <a:solidFill>
                  <a:schemeClr val="bg1">
                    <a:alpha val="85000"/>
                  </a:schemeClr>
                </a:solidFill>
              </a:defRPr>
            </a:lvl1pPr>
          </a:lstStyle>
          <a:p>
            <a:pPr lvl="0"/>
            <a:r>
              <a:rPr lang="en-US"/>
              <a:t>Add text</a:t>
            </a:r>
          </a:p>
        </p:txBody>
      </p:sp>
      <p:sp>
        <p:nvSpPr>
          <p:cNvPr id="42" name="Picture Placeholder 5"/>
          <p:cNvSpPr>
            <a:spLocks noGrp="1"/>
          </p:cNvSpPr>
          <p:nvPr>
            <p:ph type="pic" sz="quarter" idx="28" hasCustomPrompt="1"/>
          </p:nvPr>
        </p:nvSpPr>
        <p:spPr>
          <a:xfrm>
            <a:off x="0" y="0"/>
            <a:ext cx="3034783" cy="3789363"/>
          </a:xfrm>
          <a:solidFill>
            <a:schemeClr val="tx1">
              <a:alpha val="3000"/>
            </a:schemeClr>
          </a:solidFill>
        </p:spPr>
        <p:txBody>
          <a:bodyPr anchor="ctr">
            <a:normAutofit/>
          </a:bodyPr>
          <a:lstStyle>
            <a:lvl1pPr marL="0" indent="0" algn="ctr">
              <a:buNone/>
              <a:defRPr sz="2000">
                <a:solidFill>
                  <a:schemeClr val="bg1"/>
                </a:solidFill>
              </a:defRPr>
            </a:lvl1pPr>
          </a:lstStyle>
          <a:p>
            <a:r>
              <a:rPr lang="en-US"/>
              <a:t>Add Picture</a:t>
            </a:r>
          </a:p>
        </p:txBody>
      </p:sp>
      <p:sp>
        <p:nvSpPr>
          <p:cNvPr id="43" name="Picture Placeholder 5"/>
          <p:cNvSpPr>
            <a:spLocks noGrp="1"/>
          </p:cNvSpPr>
          <p:nvPr>
            <p:ph type="pic" sz="quarter" idx="29" hasCustomPrompt="1"/>
          </p:nvPr>
        </p:nvSpPr>
        <p:spPr>
          <a:xfrm>
            <a:off x="3034783" y="2708274"/>
            <a:ext cx="3060699" cy="4149726"/>
          </a:xfrm>
          <a:solidFill>
            <a:schemeClr val="tx1">
              <a:alpha val="3000"/>
            </a:schemeClr>
          </a:solidFill>
        </p:spPr>
        <p:txBody>
          <a:bodyPr anchor="ctr"/>
          <a:lstStyle>
            <a:lvl1pPr marL="0" indent="0" algn="ctr">
              <a:buNone/>
              <a:defRPr>
                <a:solidFill>
                  <a:schemeClr val="bg1"/>
                </a:solidFill>
              </a:defRPr>
            </a:lvl1pPr>
          </a:lstStyle>
          <a:p>
            <a:r>
              <a:rPr lang="en-US"/>
              <a:t>Add Picture</a:t>
            </a:r>
          </a:p>
        </p:txBody>
      </p:sp>
      <p:sp>
        <p:nvSpPr>
          <p:cNvPr id="44" name="Picture Placeholder 5"/>
          <p:cNvSpPr>
            <a:spLocks noGrp="1"/>
          </p:cNvSpPr>
          <p:nvPr>
            <p:ph type="pic" sz="quarter" idx="30" hasCustomPrompt="1"/>
          </p:nvPr>
        </p:nvSpPr>
        <p:spPr>
          <a:xfrm>
            <a:off x="6096001" y="0"/>
            <a:ext cx="3060699" cy="3789361"/>
          </a:xfrm>
          <a:solidFill>
            <a:schemeClr val="tx1">
              <a:alpha val="3000"/>
            </a:schemeClr>
          </a:solidFill>
        </p:spPr>
        <p:txBody>
          <a:bodyPr anchor="ctr">
            <a:normAutofit/>
          </a:bodyPr>
          <a:lstStyle>
            <a:lvl1pPr marL="0" indent="0" algn="ctr">
              <a:buNone/>
              <a:defRPr sz="2000">
                <a:solidFill>
                  <a:schemeClr val="bg1"/>
                </a:solidFill>
              </a:defRPr>
            </a:lvl1pPr>
          </a:lstStyle>
          <a:p>
            <a:r>
              <a:rPr lang="en-US"/>
              <a:t>Add Picture</a:t>
            </a:r>
          </a:p>
        </p:txBody>
      </p:sp>
      <p:sp>
        <p:nvSpPr>
          <p:cNvPr id="45" name="Picture Placeholder 5"/>
          <p:cNvSpPr>
            <a:spLocks noGrp="1"/>
          </p:cNvSpPr>
          <p:nvPr>
            <p:ph type="pic" sz="quarter" idx="31" hasCustomPrompt="1"/>
          </p:nvPr>
        </p:nvSpPr>
        <p:spPr>
          <a:xfrm>
            <a:off x="9156700" y="2708276"/>
            <a:ext cx="3035300" cy="4149724"/>
          </a:xfrm>
          <a:solidFill>
            <a:schemeClr val="tx1">
              <a:alpha val="3000"/>
            </a:schemeClr>
          </a:solidFill>
        </p:spPr>
        <p:txBody>
          <a:bodyPr anchor="ctr"/>
          <a:lstStyle>
            <a:lvl1pPr marL="0" indent="0" algn="ctr">
              <a:buNone/>
              <a:defRPr>
                <a:solidFill>
                  <a:schemeClr val="bg1"/>
                </a:solidFill>
              </a:defRPr>
            </a:lvl1pPr>
          </a:lstStyle>
          <a:p>
            <a:r>
              <a:rPr lang="en-US"/>
              <a:t>Add Picture</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1706" userDrawn="1">
          <p15:clr>
            <a:srgbClr val="9FCC3B"/>
          </p15:clr>
        </p15:guide>
        <p15:guide id="2" orient="horz" pos="2387" userDrawn="1">
          <p15:clr>
            <a:srgbClr val="9FCC3B"/>
          </p15:clr>
        </p15:guide>
        <p15:guide id="3" pos="3840" userDrawn="1">
          <p15:clr>
            <a:srgbClr val="9FCC3B"/>
          </p15:clr>
        </p15:guide>
        <p15:guide id="4" pos="1912" userDrawn="1">
          <p15:clr>
            <a:srgbClr val="9FCC3B"/>
          </p15:clr>
        </p15:guide>
        <p15:guide id="5" pos="5768" userDrawn="1">
          <p15:clr>
            <a:srgbClr val="9FCC3B"/>
          </p15:clr>
        </p15:guide>
        <p15:guide id="6" pos="2139" userDrawn="1">
          <p15:clr>
            <a:srgbClr val="9FCC3B"/>
          </p15:clr>
        </p15:guide>
        <p15:guide id="7" pos="4067" userDrawn="1">
          <p15:clr>
            <a:srgbClr val="9FCC3B"/>
          </p15:clr>
        </p15:guide>
        <p15:guide id="8" pos="3613" userDrawn="1">
          <p15:clr>
            <a:srgbClr val="9FCC3B"/>
          </p15:clr>
        </p15:guide>
        <p15:guide id="9" pos="5995" userDrawn="1">
          <p15:clr>
            <a:srgbClr val="9FCC3B"/>
          </p15:clr>
        </p15:guide>
        <p15:guide id="10" pos="5541" userDrawn="1">
          <p15:clr>
            <a:srgbClr val="9FCC3B"/>
          </p15:clr>
        </p15:guide>
        <p15:guide id="11" pos="7469" userDrawn="1">
          <p15:clr>
            <a:srgbClr val="9FCC3B"/>
          </p15:clr>
        </p15:guide>
        <p15:guide id="12" pos="211" userDrawn="1">
          <p15:clr>
            <a:srgbClr val="9FCC3B"/>
          </p15:clr>
        </p15:guide>
        <p15:guide id="13" orient="horz" pos="4088" userDrawn="1">
          <p15:clr>
            <a:srgbClr val="9FCC3B"/>
          </p15:clr>
        </p15:guide>
        <p15:guide id="14" orient="horz" pos="3861" userDrawn="1">
          <p15:clr>
            <a:srgbClr val="9FCC3B"/>
          </p15:clr>
        </p15:guide>
        <p15:guide id="15" orient="horz" pos="1480" userDrawn="1">
          <p15:clr>
            <a:srgbClr val="9FCC3B"/>
          </p15:clr>
        </p15:guide>
        <p15:guide id="16" pos="1685" userDrawn="1">
          <p15:clr>
            <a:srgbClr val="9FCC3B"/>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Orange">
    <p:bg>
      <p:bgPr>
        <a:gradFill>
          <a:gsLst>
            <a:gs pos="98000">
              <a:schemeClr val="accent1"/>
            </a:gs>
            <a:gs pos="0">
              <a:schemeClr val="accent3"/>
            </a:gs>
          </a:gsLst>
          <a:lin ang="2700000" scaled="1"/>
        </a:gra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Date Placeholder 9"/>
          <p:cNvSpPr>
            <a:spLocks noGrp="1"/>
          </p:cNvSpPr>
          <p:nvPr>
            <p:ph type="dt" sz="half" idx="10"/>
          </p:nvPr>
        </p:nvSpPr>
        <p:spPr/>
        <p:txBody>
          <a:bodyPr/>
          <a:lstStyle>
            <a:lvl1pPr>
              <a:defRPr>
                <a:solidFill>
                  <a:schemeClr val="bg1">
                    <a:alpha val="75000"/>
                  </a:schemeClr>
                </a:solidFill>
              </a:defRPr>
            </a:lvl1pPr>
          </a:lstStyle>
          <a:p>
            <a:endParaRPr lang="en-US"/>
          </a:p>
        </p:txBody>
      </p:sp>
      <p:sp>
        <p:nvSpPr>
          <p:cNvPr id="11" name="Footer Placeholder 10"/>
          <p:cNvSpPr>
            <a:spLocks noGrp="1"/>
          </p:cNvSpPr>
          <p:nvPr>
            <p:ph type="ftr" sz="quarter" idx="11"/>
          </p:nvPr>
        </p:nvSpPr>
        <p:spPr/>
        <p:txBody>
          <a:bodyPr/>
          <a:lstStyle>
            <a:lvl1pPr>
              <a:defRPr>
                <a:solidFill>
                  <a:schemeClr val="bg1">
                    <a:alpha val="75000"/>
                  </a:schemeClr>
                </a:solidFill>
              </a:defRPr>
            </a:lvl1pPr>
          </a:lstStyle>
          <a:p>
            <a:r>
              <a:rPr lang="en-US"/>
              <a:t>© 2019 PTP. All rights reserved.</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
        <p:nvSpPr>
          <p:cNvPr id="3" name="Title 2"/>
          <p:cNvSpPr>
            <a:spLocks noGrp="1"/>
          </p:cNvSpPr>
          <p:nvPr>
            <p:ph type="title" hasCustomPrompt="1"/>
          </p:nvPr>
        </p:nvSpPr>
        <p:spPr/>
        <p:txBody>
          <a:bodyPr/>
          <a:lstStyle>
            <a:lvl1pPr>
              <a:defRPr>
                <a:solidFill>
                  <a:schemeClr val="bg1"/>
                </a:solidFill>
              </a:defRPr>
            </a:lvl1pPr>
          </a:lstStyle>
          <a:p>
            <a:r>
              <a:rPr lang="en-US"/>
              <a:t>Add Title</a:t>
            </a: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76675" y="303848"/>
            <a:ext cx="799451" cy="442332"/>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ue">
    <p:bg>
      <p:bgPr>
        <a:gradFill>
          <a:gsLst>
            <a:gs pos="98000">
              <a:schemeClr val="accent2"/>
            </a:gs>
            <a:gs pos="0">
              <a:schemeClr val="accent4"/>
            </a:gs>
          </a:gsLst>
          <a:lin ang="2700000" scaled="1"/>
        </a:gradFill>
        <a:effectLst/>
      </p:bgPr>
    </p:bg>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0" name="Date Placeholder 9"/>
          <p:cNvSpPr>
            <a:spLocks noGrp="1"/>
          </p:cNvSpPr>
          <p:nvPr>
            <p:ph type="dt" sz="half" idx="10"/>
          </p:nvPr>
        </p:nvSpPr>
        <p:spPr/>
        <p:txBody>
          <a:bodyPr/>
          <a:lstStyle>
            <a:lvl1pPr>
              <a:defRPr>
                <a:solidFill>
                  <a:schemeClr val="bg1">
                    <a:alpha val="75000"/>
                  </a:schemeClr>
                </a:solidFill>
              </a:defRPr>
            </a:lvl1pPr>
          </a:lstStyle>
          <a:p>
            <a:endParaRPr lang="en-US"/>
          </a:p>
        </p:txBody>
      </p:sp>
      <p:sp>
        <p:nvSpPr>
          <p:cNvPr id="11" name="Footer Placeholder 10"/>
          <p:cNvSpPr>
            <a:spLocks noGrp="1"/>
          </p:cNvSpPr>
          <p:nvPr>
            <p:ph type="ftr" sz="quarter" idx="11"/>
          </p:nvPr>
        </p:nvSpPr>
        <p:spPr/>
        <p:txBody>
          <a:bodyPr/>
          <a:lstStyle>
            <a:lvl1pPr>
              <a:defRPr>
                <a:solidFill>
                  <a:schemeClr val="bg1">
                    <a:alpha val="75000"/>
                  </a:schemeClr>
                </a:solidFill>
              </a:defRPr>
            </a:lvl1pPr>
          </a:lstStyle>
          <a:p>
            <a:r>
              <a:rPr lang="en-US"/>
              <a:t>© 2019 PTP. All rights reserved.</a:t>
            </a:r>
          </a:p>
        </p:txBody>
      </p:sp>
      <p:sp>
        <p:nvSpPr>
          <p:cNvPr id="12" name="Slide Number Placeholder 11"/>
          <p:cNvSpPr>
            <a:spLocks noGrp="1"/>
          </p:cNvSpPr>
          <p:nvPr>
            <p:ph type="sldNum" sz="quarter" idx="12"/>
          </p:nvPr>
        </p:nvSpPr>
        <p:spPr/>
        <p:txBody>
          <a:bodyPr/>
          <a:lstStyle>
            <a:lvl1pPr>
              <a:defRPr>
                <a:solidFill>
                  <a:schemeClr val="bg1">
                    <a:alpha val="75000"/>
                  </a:schemeClr>
                </a:solidFill>
              </a:defRPr>
            </a:lvl1pPr>
          </a:lstStyle>
          <a:p>
            <a:fld id="{EAFE7DC3-8061-DA4A-AC8E-F40965DD04F4}" type="slidenum">
              <a:rPr lang="en-US" smtClean="0"/>
              <a:pPr/>
              <a:t>‹#›</a:t>
            </a:fld>
            <a:endParaRPr lang="en-US"/>
          </a:p>
        </p:txBody>
      </p:sp>
      <p:sp>
        <p:nvSpPr>
          <p:cNvPr id="3" name="Title 2"/>
          <p:cNvSpPr>
            <a:spLocks noGrp="1"/>
          </p:cNvSpPr>
          <p:nvPr>
            <p:ph type="title" hasCustomPrompt="1"/>
          </p:nvPr>
        </p:nvSpPr>
        <p:spPr/>
        <p:txBody>
          <a:bodyPr/>
          <a:lstStyle>
            <a:lvl1pPr>
              <a:defRPr>
                <a:solidFill>
                  <a:schemeClr val="bg1"/>
                </a:solidFill>
              </a:defRPr>
            </a:lvl1pPr>
          </a:lstStyle>
          <a:p>
            <a:r>
              <a:rPr lang="en-US"/>
              <a:t>Add Title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76675" y="303848"/>
            <a:ext cx="799451" cy="442332"/>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28" name="Text Placeholder 4"/>
          <p:cNvSpPr>
            <a:spLocks noGrp="1"/>
          </p:cNvSpPr>
          <p:nvPr>
            <p:ph type="body" sz="quarter" idx="24" hasCustomPrompt="1"/>
          </p:nvPr>
        </p:nvSpPr>
        <p:spPr>
          <a:xfrm>
            <a:off x="1055839" y="3667706"/>
            <a:ext cx="1962000" cy="378196"/>
          </a:xfrm>
        </p:spPr>
        <p:txBody>
          <a:bodyPr anchor="b">
            <a:noAutofit/>
          </a:bodyPr>
          <a:lstStyle>
            <a:lvl1pPr marL="0" indent="0" algn="l">
              <a:lnSpc>
                <a:spcPct val="90000"/>
              </a:lnSpc>
              <a:buNone/>
              <a:defRPr sz="2000" b="1" cap="none" baseline="0">
                <a:solidFill>
                  <a:schemeClr val="accent1"/>
                </a:solidFill>
                <a:latin typeface="+mj-lt"/>
              </a:defRPr>
            </a:lvl1pPr>
          </a:lstStyle>
          <a:p>
            <a:pPr lvl="0"/>
            <a:r>
              <a:rPr lang="en-US"/>
              <a:t>Add Subtitle</a:t>
            </a:r>
          </a:p>
        </p:txBody>
      </p:sp>
      <p:sp>
        <p:nvSpPr>
          <p:cNvPr id="29" name="Text Placeholder 4"/>
          <p:cNvSpPr>
            <a:spLocks noGrp="1"/>
          </p:cNvSpPr>
          <p:nvPr>
            <p:ph type="body" sz="quarter" idx="25" hasCustomPrompt="1"/>
          </p:nvPr>
        </p:nvSpPr>
        <p:spPr>
          <a:xfrm>
            <a:off x="3882118" y="3667706"/>
            <a:ext cx="1962000" cy="378196"/>
          </a:xfrm>
        </p:spPr>
        <p:txBody>
          <a:bodyPr anchor="b">
            <a:noAutofit/>
          </a:bodyPr>
          <a:lstStyle>
            <a:lvl1pPr marL="0" indent="0" algn="l">
              <a:lnSpc>
                <a:spcPct val="90000"/>
              </a:lnSpc>
              <a:buNone/>
              <a:defRPr sz="2000" b="1" cap="none" baseline="0">
                <a:solidFill>
                  <a:schemeClr val="accent2"/>
                </a:solidFill>
                <a:latin typeface="+mj-lt"/>
              </a:defRPr>
            </a:lvl1pPr>
          </a:lstStyle>
          <a:p>
            <a:pPr lvl="0"/>
            <a:r>
              <a:rPr lang="en-US"/>
              <a:t>Add Subtitle</a:t>
            </a:r>
          </a:p>
        </p:txBody>
      </p:sp>
      <p:sp>
        <p:nvSpPr>
          <p:cNvPr id="30" name="Text Placeholder 4"/>
          <p:cNvSpPr>
            <a:spLocks noGrp="1"/>
          </p:cNvSpPr>
          <p:nvPr>
            <p:ph type="body" sz="quarter" idx="26" hasCustomPrompt="1"/>
          </p:nvPr>
        </p:nvSpPr>
        <p:spPr>
          <a:xfrm>
            <a:off x="6708397" y="3667706"/>
            <a:ext cx="1962000" cy="378196"/>
          </a:xfrm>
        </p:spPr>
        <p:txBody>
          <a:bodyPr anchor="b">
            <a:noAutofit/>
          </a:bodyPr>
          <a:lstStyle>
            <a:lvl1pPr marL="0" indent="0" algn="l">
              <a:lnSpc>
                <a:spcPct val="90000"/>
              </a:lnSpc>
              <a:buNone/>
              <a:defRPr sz="2000" b="1" cap="none" baseline="0">
                <a:solidFill>
                  <a:schemeClr val="tx2"/>
                </a:solidFill>
                <a:latin typeface="+mj-lt"/>
              </a:defRPr>
            </a:lvl1pPr>
          </a:lstStyle>
          <a:p>
            <a:pPr lvl="0"/>
            <a:r>
              <a:rPr lang="en-US"/>
              <a:t>Add Subtitle</a:t>
            </a:r>
          </a:p>
        </p:txBody>
      </p:sp>
      <p:sp>
        <p:nvSpPr>
          <p:cNvPr id="31" name="Text Placeholder 4"/>
          <p:cNvSpPr>
            <a:spLocks noGrp="1"/>
          </p:cNvSpPr>
          <p:nvPr>
            <p:ph type="body" sz="quarter" idx="27" hasCustomPrompt="1"/>
          </p:nvPr>
        </p:nvSpPr>
        <p:spPr>
          <a:xfrm>
            <a:off x="9534675" y="3667706"/>
            <a:ext cx="1962000" cy="378196"/>
          </a:xfrm>
        </p:spPr>
        <p:txBody>
          <a:bodyPr anchor="b">
            <a:noAutofit/>
          </a:bodyPr>
          <a:lstStyle>
            <a:lvl1pPr marL="0" indent="0" algn="l">
              <a:lnSpc>
                <a:spcPct val="90000"/>
              </a:lnSpc>
              <a:buNone/>
              <a:defRPr sz="2000" b="1" cap="none" baseline="0">
                <a:solidFill>
                  <a:schemeClr val="accent1"/>
                </a:solidFill>
                <a:latin typeface="+mj-lt"/>
              </a:defRPr>
            </a:lvl1pPr>
          </a:lstStyle>
          <a:p>
            <a:pPr lvl="0"/>
            <a:r>
              <a:rPr lang="en-US"/>
              <a:t>Add Subtitle</a:t>
            </a:r>
          </a:p>
        </p:txBody>
      </p:sp>
      <p:sp>
        <p:nvSpPr>
          <p:cNvPr id="36" name="Text Placeholder 5"/>
          <p:cNvSpPr>
            <a:spLocks noGrp="1"/>
          </p:cNvSpPr>
          <p:nvPr>
            <p:ph type="body" sz="quarter" idx="28" hasCustomPrompt="1"/>
          </p:nvPr>
        </p:nvSpPr>
        <p:spPr>
          <a:xfrm>
            <a:off x="1055839" y="4117126"/>
            <a:ext cx="1962000" cy="1438781"/>
          </a:xfrm>
        </p:spPr>
        <p:txBody>
          <a:bodyPr>
            <a:normAutofit/>
          </a:bodyPr>
          <a:lstStyle>
            <a:lvl1pPr marL="0" indent="0" algn="l">
              <a:buNone/>
              <a:defRPr sz="1600"/>
            </a:lvl1pPr>
          </a:lstStyle>
          <a:p>
            <a:pPr lvl="0"/>
            <a:r>
              <a:rPr lang="en-US"/>
              <a:t>Add text</a:t>
            </a:r>
          </a:p>
        </p:txBody>
      </p:sp>
      <p:sp>
        <p:nvSpPr>
          <p:cNvPr id="37" name="Text Placeholder 5"/>
          <p:cNvSpPr>
            <a:spLocks noGrp="1"/>
          </p:cNvSpPr>
          <p:nvPr>
            <p:ph type="body" sz="quarter" idx="29" hasCustomPrompt="1"/>
          </p:nvPr>
        </p:nvSpPr>
        <p:spPr>
          <a:xfrm>
            <a:off x="3882118" y="4117126"/>
            <a:ext cx="1962000" cy="1438781"/>
          </a:xfrm>
        </p:spPr>
        <p:txBody>
          <a:bodyPr>
            <a:normAutofit/>
          </a:bodyPr>
          <a:lstStyle>
            <a:lvl1pPr marL="0" indent="0" algn="l">
              <a:buNone/>
              <a:defRPr sz="1600"/>
            </a:lvl1pPr>
          </a:lstStyle>
          <a:p>
            <a:pPr lvl="0"/>
            <a:r>
              <a:rPr lang="en-US"/>
              <a:t>Add text</a:t>
            </a:r>
          </a:p>
        </p:txBody>
      </p:sp>
      <p:sp>
        <p:nvSpPr>
          <p:cNvPr id="38" name="Text Placeholder 5"/>
          <p:cNvSpPr>
            <a:spLocks noGrp="1"/>
          </p:cNvSpPr>
          <p:nvPr>
            <p:ph type="body" sz="quarter" idx="30" hasCustomPrompt="1"/>
          </p:nvPr>
        </p:nvSpPr>
        <p:spPr>
          <a:xfrm>
            <a:off x="6708397" y="4117126"/>
            <a:ext cx="1962000" cy="1438781"/>
          </a:xfrm>
        </p:spPr>
        <p:txBody>
          <a:bodyPr>
            <a:normAutofit/>
          </a:bodyPr>
          <a:lstStyle>
            <a:lvl1pPr marL="0" indent="0" algn="l">
              <a:buNone/>
              <a:defRPr sz="1600"/>
            </a:lvl1pPr>
          </a:lstStyle>
          <a:p>
            <a:pPr lvl="0"/>
            <a:r>
              <a:rPr lang="en-US"/>
              <a:t>Add text</a:t>
            </a:r>
          </a:p>
        </p:txBody>
      </p:sp>
      <p:sp>
        <p:nvSpPr>
          <p:cNvPr id="39" name="Text Placeholder 5"/>
          <p:cNvSpPr>
            <a:spLocks noGrp="1"/>
          </p:cNvSpPr>
          <p:nvPr>
            <p:ph type="body" sz="quarter" idx="31" hasCustomPrompt="1"/>
          </p:nvPr>
        </p:nvSpPr>
        <p:spPr>
          <a:xfrm>
            <a:off x="9534675" y="4117126"/>
            <a:ext cx="1962000" cy="1438781"/>
          </a:xfrm>
        </p:spPr>
        <p:txBody>
          <a:bodyPr>
            <a:normAutofit/>
          </a:bodyPr>
          <a:lstStyle>
            <a:lvl1pPr marL="0" indent="0" algn="l">
              <a:buNone/>
              <a:defRPr sz="1600"/>
            </a:lvl1pPr>
          </a:lstStyle>
          <a:p>
            <a:pPr lvl="0"/>
            <a:r>
              <a:rPr lang="en-US"/>
              <a:t>Add text</a:t>
            </a:r>
          </a:p>
        </p:txBody>
      </p:sp>
      <p:sp>
        <p:nvSpPr>
          <p:cNvPr id="24" name="TextBox 23"/>
          <p:cNvSpPr txBox="1"/>
          <p:nvPr userDrawn="1"/>
        </p:nvSpPr>
        <p:spPr>
          <a:xfrm>
            <a:off x="669678" y="3785170"/>
            <a:ext cx="314189" cy="609398"/>
          </a:xfrm>
          <a:prstGeom prst="rect">
            <a:avLst/>
          </a:prstGeom>
          <a:noFill/>
        </p:spPr>
        <p:txBody>
          <a:bodyPr wrap="none" lIns="0" tIns="0" rIns="0" bIns="0" rtlCol="0" anchor="t">
            <a:spAutoFit/>
          </a:bodyPr>
          <a:lstStyle/>
          <a:p>
            <a:pPr marL="0" indent="0" algn="r" fontAlgn="base">
              <a:lnSpc>
                <a:spcPct val="90000"/>
              </a:lnSpc>
              <a:buFont typeface="Arial" charset="0"/>
              <a:buNone/>
            </a:pPr>
            <a:r>
              <a:rPr lang="en-US" sz="4400" cap="none" baseline="0">
                <a:solidFill>
                  <a:schemeClr val="accent1"/>
                </a:solidFill>
                <a:latin typeface="+mj-lt"/>
                <a:ea typeface="Franklin Gothic Medium Cond" charset="0"/>
                <a:cs typeface="Franklin Gothic Medium Cond" charset="0"/>
              </a:rPr>
              <a:t>1</a:t>
            </a:r>
          </a:p>
        </p:txBody>
      </p:sp>
      <p:sp>
        <p:nvSpPr>
          <p:cNvPr id="25" name="TextBox 24"/>
          <p:cNvSpPr txBox="1"/>
          <p:nvPr userDrawn="1"/>
        </p:nvSpPr>
        <p:spPr>
          <a:xfrm>
            <a:off x="3495957" y="3785170"/>
            <a:ext cx="314189" cy="609398"/>
          </a:xfrm>
          <a:prstGeom prst="rect">
            <a:avLst/>
          </a:prstGeom>
          <a:noFill/>
        </p:spPr>
        <p:txBody>
          <a:bodyPr wrap="none" lIns="0" tIns="0" rIns="0" bIns="0" rtlCol="0" anchor="t">
            <a:spAutoFit/>
          </a:bodyPr>
          <a:lstStyle/>
          <a:p>
            <a:pPr marL="0" indent="0" algn="r" fontAlgn="base">
              <a:lnSpc>
                <a:spcPct val="90000"/>
              </a:lnSpc>
              <a:buFont typeface="Arial" charset="0"/>
              <a:buNone/>
            </a:pPr>
            <a:r>
              <a:rPr lang="en-US" sz="4400" cap="none" baseline="0">
                <a:solidFill>
                  <a:schemeClr val="accent2"/>
                </a:solidFill>
                <a:latin typeface="+mj-lt"/>
                <a:ea typeface="Franklin Gothic Medium Cond" charset="0"/>
                <a:cs typeface="Franklin Gothic Medium Cond" charset="0"/>
              </a:rPr>
              <a:t>2</a:t>
            </a:r>
          </a:p>
        </p:txBody>
      </p:sp>
      <p:sp>
        <p:nvSpPr>
          <p:cNvPr id="26" name="TextBox 25"/>
          <p:cNvSpPr txBox="1"/>
          <p:nvPr userDrawn="1"/>
        </p:nvSpPr>
        <p:spPr>
          <a:xfrm>
            <a:off x="6322236" y="3785170"/>
            <a:ext cx="314189" cy="609398"/>
          </a:xfrm>
          <a:prstGeom prst="rect">
            <a:avLst/>
          </a:prstGeom>
          <a:noFill/>
        </p:spPr>
        <p:txBody>
          <a:bodyPr wrap="none" lIns="0" tIns="0" rIns="0" bIns="0" rtlCol="0" anchor="t">
            <a:spAutoFit/>
          </a:bodyPr>
          <a:lstStyle/>
          <a:p>
            <a:pPr marL="0" indent="0" algn="r" fontAlgn="base">
              <a:lnSpc>
                <a:spcPct val="90000"/>
              </a:lnSpc>
              <a:buFont typeface="Arial" charset="0"/>
              <a:buNone/>
            </a:pPr>
            <a:r>
              <a:rPr lang="en-US" sz="4400" cap="none" baseline="0">
                <a:solidFill>
                  <a:schemeClr val="tx2"/>
                </a:solidFill>
                <a:latin typeface="+mj-lt"/>
                <a:ea typeface="Franklin Gothic Medium Cond" charset="0"/>
                <a:cs typeface="Franklin Gothic Medium Cond" charset="0"/>
              </a:rPr>
              <a:t>3</a:t>
            </a:r>
          </a:p>
        </p:txBody>
      </p:sp>
      <p:sp>
        <p:nvSpPr>
          <p:cNvPr id="27" name="TextBox 26"/>
          <p:cNvSpPr txBox="1"/>
          <p:nvPr userDrawn="1"/>
        </p:nvSpPr>
        <p:spPr>
          <a:xfrm>
            <a:off x="9148514" y="3785170"/>
            <a:ext cx="314189" cy="609398"/>
          </a:xfrm>
          <a:prstGeom prst="rect">
            <a:avLst/>
          </a:prstGeom>
          <a:noFill/>
        </p:spPr>
        <p:txBody>
          <a:bodyPr wrap="none" lIns="0" tIns="0" rIns="0" bIns="0" rtlCol="0" anchor="t">
            <a:spAutoFit/>
          </a:bodyPr>
          <a:lstStyle/>
          <a:p>
            <a:pPr marL="0" indent="0" algn="r" fontAlgn="base">
              <a:lnSpc>
                <a:spcPct val="90000"/>
              </a:lnSpc>
              <a:buFont typeface="Arial" charset="0"/>
              <a:buNone/>
            </a:pPr>
            <a:r>
              <a:rPr lang="en-US" sz="4400" cap="none" baseline="0">
                <a:solidFill>
                  <a:schemeClr val="accent1"/>
                </a:solidFill>
                <a:latin typeface="+mj-lt"/>
                <a:ea typeface="Franklin Gothic Medium Cond" charset="0"/>
                <a:cs typeface="Franklin Gothic Medium Cond" charset="0"/>
              </a:rPr>
              <a:t>4</a:t>
            </a:r>
          </a:p>
        </p:txBody>
      </p:sp>
      <p:sp>
        <p:nvSpPr>
          <p:cNvPr id="6" name="Freeform 5"/>
          <p:cNvSpPr/>
          <p:nvPr userDrawn="1"/>
        </p:nvSpPr>
        <p:spPr>
          <a:xfrm>
            <a:off x="698488" y="1854120"/>
            <a:ext cx="3174609" cy="1226482"/>
          </a:xfrm>
          <a:custGeom>
            <a:avLst/>
            <a:gdLst>
              <a:gd name="connsiteX0" fmla="*/ 0 w 3174609"/>
              <a:gd name="connsiteY0" fmla="*/ 0 h 1269843"/>
              <a:gd name="connsiteX1" fmla="*/ 2539688 w 3174609"/>
              <a:gd name="connsiteY1" fmla="*/ 0 h 1269843"/>
              <a:gd name="connsiteX2" fmla="*/ 3174609 w 3174609"/>
              <a:gd name="connsiteY2" fmla="*/ 634922 h 1269843"/>
              <a:gd name="connsiteX3" fmla="*/ 2539688 w 3174609"/>
              <a:gd name="connsiteY3" fmla="*/ 1269843 h 1269843"/>
              <a:gd name="connsiteX4" fmla="*/ 0 w 3174609"/>
              <a:gd name="connsiteY4" fmla="*/ 1269843 h 1269843"/>
              <a:gd name="connsiteX5" fmla="*/ 0 w 3174609"/>
              <a:gd name="connsiteY5" fmla="*/ 0 h 126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4609" h="1269843">
                <a:moveTo>
                  <a:pt x="0" y="0"/>
                </a:moveTo>
                <a:lnTo>
                  <a:pt x="2539688" y="0"/>
                </a:lnTo>
                <a:lnTo>
                  <a:pt x="3174609" y="634922"/>
                </a:lnTo>
                <a:lnTo>
                  <a:pt x="2539688" y="1269843"/>
                </a:lnTo>
                <a:lnTo>
                  <a:pt x="0" y="1269843"/>
                </a:lnTo>
                <a:lnTo>
                  <a:pt x="0" y="0"/>
                </a:lnTo>
                <a:close/>
              </a:path>
            </a:pathLst>
          </a:custGeom>
          <a:gradFill>
            <a:gsLst>
              <a:gs pos="98000">
                <a:schemeClr val="accent1"/>
              </a:gs>
              <a:gs pos="0">
                <a:schemeClr val="accent3"/>
              </a:gs>
            </a:gsLst>
            <a:lin ang="2700000" scaled="1"/>
          </a:gradFill>
          <a:ln w="25400">
            <a:solidFill>
              <a:schemeClr val="bg1"/>
            </a:solid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6710" tIns="173355" rIns="404139" bIns="173355" numCol="1" spcCol="1270" anchor="ctr" anchorCtr="0">
            <a:noAutofit/>
          </a:bodyPr>
          <a:lstStyle/>
          <a:p>
            <a:pPr lvl="0" algn="ctr" defTabSz="2889250">
              <a:lnSpc>
                <a:spcPct val="90000"/>
              </a:lnSpc>
              <a:spcBef>
                <a:spcPct val="0"/>
              </a:spcBef>
              <a:spcAft>
                <a:spcPct val="35000"/>
              </a:spcAft>
            </a:pPr>
            <a:r>
              <a:rPr lang="en-US" sz="6500" kern="1200"/>
              <a:t> </a:t>
            </a:r>
          </a:p>
        </p:txBody>
      </p:sp>
      <p:sp>
        <p:nvSpPr>
          <p:cNvPr id="7" name="Freeform 6"/>
          <p:cNvSpPr/>
          <p:nvPr userDrawn="1"/>
        </p:nvSpPr>
        <p:spPr>
          <a:xfrm>
            <a:off x="3238175" y="1854120"/>
            <a:ext cx="3174609" cy="1226482"/>
          </a:xfrm>
          <a:custGeom>
            <a:avLst/>
            <a:gdLst>
              <a:gd name="connsiteX0" fmla="*/ 0 w 3174609"/>
              <a:gd name="connsiteY0" fmla="*/ 0 h 1269843"/>
              <a:gd name="connsiteX1" fmla="*/ 2539688 w 3174609"/>
              <a:gd name="connsiteY1" fmla="*/ 0 h 1269843"/>
              <a:gd name="connsiteX2" fmla="*/ 3174609 w 3174609"/>
              <a:gd name="connsiteY2" fmla="*/ 634922 h 1269843"/>
              <a:gd name="connsiteX3" fmla="*/ 2539688 w 3174609"/>
              <a:gd name="connsiteY3" fmla="*/ 1269843 h 1269843"/>
              <a:gd name="connsiteX4" fmla="*/ 0 w 3174609"/>
              <a:gd name="connsiteY4" fmla="*/ 1269843 h 1269843"/>
              <a:gd name="connsiteX5" fmla="*/ 634922 w 3174609"/>
              <a:gd name="connsiteY5" fmla="*/ 634922 h 1269843"/>
              <a:gd name="connsiteX6" fmla="*/ 0 w 3174609"/>
              <a:gd name="connsiteY6" fmla="*/ 0 h 126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4609" h="1269843">
                <a:moveTo>
                  <a:pt x="0" y="0"/>
                </a:moveTo>
                <a:lnTo>
                  <a:pt x="2539688" y="0"/>
                </a:lnTo>
                <a:lnTo>
                  <a:pt x="3174609" y="634922"/>
                </a:lnTo>
                <a:lnTo>
                  <a:pt x="2539688" y="1269843"/>
                </a:lnTo>
                <a:lnTo>
                  <a:pt x="0" y="1269843"/>
                </a:lnTo>
                <a:lnTo>
                  <a:pt x="634922" y="634922"/>
                </a:lnTo>
                <a:lnTo>
                  <a:pt x="0" y="0"/>
                </a:lnTo>
                <a:close/>
              </a:path>
            </a:pathLst>
          </a:custGeom>
          <a:gradFill>
            <a:gsLst>
              <a:gs pos="98000">
                <a:schemeClr val="accent2">
                  <a:alpha val="85000"/>
                </a:schemeClr>
              </a:gs>
              <a:gs pos="0">
                <a:schemeClr val="accent4"/>
              </a:gs>
            </a:gsLst>
            <a:lin ang="2700000" scaled="1"/>
          </a:gradFill>
          <a:ln w="25400">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4955" tIns="173355" rIns="721599" bIns="173355" numCol="1" spcCol="1270" anchor="ctr" anchorCtr="0">
            <a:noAutofit/>
          </a:bodyPr>
          <a:lstStyle/>
          <a:p>
            <a:pPr lvl="0" algn="ctr" defTabSz="2889250">
              <a:lnSpc>
                <a:spcPct val="90000"/>
              </a:lnSpc>
              <a:spcBef>
                <a:spcPct val="0"/>
              </a:spcBef>
              <a:spcAft>
                <a:spcPct val="35000"/>
              </a:spcAft>
            </a:pPr>
            <a:r>
              <a:rPr lang="en-US" sz="6500" kern="1200">
                <a:solidFill>
                  <a:schemeClr val="accent3"/>
                </a:solidFill>
              </a:rPr>
              <a:t> </a:t>
            </a:r>
          </a:p>
        </p:txBody>
      </p:sp>
      <p:sp>
        <p:nvSpPr>
          <p:cNvPr id="8" name="Freeform 7"/>
          <p:cNvSpPr/>
          <p:nvPr userDrawn="1"/>
        </p:nvSpPr>
        <p:spPr>
          <a:xfrm>
            <a:off x="5777863" y="1854120"/>
            <a:ext cx="3174609" cy="1226482"/>
          </a:xfrm>
          <a:custGeom>
            <a:avLst/>
            <a:gdLst>
              <a:gd name="connsiteX0" fmla="*/ 0 w 3174609"/>
              <a:gd name="connsiteY0" fmla="*/ 0 h 1269843"/>
              <a:gd name="connsiteX1" fmla="*/ 2539688 w 3174609"/>
              <a:gd name="connsiteY1" fmla="*/ 0 h 1269843"/>
              <a:gd name="connsiteX2" fmla="*/ 3174609 w 3174609"/>
              <a:gd name="connsiteY2" fmla="*/ 634922 h 1269843"/>
              <a:gd name="connsiteX3" fmla="*/ 2539688 w 3174609"/>
              <a:gd name="connsiteY3" fmla="*/ 1269843 h 1269843"/>
              <a:gd name="connsiteX4" fmla="*/ 0 w 3174609"/>
              <a:gd name="connsiteY4" fmla="*/ 1269843 h 1269843"/>
              <a:gd name="connsiteX5" fmla="*/ 634922 w 3174609"/>
              <a:gd name="connsiteY5" fmla="*/ 634922 h 1269843"/>
              <a:gd name="connsiteX6" fmla="*/ 0 w 3174609"/>
              <a:gd name="connsiteY6" fmla="*/ 0 h 126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4609" h="1269843">
                <a:moveTo>
                  <a:pt x="0" y="0"/>
                </a:moveTo>
                <a:lnTo>
                  <a:pt x="2539688" y="0"/>
                </a:lnTo>
                <a:lnTo>
                  <a:pt x="3174609" y="634922"/>
                </a:lnTo>
                <a:lnTo>
                  <a:pt x="2539688" y="1269843"/>
                </a:lnTo>
                <a:lnTo>
                  <a:pt x="0" y="1269843"/>
                </a:lnTo>
                <a:lnTo>
                  <a:pt x="634922" y="634922"/>
                </a:lnTo>
                <a:lnTo>
                  <a:pt x="0" y="0"/>
                </a:lnTo>
                <a:close/>
              </a:path>
            </a:pathLst>
          </a:custGeom>
          <a:gradFill>
            <a:gsLst>
              <a:gs pos="98000">
                <a:schemeClr val="tx2">
                  <a:alpha val="85000"/>
                </a:schemeClr>
              </a:gs>
              <a:gs pos="0">
                <a:schemeClr val="tx2">
                  <a:lumMod val="60000"/>
                  <a:lumOff val="40000"/>
                </a:schemeClr>
              </a:gs>
            </a:gsLst>
            <a:lin ang="2700000" scaled="1"/>
          </a:gradFill>
          <a:ln w="25400">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4955" tIns="173355" rIns="721599" bIns="173355" numCol="1" spcCol="1270" anchor="ctr" anchorCtr="0">
            <a:noAutofit/>
          </a:bodyPr>
          <a:lstStyle/>
          <a:p>
            <a:pPr lvl="0" algn="ctr" defTabSz="2889250">
              <a:lnSpc>
                <a:spcPct val="90000"/>
              </a:lnSpc>
              <a:spcBef>
                <a:spcPct val="0"/>
              </a:spcBef>
              <a:spcAft>
                <a:spcPct val="35000"/>
              </a:spcAft>
            </a:pPr>
            <a:r>
              <a:rPr lang="en-US" sz="6500" kern="1200"/>
              <a:t> </a:t>
            </a:r>
          </a:p>
        </p:txBody>
      </p:sp>
      <p:sp>
        <p:nvSpPr>
          <p:cNvPr id="9" name="Freeform 8"/>
          <p:cNvSpPr/>
          <p:nvPr userDrawn="1"/>
        </p:nvSpPr>
        <p:spPr>
          <a:xfrm>
            <a:off x="8317550" y="1854120"/>
            <a:ext cx="3174609" cy="1226482"/>
          </a:xfrm>
          <a:custGeom>
            <a:avLst/>
            <a:gdLst>
              <a:gd name="connsiteX0" fmla="*/ 0 w 3174609"/>
              <a:gd name="connsiteY0" fmla="*/ 0 h 1269843"/>
              <a:gd name="connsiteX1" fmla="*/ 2539688 w 3174609"/>
              <a:gd name="connsiteY1" fmla="*/ 0 h 1269843"/>
              <a:gd name="connsiteX2" fmla="*/ 3174609 w 3174609"/>
              <a:gd name="connsiteY2" fmla="*/ 634922 h 1269843"/>
              <a:gd name="connsiteX3" fmla="*/ 2539688 w 3174609"/>
              <a:gd name="connsiteY3" fmla="*/ 1269843 h 1269843"/>
              <a:gd name="connsiteX4" fmla="*/ 0 w 3174609"/>
              <a:gd name="connsiteY4" fmla="*/ 1269843 h 1269843"/>
              <a:gd name="connsiteX5" fmla="*/ 634922 w 3174609"/>
              <a:gd name="connsiteY5" fmla="*/ 634922 h 1269843"/>
              <a:gd name="connsiteX6" fmla="*/ 0 w 3174609"/>
              <a:gd name="connsiteY6" fmla="*/ 0 h 126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4609" h="1269843">
                <a:moveTo>
                  <a:pt x="0" y="0"/>
                </a:moveTo>
                <a:lnTo>
                  <a:pt x="2539688" y="0"/>
                </a:lnTo>
                <a:lnTo>
                  <a:pt x="3174609" y="634922"/>
                </a:lnTo>
                <a:lnTo>
                  <a:pt x="2539688" y="1269843"/>
                </a:lnTo>
                <a:lnTo>
                  <a:pt x="0" y="1269843"/>
                </a:lnTo>
                <a:lnTo>
                  <a:pt x="634922" y="634922"/>
                </a:lnTo>
                <a:lnTo>
                  <a:pt x="0" y="0"/>
                </a:lnTo>
                <a:close/>
              </a:path>
            </a:pathLst>
          </a:custGeom>
          <a:gradFill>
            <a:gsLst>
              <a:gs pos="98000">
                <a:schemeClr val="accent1"/>
              </a:gs>
              <a:gs pos="0">
                <a:schemeClr val="accent3"/>
              </a:gs>
            </a:gsLst>
            <a:lin ang="2700000" scaled="1"/>
          </a:gradFill>
          <a:ln w="25400">
            <a:solidFill>
              <a:schemeClr val="bg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94955" tIns="173355" rIns="721599" bIns="173355" numCol="1" spcCol="1270" anchor="ctr" anchorCtr="0">
            <a:noAutofit/>
          </a:bodyPr>
          <a:lstStyle/>
          <a:p>
            <a:pPr lvl="0" algn="ctr" defTabSz="2889250">
              <a:lnSpc>
                <a:spcPct val="90000"/>
              </a:lnSpc>
              <a:spcBef>
                <a:spcPct val="0"/>
              </a:spcBef>
              <a:spcAft>
                <a:spcPct val="35000"/>
              </a:spcAft>
            </a:pPr>
            <a:r>
              <a:rPr lang="en-US" sz="6500" kern="1200"/>
              <a:t> </a:t>
            </a:r>
          </a:p>
        </p:txBody>
      </p:sp>
    </p:spTree>
  </p:cSld>
  <p:clrMapOvr>
    <a:masterClrMapping/>
  </p:clrMapOvr>
  <p:extLst>
    <p:ext uri="{DCECCB84-F9BA-43D5-87BE-67443E8EF086}">
      <p15:sldGuideLst xmlns:p15="http://schemas.microsoft.com/office/powerpoint/2012/main">
        <p15:guide id="1" pos="1900">
          <p15:clr>
            <a:srgbClr val="9FCC3B"/>
          </p15:clr>
        </p15:guide>
        <p15:guide id="3" pos="2218" userDrawn="1">
          <p15:clr>
            <a:srgbClr val="9FCC3B"/>
          </p15:clr>
        </p15:guide>
        <p15:guide id="4" pos="3681">
          <p15:clr>
            <a:srgbClr val="9FCC3B"/>
          </p15:clr>
        </p15:guide>
        <p15:guide id="5" pos="3999">
          <p15:clr>
            <a:srgbClr val="9FCC3B"/>
          </p15:clr>
        </p15:guide>
        <p15:guide id="6" pos="5462" userDrawn="1">
          <p15:clr>
            <a:srgbClr val="9FCC3B"/>
          </p15:clr>
        </p15:guide>
        <p15:guide id="7" pos="5780">
          <p15:clr>
            <a:srgbClr val="9FCC3B"/>
          </p15:clr>
        </p15:guide>
        <p15:guide id="9" orient="horz" pos="2546">
          <p15:clr>
            <a:srgbClr val="9FCC3B"/>
          </p15:clr>
        </p15:guide>
        <p15:guide id="16" orient="horz" pos="2228" userDrawn="1">
          <p15:clr>
            <a:srgbClr val="9FCC3B"/>
          </p15:clr>
        </p15:guide>
        <p15:guide id="17" orient="horz" pos="1139" userDrawn="1">
          <p15:clr>
            <a:srgbClr val="9FCC3B"/>
          </p15:clr>
        </p15:guide>
        <p15:guide id="18" orient="horz" pos="168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e Chart with 4 Numbers">
    <p:spTree>
      <p:nvGrpSpPr>
        <p:cNvPr id="1" name=""/>
        <p:cNvGrpSpPr/>
        <p:nvPr/>
      </p:nvGrpSpPr>
      <p:grpSpPr>
        <a:xfrm>
          <a:off x="0" y="0"/>
          <a:ext cx="0" cy="0"/>
          <a:chOff x="0" y="0"/>
          <a:chExt cx="0" cy="0"/>
        </a:xfrm>
      </p:grpSpPr>
      <p:sp>
        <p:nvSpPr>
          <p:cNvPr id="40" name="Text Placeholder 4"/>
          <p:cNvSpPr>
            <a:spLocks noGrp="1"/>
          </p:cNvSpPr>
          <p:nvPr>
            <p:ph type="body" sz="quarter" idx="32" hasCustomPrompt="1"/>
          </p:nvPr>
        </p:nvSpPr>
        <p:spPr>
          <a:xfrm>
            <a:off x="695326" y="2271164"/>
            <a:ext cx="2322000" cy="612000"/>
          </a:xfrm>
        </p:spPr>
        <p:txBody>
          <a:bodyPr anchor="t">
            <a:noAutofit/>
          </a:bodyPr>
          <a:lstStyle>
            <a:lvl1pPr marL="0" indent="0" algn="r">
              <a:lnSpc>
                <a:spcPct val="90000"/>
              </a:lnSpc>
              <a:buNone/>
              <a:defRPr sz="4400" cap="none" baseline="0">
                <a:solidFill>
                  <a:schemeClr val="accent1"/>
                </a:solidFill>
                <a:latin typeface="+mj-lt"/>
              </a:defRPr>
            </a:lvl1pPr>
          </a:lstStyle>
          <a:p>
            <a:pPr lvl="0"/>
            <a:r>
              <a:rPr lang="en-US"/>
              <a:t>#</a:t>
            </a:r>
          </a:p>
        </p:txBody>
      </p:sp>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2883164"/>
            <a:ext cx="2322000" cy="329676"/>
          </a:xfrm>
        </p:spPr>
        <p:txBody>
          <a:bodyPr anchor="b">
            <a:noAutofit/>
          </a:bodyPr>
          <a:lstStyle>
            <a:lvl1pPr marL="0" indent="0" algn="r">
              <a:lnSpc>
                <a:spcPct val="90000"/>
              </a:lnSpc>
              <a:buNone/>
              <a:defRPr sz="2000" cap="none" baseline="0">
                <a:solidFill>
                  <a:schemeClr val="accent1"/>
                </a:solidFill>
                <a:latin typeface="+mj-lt"/>
              </a:defRPr>
            </a:lvl1pPr>
          </a:lstStyle>
          <a:p>
            <a:pPr lvl="0"/>
            <a:r>
              <a:rPr lang="en-US"/>
              <a:t>Add Subtitle</a:t>
            </a:r>
          </a:p>
        </p:txBody>
      </p:sp>
      <p:sp>
        <p:nvSpPr>
          <p:cNvPr id="32" name="Text Placeholder 5"/>
          <p:cNvSpPr>
            <a:spLocks noGrp="1"/>
          </p:cNvSpPr>
          <p:nvPr>
            <p:ph type="body" sz="quarter" idx="20" hasCustomPrompt="1"/>
          </p:nvPr>
        </p:nvSpPr>
        <p:spPr>
          <a:xfrm>
            <a:off x="695326" y="3284840"/>
            <a:ext cx="2322513" cy="396000"/>
          </a:xfrm>
        </p:spPr>
        <p:txBody>
          <a:bodyPr>
            <a:normAutofit/>
          </a:bodyPr>
          <a:lstStyle>
            <a:lvl1pPr marL="0" indent="0" algn="r">
              <a:buNone/>
              <a:defRPr sz="1800" cap="none" baseline="0">
                <a:solidFill>
                  <a:schemeClr val="tx1"/>
                </a:solidFill>
              </a:defRPr>
            </a:lvl1pPr>
          </a:lstStyle>
          <a:p>
            <a:pPr lvl="0"/>
            <a:r>
              <a:rPr lang="en-US"/>
              <a:t>Add text</a:t>
            </a:r>
          </a:p>
        </p:txBody>
      </p:sp>
      <p:sp>
        <p:nvSpPr>
          <p:cNvPr id="44" name="Text Placeholder 4"/>
          <p:cNvSpPr>
            <a:spLocks noGrp="1"/>
          </p:cNvSpPr>
          <p:nvPr>
            <p:ph type="body" sz="quarter" idx="36" hasCustomPrompt="1"/>
          </p:nvPr>
        </p:nvSpPr>
        <p:spPr>
          <a:xfrm>
            <a:off x="695326" y="4564556"/>
            <a:ext cx="2322000" cy="379747"/>
          </a:xfrm>
        </p:spPr>
        <p:txBody>
          <a:bodyPr anchor="b">
            <a:noAutofit/>
          </a:bodyPr>
          <a:lstStyle>
            <a:lvl1pPr marL="0" indent="0" algn="r">
              <a:lnSpc>
                <a:spcPct val="90000"/>
              </a:lnSpc>
              <a:buNone/>
              <a:defRPr sz="2000" cap="none" baseline="0">
                <a:solidFill>
                  <a:schemeClr val="tx2"/>
                </a:solidFill>
                <a:latin typeface="+mj-lt"/>
              </a:defRPr>
            </a:lvl1pPr>
          </a:lstStyle>
          <a:p>
            <a:pPr lvl="0"/>
            <a:r>
              <a:rPr lang="en-US"/>
              <a:t>Add Subtitle</a:t>
            </a:r>
          </a:p>
        </p:txBody>
      </p:sp>
      <p:sp>
        <p:nvSpPr>
          <p:cNvPr id="48" name="Text Placeholder 5"/>
          <p:cNvSpPr>
            <a:spLocks noGrp="1"/>
          </p:cNvSpPr>
          <p:nvPr>
            <p:ph type="body" sz="quarter" idx="40" hasCustomPrompt="1"/>
          </p:nvPr>
        </p:nvSpPr>
        <p:spPr>
          <a:xfrm>
            <a:off x="695326" y="5016303"/>
            <a:ext cx="2322513" cy="396000"/>
          </a:xfrm>
        </p:spPr>
        <p:txBody>
          <a:bodyPr>
            <a:normAutofit/>
          </a:bodyPr>
          <a:lstStyle>
            <a:lvl1pPr marL="0" indent="0" algn="r">
              <a:buNone/>
              <a:defRPr sz="1800" cap="none" baseline="0">
                <a:solidFill>
                  <a:schemeClr val="tx1"/>
                </a:solidFill>
              </a:defRPr>
            </a:lvl1pPr>
          </a:lstStyle>
          <a:p>
            <a:pPr lvl="0"/>
            <a:r>
              <a:rPr lang="en-US"/>
              <a:t>Add text</a:t>
            </a:r>
          </a:p>
        </p:txBody>
      </p:sp>
      <p:sp>
        <p:nvSpPr>
          <p:cNvPr id="52" name="Text Placeholder 4"/>
          <p:cNvSpPr>
            <a:spLocks noGrp="1"/>
          </p:cNvSpPr>
          <p:nvPr>
            <p:ph type="body" sz="quarter" idx="44" hasCustomPrompt="1"/>
          </p:nvPr>
        </p:nvSpPr>
        <p:spPr>
          <a:xfrm>
            <a:off x="695326" y="3952556"/>
            <a:ext cx="2322000" cy="612000"/>
          </a:xfrm>
        </p:spPr>
        <p:txBody>
          <a:bodyPr anchor="t">
            <a:noAutofit/>
          </a:bodyPr>
          <a:lstStyle>
            <a:lvl1pPr marL="0" indent="0" algn="r">
              <a:lnSpc>
                <a:spcPct val="90000"/>
              </a:lnSpc>
              <a:buNone/>
              <a:defRPr sz="4400" cap="none" baseline="0">
                <a:solidFill>
                  <a:schemeClr val="tx2"/>
                </a:solidFill>
                <a:latin typeface="+mj-lt"/>
              </a:defRPr>
            </a:lvl1pPr>
          </a:lstStyle>
          <a:p>
            <a:pPr lvl="0"/>
            <a:r>
              <a:rPr lang="en-US"/>
              <a:t>#</a:t>
            </a:r>
          </a:p>
        </p:txBody>
      </p:sp>
      <p:sp>
        <p:nvSpPr>
          <p:cNvPr id="111" name="Text Placeholder 4"/>
          <p:cNvSpPr>
            <a:spLocks noGrp="1"/>
          </p:cNvSpPr>
          <p:nvPr>
            <p:ph type="body" sz="quarter" idx="66" hasCustomPrompt="1"/>
          </p:nvPr>
        </p:nvSpPr>
        <p:spPr>
          <a:xfrm>
            <a:off x="9175750" y="2271164"/>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112" name="Text Placeholder 4"/>
          <p:cNvSpPr>
            <a:spLocks noGrp="1"/>
          </p:cNvSpPr>
          <p:nvPr>
            <p:ph type="body" sz="quarter" idx="67" hasCustomPrompt="1"/>
          </p:nvPr>
        </p:nvSpPr>
        <p:spPr>
          <a:xfrm>
            <a:off x="9175750" y="2879985"/>
            <a:ext cx="2322000" cy="379747"/>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113" name="Text Placeholder 5"/>
          <p:cNvSpPr>
            <a:spLocks noGrp="1"/>
          </p:cNvSpPr>
          <p:nvPr>
            <p:ph type="body" sz="quarter" idx="68" hasCustomPrompt="1"/>
          </p:nvPr>
        </p:nvSpPr>
        <p:spPr>
          <a:xfrm>
            <a:off x="9175750" y="3331732"/>
            <a:ext cx="2322513" cy="396000"/>
          </a:xfrm>
        </p:spPr>
        <p:txBody>
          <a:bodyPr>
            <a:normAutofit/>
          </a:bodyPr>
          <a:lstStyle>
            <a:lvl1pPr marL="0" indent="0">
              <a:buNone/>
              <a:defRPr sz="1800" cap="none" baseline="0">
                <a:solidFill>
                  <a:schemeClr val="tx1"/>
                </a:solidFill>
              </a:defRPr>
            </a:lvl1pPr>
          </a:lstStyle>
          <a:p>
            <a:pPr lvl="0"/>
            <a:r>
              <a:rPr lang="en-US"/>
              <a:t>Add text</a:t>
            </a:r>
          </a:p>
        </p:txBody>
      </p:sp>
      <p:sp>
        <p:nvSpPr>
          <p:cNvPr id="114" name="Text Placeholder 4"/>
          <p:cNvSpPr>
            <a:spLocks noGrp="1"/>
          </p:cNvSpPr>
          <p:nvPr>
            <p:ph type="body" sz="quarter" idx="69" hasCustomPrompt="1"/>
          </p:nvPr>
        </p:nvSpPr>
        <p:spPr>
          <a:xfrm>
            <a:off x="9175750" y="4564556"/>
            <a:ext cx="2322000" cy="379747"/>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115" name="Text Placeholder 5"/>
          <p:cNvSpPr>
            <a:spLocks noGrp="1"/>
          </p:cNvSpPr>
          <p:nvPr>
            <p:ph type="body" sz="quarter" idx="70" hasCustomPrompt="1"/>
          </p:nvPr>
        </p:nvSpPr>
        <p:spPr>
          <a:xfrm>
            <a:off x="9175750" y="5016303"/>
            <a:ext cx="2322513" cy="396000"/>
          </a:xfrm>
        </p:spPr>
        <p:txBody>
          <a:bodyPr>
            <a:normAutofit/>
          </a:bodyPr>
          <a:lstStyle>
            <a:lvl1pPr marL="0" indent="0">
              <a:buNone/>
              <a:defRPr sz="1800" cap="none" baseline="0">
                <a:solidFill>
                  <a:schemeClr val="tx1"/>
                </a:solidFill>
              </a:defRPr>
            </a:lvl1pPr>
          </a:lstStyle>
          <a:p>
            <a:pPr lvl="0"/>
            <a:r>
              <a:rPr lang="en-US"/>
              <a:t>Add text</a:t>
            </a:r>
          </a:p>
        </p:txBody>
      </p:sp>
      <p:sp>
        <p:nvSpPr>
          <p:cNvPr id="116" name="Text Placeholder 4"/>
          <p:cNvSpPr>
            <a:spLocks noGrp="1"/>
          </p:cNvSpPr>
          <p:nvPr>
            <p:ph type="body" sz="quarter" idx="71" hasCustomPrompt="1"/>
          </p:nvPr>
        </p:nvSpPr>
        <p:spPr>
          <a:xfrm>
            <a:off x="9175750" y="3952556"/>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4" name="Chart Placeholder 3"/>
          <p:cNvSpPr>
            <a:spLocks noGrp="1" noChangeAspect="1"/>
          </p:cNvSpPr>
          <p:nvPr>
            <p:ph type="chart" sz="quarter" idx="75" hasCustomPrompt="1"/>
          </p:nvPr>
        </p:nvSpPr>
        <p:spPr>
          <a:xfrm>
            <a:off x="3936000" y="1628569"/>
            <a:ext cx="4320001" cy="4320000"/>
          </a:xfrm>
        </p:spPr>
        <p:txBody>
          <a:bodyPr/>
          <a:lstStyle>
            <a:lvl1pPr marL="0" indent="0">
              <a:buNone/>
              <a:defRPr cap="none" baseline="0"/>
            </a:lvl1pPr>
          </a:lstStyle>
          <a:p>
            <a:r>
              <a:rPr lang="en-US"/>
              <a:t>Add Chart</a:t>
            </a:r>
          </a:p>
        </p:txBody>
      </p:sp>
      <p:sp>
        <p:nvSpPr>
          <p:cNvPr id="54" name="Text Placeholder 4"/>
          <p:cNvSpPr>
            <a:spLocks noGrp="1" noChangeAspect="1"/>
          </p:cNvSpPr>
          <p:nvPr>
            <p:ph type="body" sz="quarter" idx="76" hasCustomPrompt="1"/>
          </p:nvPr>
        </p:nvSpPr>
        <p:spPr>
          <a:xfrm>
            <a:off x="4655812" y="2348569"/>
            <a:ext cx="2880376" cy="2880000"/>
          </a:xfrm>
          <a:prstGeom prst="ellipse">
            <a:avLst/>
          </a:prstGeom>
          <a:solidFill>
            <a:schemeClr val="bg1"/>
          </a:solidFill>
        </p:spPr>
        <p:txBody>
          <a:bodyPr anchor="ctr">
            <a:noAutofit/>
          </a:bodyPr>
          <a:lstStyle>
            <a:lvl1pPr marL="0" indent="0" algn="ctr">
              <a:lnSpc>
                <a:spcPct val="90000"/>
              </a:lnSpc>
              <a:buNone/>
              <a:defRPr sz="6200" cap="none" baseline="0">
                <a:solidFill>
                  <a:schemeClr val="tx1"/>
                </a:solidFill>
                <a:latin typeface="+mj-lt"/>
              </a:defRPr>
            </a:lvl1pPr>
          </a:lstStyle>
          <a:p>
            <a:pPr lvl="0"/>
            <a:r>
              <a:rPr lang="en-US"/>
              <a: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480" userDrawn="1">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10" orient="horz" pos="3294" userDrawn="1">
          <p15:clr>
            <a:srgbClr val="9FCC3B"/>
          </p15:clr>
        </p15:guide>
        <p15:guide id="11" orient="horz" pos="2228" userDrawn="1">
          <p15:clr>
            <a:srgbClr val="9FCC3B"/>
          </p15:clr>
        </p15:guide>
        <p15:guide id="12" orient="horz" pos="2546" userDrawn="1">
          <p15:clr>
            <a:srgbClr val="9FCC3B"/>
          </p15:clr>
        </p15:guide>
        <p15:guide id="13" orient="horz" pos="1139" userDrawn="1">
          <p15:clr>
            <a:srgbClr val="9FCC3B"/>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with 3 Ic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112" name="Text Placeholder 4"/>
          <p:cNvSpPr>
            <a:spLocks noGrp="1"/>
          </p:cNvSpPr>
          <p:nvPr>
            <p:ph type="body" sz="quarter" idx="67" hasCustomPrompt="1"/>
          </p:nvPr>
        </p:nvSpPr>
        <p:spPr>
          <a:xfrm>
            <a:off x="695326" y="2152775"/>
            <a:ext cx="2322000" cy="376225"/>
          </a:xfrm>
        </p:spPr>
        <p:txBody>
          <a:bodyPr anchor="b">
            <a:noAutofit/>
          </a:bodyPr>
          <a:lstStyle>
            <a:lvl1pPr marL="0" indent="0" algn="r">
              <a:lnSpc>
                <a:spcPct val="90000"/>
              </a:lnSpc>
              <a:buNone/>
              <a:defRPr sz="2000" cap="none" baseline="0">
                <a:solidFill>
                  <a:schemeClr val="accent1"/>
                </a:solidFill>
                <a:latin typeface="+mj-lt"/>
              </a:defRPr>
            </a:lvl1pPr>
          </a:lstStyle>
          <a:p>
            <a:pPr lvl="0"/>
            <a:r>
              <a:rPr lang="en-US"/>
              <a:t>Add Subtitle</a:t>
            </a:r>
          </a:p>
        </p:txBody>
      </p:sp>
      <p:sp>
        <p:nvSpPr>
          <p:cNvPr id="113" name="Text Placeholder 5"/>
          <p:cNvSpPr>
            <a:spLocks noGrp="1"/>
          </p:cNvSpPr>
          <p:nvPr>
            <p:ph type="body" sz="quarter" idx="68" hasCustomPrompt="1"/>
          </p:nvPr>
        </p:nvSpPr>
        <p:spPr>
          <a:xfrm>
            <a:off x="695326" y="2601000"/>
            <a:ext cx="2322513" cy="396000"/>
          </a:xfrm>
        </p:spPr>
        <p:txBody>
          <a:bodyPr>
            <a:normAutofit/>
          </a:bodyPr>
          <a:lstStyle>
            <a:lvl1pPr marL="0" indent="0" algn="r">
              <a:buNone/>
              <a:defRPr sz="1800" cap="none" baseline="0">
                <a:solidFill>
                  <a:schemeClr val="tx1"/>
                </a:solidFill>
              </a:defRPr>
            </a:lvl1pPr>
          </a:lstStyle>
          <a:p>
            <a:pPr lvl="0"/>
            <a:r>
              <a:rPr lang="en-US"/>
              <a:t>Add text</a:t>
            </a:r>
          </a:p>
        </p:txBody>
      </p:sp>
      <p:sp>
        <p:nvSpPr>
          <p:cNvPr id="114" name="Text Placeholder 4"/>
          <p:cNvSpPr>
            <a:spLocks noGrp="1"/>
          </p:cNvSpPr>
          <p:nvPr>
            <p:ph type="body" sz="quarter" idx="69" hasCustomPrompt="1"/>
          </p:nvPr>
        </p:nvSpPr>
        <p:spPr>
          <a:xfrm>
            <a:off x="695326" y="4924750"/>
            <a:ext cx="2322000" cy="376225"/>
          </a:xfrm>
        </p:spPr>
        <p:txBody>
          <a:bodyPr anchor="b">
            <a:noAutofit/>
          </a:bodyPr>
          <a:lstStyle>
            <a:lvl1pPr marL="0" indent="0" algn="r">
              <a:lnSpc>
                <a:spcPct val="90000"/>
              </a:lnSpc>
              <a:buNone/>
              <a:defRPr sz="2000" cap="none" baseline="0">
                <a:solidFill>
                  <a:schemeClr val="tx2"/>
                </a:solidFill>
                <a:latin typeface="+mj-lt"/>
              </a:defRPr>
            </a:lvl1pPr>
          </a:lstStyle>
          <a:p>
            <a:pPr lvl="0"/>
            <a:r>
              <a:rPr lang="en-US"/>
              <a:t>Add Subtitle</a:t>
            </a:r>
          </a:p>
        </p:txBody>
      </p:sp>
      <p:sp>
        <p:nvSpPr>
          <p:cNvPr id="115" name="Text Placeholder 5"/>
          <p:cNvSpPr>
            <a:spLocks noGrp="1"/>
          </p:cNvSpPr>
          <p:nvPr>
            <p:ph type="body" sz="quarter" idx="70" hasCustomPrompt="1"/>
          </p:nvPr>
        </p:nvSpPr>
        <p:spPr>
          <a:xfrm>
            <a:off x="695326" y="5372975"/>
            <a:ext cx="2322513" cy="396000"/>
          </a:xfrm>
        </p:spPr>
        <p:txBody>
          <a:bodyPr>
            <a:normAutofit/>
          </a:bodyPr>
          <a:lstStyle>
            <a:lvl1pPr marL="0" indent="0" algn="r">
              <a:buNone/>
              <a:defRPr sz="1800" cap="none" baseline="0">
                <a:solidFill>
                  <a:schemeClr val="tx1"/>
                </a:solidFill>
              </a:defRPr>
            </a:lvl1pPr>
          </a:lstStyle>
          <a:p>
            <a:pPr lvl="0"/>
            <a:r>
              <a:rPr lang="en-US"/>
              <a:t>Add text</a:t>
            </a:r>
          </a:p>
        </p:txBody>
      </p:sp>
      <p:sp>
        <p:nvSpPr>
          <p:cNvPr id="118" name="Text Placeholder 4"/>
          <p:cNvSpPr>
            <a:spLocks noGrp="1"/>
          </p:cNvSpPr>
          <p:nvPr>
            <p:ph type="body" sz="quarter" idx="73" hasCustomPrompt="1"/>
          </p:nvPr>
        </p:nvSpPr>
        <p:spPr>
          <a:xfrm>
            <a:off x="695326" y="3537545"/>
            <a:ext cx="2322000" cy="376225"/>
          </a:xfrm>
        </p:spPr>
        <p:txBody>
          <a:bodyPr anchor="b">
            <a:noAutofit/>
          </a:bodyPr>
          <a:lstStyle>
            <a:lvl1pPr marL="0" indent="0" algn="r">
              <a:lnSpc>
                <a:spcPct val="90000"/>
              </a:lnSpc>
              <a:buNone/>
              <a:defRPr sz="2000" cap="none" baseline="0">
                <a:solidFill>
                  <a:schemeClr val="accent2"/>
                </a:solidFill>
                <a:latin typeface="+mj-lt"/>
              </a:defRPr>
            </a:lvl1pPr>
          </a:lstStyle>
          <a:p>
            <a:pPr lvl="0"/>
            <a:r>
              <a:rPr lang="en-US"/>
              <a:t>Add Subtitle</a:t>
            </a:r>
          </a:p>
        </p:txBody>
      </p:sp>
      <p:sp>
        <p:nvSpPr>
          <p:cNvPr id="119" name="Text Placeholder 5"/>
          <p:cNvSpPr>
            <a:spLocks noGrp="1"/>
          </p:cNvSpPr>
          <p:nvPr>
            <p:ph type="body" sz="quarter" idx="74" hasCustomPrompt="1"/>
          </p:nvPr>
        </p:nvSpPr>
        <p:spPr>
          <a:xfrm>
            <a:off x="695326" y="3985770"/>
            <a:ext cx="2322513" cy="396000"/>
          </a:xfrm>
        </p:spPr>
        <p:txBody>
          <a:bodyPr>
            <a:normAutofit/>
          </a:bodyPr>
          <a:lstStyle>
            <a:lvl1pPr marL="0" indent="0" algn="r">
              <a:buNone/>
              <a:defRPr sz="1800" cap="none" baseline="0">
                <a:solidFill>
                  <a:schemeClr val="tx1"/>
                </a:solidFill>
              </a:defRPr>
            </a:lvl1pPr>
          </a:lstStyle>
          <a:p>
            <a:pPr lvl="0"/>
            <a:r>
              <a:rPr lang="en-US"/>
              <a:t>Add text</a:t>
            </a:r>
          </a:p>
        </p:txBody>
      </p:sp>
      <p:sp>
        <p:nvSpPr>
          <p:cNvPr id="4" name="Chart Placeholder 3"/>
          <p:cNvSpPr>
            <a:spLocks noGrp="1"/>
          </p:cNvSpPr>
          <p:nvPr>
            <p:ph type="chart" sz="quarter" idx="75" hasCustomPrompt="1"/>
          </p:nvPr>
        </p:nvSpPr>
        <p:spPr>
          <a:xfrm>
            <a:off x="3521075" y="1808164"/>
            <a:ext cx="7975600" cy="3960812"/>
          </a:xfrm>
        </p:spPr>
        <p:txBody>
          <a:bodyPr anchor="ctr"/>
          <a:lstStyle>
            <a:lvl1pPr marL="0" indent="0" algn="ctr">
              <a:buNone/>
              <a:defRPr/>
            </a:lvl1pPr>
          </a:lstStyle>
          <a:p>
            <a:r>
              <a:rPr lang="en-US"/>
              <a:t>Add Chart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1888">
          <p15:clr>
            <a:srgbClr val="9FCC3B"/>
          </p15:clr>
        </p15:guide>
        <p15:guide id="9" orient="horz" pos="2012">
          <p15:clr>
            <a:srgbClr val="9FCC3B"/>
          </p15:clr>
        </p15:guide>
        <p15:guide id="10" orient="horz" pos="2886">
          <p15:clr>
            <a:srgbClr val="9FCC3B"/>
          </p15:clr>
        </p15:guide>
        <p15:guide id="11" orient="horz" pos="2760">
          <p15:clr>
            <a:srgbClr val="9FCC3B"/>
          </p15:clr>
        </p15:guide>
        <p15:guide id="12" orient="horz" pos="1275" userDrawn="1">
          <p15:clr>
            <a:srgbClr val="5ACBF0"/>
          </p15:clr>
        </p15:guide>
        <p15:guide id="13" orient="horz" pos="3022" userDrawn="1">
          <p15:clr>
            <a:srgbClr val="5ACBF0"/>
          </p15:clr>
        </p15:guide>
        <p15:guide id="14" orient="horz" pos="2148"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rt with 3 Number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111" name="Text Placeholder 4"/>
          <p:cNvSpPr>
            <a:spLocks noGrp="1"/>
          </p:cNvSpPr>
          <p:nvPr>
            <p:ph type="body" sz="quarter" idx="66" hasCustomPrompt="1"/>
          </p:nvPr>
        </p:nvSpPr>
        <p:spPr>
          <a:xfrm>
            <a:off x="9175750" y="1728000"/>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112" name="Text Placeholder 4"/>
          <p:cNvSpPr>
            <a:spLocks noGrp="1"/>
          </p:cNvSpPr>
          <p:nvPr>
            <p:ph type="body" sz="quarter" idx="67" hasCustomPrompt="1"/>
          </p:nvPr>
        </p:nvSpPr>
        <p:spPr>
          <a:xfrm>
            <a:off x="9175750" y="2336821"/>
            <a:ext cx="2322000" cy="379747"/>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113" name="Text Placeholder 5"/>
          <p:cNvSpPr>
            <a:spLocks noGrp="1"/>
          </p:cNvSpPr>
          <p:nvPr>
            <p:ph type="body" sz="quarter" idx="68" hasCustomPrompt="1"/>
          </p:nvPr>
        </p:nvSpPr>
        <p:spPr>
          <a:xfrm>
            <a:off x="9175750" y="2788568"/>
            <a:ext cx="2322513" cy="396000"/>
          </a:xfrm>
        </p:spPr>
        <p:txBody>
          <a:bodyPr>
            <a:normAutofit/>
          </a:bodyPr>
          <a:lstStyle>
            <a:lvl1pPr marL="0" indent="0">
              <a:buNone/>
              <a:defRPr sz="1600" cap="none" baseline="0">
                <a:solidFill>
                  <a:schemeClr val="tx1"/>
                </a:solidFill>
              </a:defRPr>
            </a:lvl1pPr>
          </a:lstStyle>
          <a:p>
            <a:pPr lvl="0"/>
            <a:r>
              <a:rPr lang="en-US"/>
              <a:t>Add text</a:t>
            </a:r>
          </a:p>
        </p:txBody>
      </p:sp>
      <p:sp>
        <p:nvSpPr>
          <p:cNvPr id="114" name="Text Placeholder 4"/>
          <p:cNvSpPr>
            <a:spLocks noGrp="1"/>
          </p:cNvSpPr>
          <p:nvPr>
            <p:ph type="body" sz="quarter" idx="69" hasCustomPrompt="1"/>
          </p:nvPr>
        </p:nvSpPr>
        <p:spPr>
          <a:xfrm>
            <a:off x="9175750" y="5108796"/>
            <a:ext cx="2322000" cy="379747"/>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115" name="Text Placeholder 5"/>
          <p:cNvSpPr>
            <a:spLocks noGrp="1"/>
          </p:cNvSpPr>
          <p:nvPr>
            <p:ph type="body" sz="quarter" idx="70" hasCustomPrompt="1"/>
          </p:nvPr>
        </p:nvSpPr>
        <p:spPr>
          <a:xfrm>
            <a:off x="9175750" y="5560543"/>
            <a:ext cx="2322513" cy="396000"/>
          </a:xfrm>
        </p:spPr>
        <p:txBody>
          <a:bodyPr>
            <a:normAutofit/>
          </a:bodyPr>
          <a:lstStyle>
            <a:lvl1pPr marL="0" indent="0">
              <a:buNone/>
              <a:defRPr sz="1600" cap="none" baseline="0">
                <a:solidFill>
                  <a:schemeClr val="tx1"/>
                </a:solidFill>
              </a:defRPr>
            </a:lvl1pPr>
          </a:lstStyle>
          <a:p>
            <a:pPr lvl="0"/>
            <a:r>
              <a:rPr lang="en-US"/>
              <a:t>Add text</a:t>
            </a:r>
          </a:p>
        </p:txBody>
      </p:sp>
      <p:sp>
        <p:nvSpPr>
          <p:cNvPr id="116" name="Text Placeholder 4"/>
          <p:cNvSpPr>
            <a:spLocks noGrp="1"/>
          </p:cNvSpPr>
          <p:nvPr>
            <p:ph type="body" sz="quarter" idx="71" hasCustomPrompt="1"/>
          </p:nvPr>
        </p:nvSpPr>
        <p:spPr>
          <a:xfrm>
            <a:off x="9175750" y="4496796"/>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117" name="Text Placeholder 4"/>
          <p:cNvSpPr>
            <a:spLocks noGrp="1"/>
          </p:cNvSpPr>
          <p:nvPr>
            <p:ph type="body" sz="quarter" idx="72" hasCustomPrompt="1"/>
          </p:nvPr>
        </p:nvSpPr>
        <p:spPr>
          <a:xfrm>
            <a:off x="9175750" y="3112770"/>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118" name="Text Placeholder 4"/>
          <p:cNvSpPr>
            <a:spLocks noGrp="1"/>
          </p:cNvSpPr>
          <p:nvPr>
            <p:ph type="body" sz="quarter" idx="73" hasCustomPrompt="1"/>
          </p:nvPr>
        </p:nvSpPr>
        <p:spPr>
          <a:xfrm>
            <a:off x="9175750" y="3721591"/>
            <a:ext cx="2322000" cy="379747"/>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119" name="Text Placeholder 5"/>
          <p:cNvSpPr>
            <a:spLocks noGrp="1"/>
          </p:cNvSpPr>
          <p:nvPr>
            <p:ph type="body" sz="quarter" idx="74" hasCustomPrompt="1"/>
          </p:nvPr>
        </p:nvSpPr>
        <p:spPr>
          <a:xfrm>
            <a:off x="9175750" y="4173338"/>
            <a:ext cx="2322513" cy="396000"/>
          </a:xfrm>
        </p:spPr>
        <p:txBody>
          <a:bodyPr>
            <a:normAutofit/>
          </a:bodyPr>
          <a:lstStyle>
            <a:lvl1pPr marL="0" indent="0">
              <a:buNone/>
              <a:defRPr sz="1600" cap="none" baseline="0">
                <a:solidFill>
                  <a:schemeClr val="tx1"/>
                </a:solidFill>
              </a:defRPr>
            </a:lvl1pPr>
          </a:lstStyle>
          <a:p>
            <a:pPr lvl="0"/>
            <a:r>
              <a:rPr lang="en-US"/>
              <a:t>Add text</a:t>
            </a:r>
          </a:p>
        </p:txBody>
      </p:sp>
      <p:sp>
        <p:nvSpPr>
          <p:cNvPr id="4" name="Chart Placeholder 3"/>
          <p:cNvSpPr>
            <a:spLocks noGrp="1"/>
          </p:cNvSpPr>
          <p:nvPr>
            <p:ph type="chart" sz="quarter" idx="75" hasCustomPrompt="1"/>
          </p:nvPr>
        </p:nvSpPr>
        <p:spPr>
          <a:xfrm>
            <a:off x="695326" y="1808164"/>
            <a:ext cx="7975600" cy="3960812"/>
          </a:xfrm>
        </p:spPr>
        <p:txBody>
          <a:bodyPr anchor="ctr"/>
          <a:lstStyle>
            <a:lvl1pPr marL="0" indent="0" algn="ctr">
              <a:buNone/>
              <a:defRPr/>
            </a:lvl1pPr>
          </a:lstStyle>
          <a:p>
            <a:r>
              <a:rPr lang="en-US"/>
              <a:t>Add Chart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1888">
          <p15:clr>
            <a:srgbClr val="9FCC3B"/>
          </p15:clr>
        </p15:guide>
        <p15:guide id="9" orient="horz" pos="2012">
          <p15:clr>
            <a:srgbClr val="9FCC3B"/>
          </p15:clr>
        </p15:guide>
        <p15:guide id="10" orient="horz" pos="2886">
          <p15:clr>
            <a:srgbClr val="9FCC3B"/>
          </p15:clr>
        </p15:guide>
        <p15:guide id="11" orient="horz" pos="2760">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4" name="Table Placeholder 3"/>
          <p:cNvSpPr>
            <a:spLocks noGrp="1"/>
          </p:cNvSpPr>
          <p:nvPr>
            <p:ph type="tbl" sz="quarter" idx="13" hasCustomPrompt="1"/>
          </p:nvPr>
        </p:nvSpPr>
        <p:spPr>
          <a:xfrm>
            <a:off x="695325" y="1808163"/>
            <a:ext cx="10801349" cy="3960812"/>
          </a:xfrm>
        </p:spPr>
        <p:txBody>
          <a:bodyPr anchor="ctr"/>
          <a:lstStyle>
            <a:lvl1pPr marL="0" indent="0" algn="ctr">
              <a:buNone/>
              <a:defRPr/>
            </a:lvl1pPr>
          </a:lstStyle>
          <a:p>
            <a:r>
              <a:rPr lang="en-US"/>
              <a:t>Add Table</a:t>
            </a:r>
          </a:p>
        </p:txBody>
      </p:sp>
    </p:spTree>
  </p:cSld>
  <p:clrMapOvr>
    <a:masterClrMapping/>
  </p:clrMapOvr>
  <p:extLst>
    <p:ext uri="{DCECCB84-F9BA-43D5-87BE-67443E8EF086}">
      <p15:sldGuideLst xmlns:p15="http://schemas.microsoft.com/office/powerpoint/2012/main">
        <p15:guide id="1" orient="horz" pos="1139">
          <p15:clr>
            <a:srgbClr val="9FCC3B"/>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8 Numbers">
    <p:spTree>
      <p:nvGrpSpPr>
        <p:cNvPr id="1" name=""/>
        <p:cNvGrpSpPr/>
        <p:nvPr/>
      </p:nvGrpSpPr>
      <p:grpSpPr>
        <a:xfrm>
          <a:off x="0" y="0"/>
          <a:ext cx="0" cy="0"/>
          <a:chOff x="0" y="0"/>
          <a:chExt cx="0" cy="0"/>
        </a:xfrm>
      </p:grpSpPr>
      <p:sp>
        <p:nvSpPr>
          <p:cNvPr id="40" name="Text Placeholder 4"/>
          <p:cNvSpPr>
            <a:spLocks noGrp="1"/>
          </p:cNvSpPr>
          <p:nvPr>
            <p:ph type="body" sz="quarter" idx="32" hasCustomPrompt="1"/>
          </p:nvPr>
        </p:nvSpPr>
        <p:spPr>
          <a:xfrm>
            <a:off x="695326" y="1361544"/>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41" name="Text Placeholder 4"/>
          <p:cNvSpPr>
            <a:spLocks noGrp="1"/>
          </p:cNvSpPr>
          <p:nvPr>
            <p:ph type="body" sz="quarter" idx="33" hasCustomPrompt="1"/>
          </p:nvPr>
        </p:nvSpPr>
        <p:spPr>
          <a:xfrm>
            <a:off x="3521776" y="1361544"/>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42" name="Text Placeholder 4"/>
          <p:cNvSpPr>
            <a:spLocks noGrp="1"/>
          </p:cNvSpPr>
          <p:nvPr>
            <p:ph type="body" sz="quarter" idx="34" hasCustomPrompt="1"/>
          </p:nvPr>
        </p:nvSpPr>
        <p:spPr>
          <a:xfrm>
            <a:off x="6348226" y="1361544"/>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43" name="Text Placeholder 4"/>
          <p:cNvSpPr>
            <a:spLocks noGrp="1"/>
          </p:cNvSpPr>
          <p:nvPr>
            <p:ph type="body" sz="quarter" idx="35" hasCustomPrompt="1"/>
          </p:nvPr>
        </p:nvSpPr>
        <p:spPr>
          <a:xfrm>
            <a:off x="9174675" y="1361544"/>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2055606"/>
            <a:ext cx="2322000" cy="306229"/>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17" name="Text Placeholder 4"/>
          <p:cNvSpPr>
            <a:spLocks noGrp="1"/>
          </p:cNvSpPr>
          <p:nvPr>
            <p:ph type="body" sz="quarter" idx="17" hasCustomPrompt="1"/>
          </p:nvPr>
        </p:nvSpPr>
        <p:spPr>
          <a:xfrm>
            <a:off x="3521776" y="2055606"/>
            <a:ext cx="2322000" cy="306229"/>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18" name="Text Placeholder 4"/>
          <p:cNvSpPr>
            <a:spLocks noGrp="1"/>
          </p:cNvSpPr>
          <p:nvPr>
            <p:ph type="body" sz="quarter" idx="18" hasCustomPrompt="1"/>
          </p:nvPr>
        </p:nvSpPr>
        <p:spPr>
          <a:xfrm>
            <a:off x="6348226" y="2055606"/>
            <a:ext cx="2322000" cy="306229"/>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19" name="Text Placeholder 4"/>
          <p:cNvSpPr>
            <a:spLocks noGrp="1"/>
          </p:cNvSpPr>
          <p:nvPr>
            <p:ph type="body" sz="quarter" idx="19" hasCustomPrompt="1"/>
          </p:nvPr>
        </p:nvSpPr>
        <p:spPr>
          <a:xfrm>
            <a:off x="9174675" y="2055606"/>
            <a:ext cx="2322000" cy="306229"/>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32" name="Text Placeholder 5"/>
          <p:cNvSpPr>
            <a:spLocks noGrp="1"/>
          </p:cNvSpPr>
          <p:nvPr>
            <p:ph type="body" sz="quarter" idx="20" hasCustomPrompt="1"/>
          </p:nvPr>
        </p:nvSpPr>
        <p:spPr>
          <a:xfrm>
            <a:off x="695326" y="2433835"/>
            <a:ext cx="2322513" cy="936000"/>
          </a:xfrm>
        </p:spPr>
        <p:txBody>
          <a:bodyPr>
            <a:normAutofit/>
          </a:bodyPr>
          <a:lstStyle>
            <a:lvl1pPr marL="0" indent="0">
              <a:buNone/>
              <a:defRPr sz="1600" cap="none" baseline="0"/>
            </a:lvl1pPr>
          </a:lstStyle>
          <a:p>
            <a:pPr lvl="0"/>
            <a:r>
              <a:rPr lang="en-US"/>
              <a:t>Add text</a:t>
            </a:r>
          </a:p>
        </p:txBody>
      </p:sp>
      <p:sp>
        <p:nvSpPr>
          <p:cNvPr id="33" name="Text Placeholder 5"/>
          <p:cNvSpPr>
            <a:spLocks noGrp="1"/>
          </p:cNvSpPr>
          <p:nvPr>
            <p:ph type="body" sz="quarter" idx="21" hasCustomPrompt="1"/>
          </p:nvPr>
        </p:nvSpPr>
        <p:spPr>
          <a:xfrm>
            <a:off x="3521605" y="2433835"/>
            <a:ext cx="2322513" cy="936000"/>
          </a:xfrm>
        </p:spPr>
        <p:txBody>
          <a:bodyPr>
            <a:normAutofit/>
          </a:bodyPr>
          <a:lstStyle>
            <a:lvl1pPr marL="0" indent="0">
              <a:buNone/>
              <a:defRPr sz="1600" cap="none" baseline="0"/>
            </a:lvl1pPr>
          </a:lstStyle>
          <a:p>
            <a:pPr lvl="0"/>
            <a:r>
              <a:rPr lang="en-US"/>
              <a:t>Add text</a:t>
            </a:r>
          </a:p>
        </p:txBody>
      </p:sp>
      <p:sp>
        <p:nvSpPr>
          <p:cNvPr id="34" name="Text Placeholder 5"/>
          <p:cNvSpPr>
            <a:spLocks noGrp="1"/>
          </p:cNvSpPr>
          <p:nvPr>
            <p:ph type="body" sz="quarter" idx="22" hasCustomPrompt="1"/>
          </p:nvPr>
        </p:nvSpPr>
        <p:spPr>
          <a:xfrm>
            <a:off x="6347884" y="2433835"/>
            <a:ext cx="2322513" cy="936000"/>
          </a:xfrm>
        </p:spPr>
        <p:txBody>
          <a:bodyPr>
            <a:normAutofit/>
          </a:bodyPr>
          <a:lstStyle>
            <a:lvl1pPr marL="0" indent="0">
              <a:buNone/>
              <a:defRPr sz="1600" cap="none" baseline="0"/>
            </a:lvl1pPr>
          </a:lstStyle>
          <a:p>
            <a:pPr lvl="0"/>
            <a:r>
              <a:rPr lang="en-US"/>
              <a:t>Add text</a:t>
            </a:r>
          </a:p>
        </p:txBody>
      </p:sp>
      <p:sp>
        <p:nvSpPr>
          <p:cNvPr id="35" name="Text Placeholder 5"/>
          <p:cNvSpPr>
            <a:spLocks noGrp="1"/>
          </p:cNvSpPr>
          <p:nvPr>
            <p:ph type="body" sz="quarter" idx="23" hasCustomPrompt="1"/>
          </p:nvPr>
        </p:nvSpPr>
        <p:spPr>
          <a:xfrm>
            <a:off x="9174162" y="2433835"/>
            <a:ext cx="2322513" cy="936000"/>
          </a:xfrm>
        </p:spPr>
        <p:txBody>
          <a:bodyPr>
            <a:normAutofit/>
          </a:bodyPr>
          <a:lstStyle>
            <a:lvl1pPr marL="0" indent="0">
              <a:buNone/>
              <a:defRPr sz="1600" cap="none" baseline="0"/>
            </a:lvl1pPr>
          </a:lstStyle>
          <a:p>
            <a:pPr lvl="0"/>
            <a:r>
              <a:rPr lang="en-US"/>
              <a:t>Add text</a:t>
            </a:r>
          </a:p>
        </p:txBody>
      </p:sp>
      <p:sp>
        <p:nvSpPr>
          <p:cNvPr id="44" name="Text Placeholder 4"/>
          <p:cNvSpPr>
            <a:spLocks noGrp="1"/>
          </p:cNvSpPr>
          <p:nvPr>
            <p:ph type="body" sz="quarter" idx="36" hasCustomPrompt="1"/>
          </p:nvPr>
        </p:nvSpPr>
        <p:spPr>
          <a:xfrm>
            <a:off x="695326" y="4287606"/>
            <a:ext cx="2322000" cy="306229"/>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45" name="Text Placeholder 4"/>
          <p:cNvSpPr>
            <a:spLocks noGrp="1"/>
          </p:cNvSpPr>
          <p:nvPr>
            <p:ph type="body" sz="quarter" idx="37" hasCustomPrompt="1"/>
          </p:nvPr>
        </p:nvSpPr>
        <p:spPr>
          <a:xfrm>
            <a:off x="3521776" y="4287606"/>
            <a:ext cx="2322000" cy="306229"/>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46" name="Text Placeholder 4"/>
          <p:cNvSpPr>
            <a:spLocks noGrp="1"/>
          </p:cNvSpPr>
          <p:nvPr>
            <p:ph type="body" sz="quarter" idx="38" hasCustomPrompt="1"/>
          </p:nvPr>
        </p:nvSpPr>
        <p:spPr>
          <a:xfrm>
            <a:off x="6348226" y="4287606"/>
            <a:ext cx="2322000" cy="306229"/>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47" name="Text Placeholder 4"/>
          <p:cNvSpPr>
            <a:spLocks noGrp="1"/>
          </p:cNvSpPr>
          <p:nvPr>
            <p:ph type="body" sz="quarter" idx="39" hasCustomPrompt="1"/>
          </p:nvPr>
        </p:nvSpPr>
        <p:spPr>
          <a:xfrm>
            <a:off x="9174675" y="4287606"/>
            <a:ext cx="2322000" cy="306229"/>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48" name="Text Placeholder 5"/>
          <p:cNvSpPr>
            <a:spLocks noGrp="1"/>
          </p:cNvSpPr>
          <p:nvPr>
            <p:ph type="body" sz="quarter" idx="40" hasCustomPrompt="1"/>
          </p:nvPr>
        </p:nvSpPr>
        <p:spPr>
          <a:xfrm>
            <a:off x="695326" y="4665835"/>
            <a:ext cx="2322513" cy="936000"/>
          </a:xfrm>
        </p:spPr>
        <p:txBody>
          <a:bodyPr>
            <a:normAutofit/>
          </a:bodyPr>
          <a:lstStyle>
            <a:lvl1pPr marL="0" indent="0">
              <a:buNone/>
              <a:defRPr sz="1600" cap="none" baseline="0"/>
            </a:lvl1pPr>
          </a:lstStyle>
          <a:p>
            <a:pPr lvl="0"/>
            <a:r>
              <a:rPr lang="en-US"/>
              <a:t>Add text</a:t>
            </a:r>
          </a:p>
        </p:txBody>
      </p:sp>
      <p:sp>
        <p:nvSpPr>
          <p:cNvPr id="49" name="Text Placeholder 5"/>
          <p:cNvSpPr>
            <a:spLocks noGrp="1"/>
          </p:cNvSpPr>
          <p:nvPr>
            <p:ph type="body" sz="quarter" idx="41" hasCustomPrompt="1"/>
          </p:nvPr>
        </p:nvSpPr>
        <p:spPr>
          <a:xfrm>
            <a:off x="3521605" y="4665835"/>
            <a:ext cx="2322513" cy="936000"/>
          </a:xfrm>
        </p:spPr>
        <p:txBody>
          <a:bodyPr>
            <a:normAutofit/>
          </a:bodyPr>
          <a:lstStyle>
            <a:lvl1pPr marL="0" indent="0">
              <a:buNone/>
              <a:defRPr sz="1600" cap="none" baseline="0"/>
            </a:lvl1pPr>
          </a:lstStyle>
          <a:p>
            <a:pPr lvl="0"/>
            <a:r>
              <a:rPr lang="en-US"/>
              <a:t>Add text</a:t>
            </a:r>
          </a:p>
        </p:txBody>
      </p:sp>
      <p:sp>
        <p:nvSpPr>
          <p:cNvPr id="50" name="Text Placeholder 5"/>
          <p:cNvSpPr>
            <a:spLocks noGrp="1"/>
          </p:cNvSpPr>
          <p:nvPr>
            <p:ph type="body" sz="quarter" idx="42" hasCustomPrompt="1"/>
          </p:nvPr>
        </p:nvSpPr>
        <p:spPr>
          <a:xfrm>
            <a:off x="6347884" y="4665835"/>
            <a:ext cx="2322513" cy="936000"/>
          </a:xfrm>
        </p:spPr>
        <p:txBody>
          <a:bodyPr>
            <a:normAutofit/>
          </a:bodyPr>
          <a:lstStyle>
            <a:lvl1pPr marL="0" indent="0">
              <a:buNone/>
              <a:defRPr sz="1600" cap="none" baseline="0"/>
            </a:lvl1pPr>
          </a:lstStyle>
          <a:p>
            <a:pPr lvl="0"/>
            <a:r>
              <a:rPr lang="en-US"/>
              <a:t>Add text</a:t>
            </a:r>
          </a:p>
        </p:txBody>
      </p:sp>
      <p:sp>
        <p:nvSpPr>
          <p:cNvPr id="51" name="Text Placeholder 5"/>
          <p:cNvSpPr>
            <a:spLocks noGrp="1"/>
          </p:cNvSpPr>
          <p:nvPr>
            <p:ph type="body" sz="quarter" idx="43" hasCustomPrompt="1"/>
          </p:nvPr>
        </p:nvSpPr>
        <p:spPr>
          <a:xfrm>
            <a:off x="9174162" y="4665835"/>
            <a:ext cx="2322513" cy="936000"/>
          </a:xfrm>
        </p:spPr>
        <p:txBody>
          <a:bodyPr>
            <a:normAutofit/>
          </a:bodyPr>
          <a:lstStyle>
            <a:lvl1pPr marL="0" indent="0">
              <a:buNone/>
              <a:defRPr sz="1600" cap="none" baseline="0"/>
            </a:lvl1pPr>
          </a:lstStyle>
          <a:p>
            <a:pPr lvl="0"/>
            <a:r>
              <a:rPr lang="en-US"/>
              <a:t>Add text</a:t>
            </a:r>
          </a:p>
        </p:txBody>
      </p:sp>
      <p:sp>
        <p:nvSpPr>
          <p:cNvPr id="52" name="Text Placeholder 4"/>
          <p:cNvSpPr>
            <a:spLocks noGrp="1"/>
          </p:cNvSpPr>
          <p:nvPr>
            <p:ph type="body" sz="quarter" idx="44" hasCustomPrompt="1"/>
          </p:nvPr>
        </p:nvSpPr>
        <p:spPr>
          <a:xfrm>
            <a:off x="695326" y="3590365"/>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53" name="Text Placeholder 4"/>
          <p:cNvSpPr>
            <a:spLocks noGrp="1"/>
          </p:cNvSpPr>
          <p:nvPr>
            <p:ph type="body" sz="quarter" idx="45" hasCustomPrompt="1"/>
          </p:nvPr>
        </p:nvSpPr>
        <p:spPr>
          <a:xfrm>
            <a:off x="3521776" y="3590365"/>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54" name="Text Placeholder 4"/>
          <p:cNvSpPr>
            <a:spLocks noGrp="1"/>
          </p:cNvSpPr>
          <p:nvPr>
            <p:ph type="body" sz="quarter" idx="46" hasCustomPrompt="1"/>
          </p:nvPr>
        </p:nvSpPr>
        <p:spPr>
          <a:xfrm>
            <a:off x="6348226" y="3590365"/>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55" name="Text Placeholder 4"/>
          <p:cNvSpPr>
            <a:spLocks noGrp="1"/>
          </p:cNvSpPr>
          <p:nvPr>
            <p:ph type="body" sz="quarter" idx="47" hasCustomPrompt="1"/>
          </p:nvPr>
        </p:nvSpPr>
        <p:spPr>
          <a:xfrm>
            <a:off x="9174675" y="3590365"/>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2228">
          <p15:clr>
            <a:srgbClr val="9FCC3B"/>
          </p15:clr>
        </p15:guide>
        <p15:guide id="9" orient="horz" pos="2546">
          <p15:clr>
            <a:srgbClr val="9FCC3B"/>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Numbers">
    <p:spTree>
      <p:nvGrpSpPr>
        <p:cNvPr id="1" name=""/>
        <p:cNvGrpSpPr/>
        <p:nvPr/>
      </p:nvGrpSpPr>
      <p:grpSpPr>
        <a:xfrm>
          <a:off x="0" y="0"/>
          <a:ext cx="0" cy="0"/>
          <a:chOff x="0" y="0"/>
          <a:chExt cx="0" cy="0"/>
        </a:xfrm>
      </p:grpSpPr>
      <p:sp>
        <p:nvSpPr>
          <p:cNvPr id="40" name="Text Placeholder 4"/>
          <p:cNvSpPr>
            <a:spLocks noGrp="1"/>
          </p:cNvSpPr>
          <p:nvPr>
            <p:ph type="body" sz="quarter" idx="32" hasCustomPrompt="1"/>
          </p:nvPr>
        </p:nvSpPr>
        <p:spPr>
          <a:xfrm>
            <a:off x="695326" y="1571883"/>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2" name="Title 1"/>
          <p:cNvSpPr>
            <a:spLocks noGrp="1"/>
          </p:cNvSpPr>
          <p:nvPr>
            <p:ph type="title" hasCustomPrompt="1"/>
          </p:nvPr>
        </p:nvSpPr>
        <p:spPr/>
        <p:txBody>
          <a:bodyPr/>
          <a:lstStyle/>
          <a:p>
            <a:r>
              <a:rPr lang="en-US"/>
              <a:t>Add Title</a:t>
            </a:r>
          </a:p>
        </p:txBody>
      </p:sp>
      <p:sp>
        <p:nvSpPr>
          <p:cNvPr id="10" name="Date Placeholder 9"/>
          <p:cNvSpPr>
            <a:spLocks noGrp="1"/>
          </p:cNvSpPr>
          <p:nvPr>
            <p:ph type="dt" sz="half" idx="10"/>
          </p:nvPr>
        </p:nvSpPr>
        <p:spPr/>
        <p:txBody>
          <a:bodyPr/>
          <a:lstStyle/>
          <a:p>
            <a:endParaRPr lang="en-US"/>
          </a:p>
        </p:txBody>
      </p:sp>
      <p:sp>
        <p:nvSpPr>
          <p:cNvPr id="11" name="Footer Placeholder 10"/>
          <p:cNvSpPr>
            <a:spLocks noGrp="1"/>
          </p:cNvSpPr>
          <p:nvPr>
            <p:ph type="ftr" sz="quarter" idx="11"/>
          </p:nvPr>
        </p:nvSpPr>
        <p:spPr/>
        <p:txBody>
          <a:bodyPr/>
          <a:lstStyle/>
          <a:p>
            <a:r>
              <a:rPr lang="en-US"/>
              <a:t>© 2019 PTP. All rights reserved.</a:t>
            </a:r>
          </a:p>
        </p:txBody>
      </p:sp>
      <p:sp>
        <p:nvSpPr>
          <p:cNvPr id="12" name="Slide Number Placeholder 11"/>
          <p:cNvSpPr>
            <a:spLocks noGrp="1"/>
          </p:cNvSpPr>
          <p:nvPr>
            <p:ph type="sldNum" sz="quarter" idx="12"/>
          </p:nvPr>
        </p:nvSpPr>
        <p:spPr/>
        <p:txBody>
          <a:bodyPr/>
          <a:lstStyle/>
          <a:p>
            <a:fld id="{EAFE7DC3-8061-DA4A-AC8E-F40965DD04F4}" type="slidenum">
              <a:rPr lang="en-US" smtClean="0"/>
              <a:pPr/>
              <a:t>‹#›</a:t>
            </a:fld>
            <a:endParaRPr lang="en-US"/>
          </a:p>
        </p:txBody>
      </p:sp>
      <p:sp>
        <p:nvSpPr>
          <p:cNvPr id="5" name="Text Placeholder 4"/>
          <p:cNvSpPr>
            <a:spLocks noGrp="1"/>
          </p:cNvSpPr>
          <p:nvPr>
            <p:ph type="body" sz="quarter" idx="16" hasCustomPrompt="1"/>
          </p:nvPr>
        </p:nvSpPr>
        <p:spPr>
          <a:xfrm>
            <a:off x="695326" y="2253448"/>
            <a:ext cx="2322000" cy="295280"/>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32" name="Text Placeholder 5"/>
          <p:cNvSpPr>
            <a:spLocks noGrp="1"/>
          </p:cNvSpPr>
          <p:nvPr>
            <p:ph type="body" sz="quarter" idx="20" hasCustomPrompt="1"/>
          </p:nvPr>
        </p:nvSpPr>
        <p:spPr>
          <a:xfrm>
            <a:off x="695326" y="2620728"/>
            <a:ext cx="2322513" cy="396000"/>
          </a:xfrm>
        </p:spPr>
        <p:txBody>
          <a:bodyPr>
            <a:normAutofit/>
          </a:bodyPr>
          <a:lstStyle>
            <a:lvl1pPr marL="0" indent="0">
              <a:buNone/>
              <a:defRPr sz="1400" cap="none" baseline="0"/>
            </a:lvl1pPr>
          </a:lstStyle>
          <a:p>
            <a:pPr lvl="0"/>
            <a:r>
              <a:rPr lang="en-US"/>
              <a:t>Add text</a:t>
            </a:r>
          </a:p>
        </p:txBody>
      </p:sp>
      <p:sp>
        <p:nvSpPr>
          <p:cNvPr id="44" name="Text Placeholder 4"/>
          <p:cNvSpPr>
            <a:spLocks noGrp="1"/>
          </p:cNvSpPr>
          <p:nvPr>
            <p:ph type="body" sz="quarter" idx="36" hasCustomPrompt="1"/>
          </p:nvPr>
        </p:nvSpPr>
        <p:spPr>
          <a:xfrm>
            <a:off x="695326" y="4952679"/>
            <a:ext cx="2322000" cy="368024"/>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48" name="Text Placeholder 5"/>
          <p:cNvSpPr>
            <a:spLocks noGrp="1"/>
          </p:cNvSpPr>
          <p:nvPr>
            <p:ph type="body" sz="quarter" idx="40" hasCustomPrompt="1"/>
          </p:nvPr>
        </p:nvSpPr>
        <p:spPr>
          <a:xfrm>
            <a:off x="695326" y="5392703"/>
            <a:ext cx="2322513" cy="396000"/>
          </a:xfrm>
        </p:spPr>
        <p:txBody>
          <a:bodyPr>
            <a:normAutofit/>
          </a:bodyPr>
          <a:lstStyle>
            <a:lvl1pPr marL="0" indent="0">
              <a:buNone/>
              <a:defRPr sz="1400" cap="none" baseline="0"/>
            </a:lvl1pPr>
          </a:lstStyle>
          <a:p>
            <a:pPr lvl="0"/>
            <a:r>
              <a:rPr lang="en-US"/>
              <a:t>Add text</a:t>
            </a:r>
          </a:p>
        </p:txBody>
      </p:sp>
      <p:sp>
        <p:nvSpPr>
          <p:cNvPr id="52" name="Text Placeholder 4"/>
          <p:cNvSpPr>
            <a:spLocks noGrp="1"/>
          </p:cNvSpPr>
          <p:nvPr>
            <p:ph type="body" sz="quarter" idx="44" hasCustomPrompt="1"/>
          </p:nvPr>
        </p:nvSpPr>
        <p:spPr>
          <a:xfrm>
            <a:off x="695326" y="4340679"/>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38" name="Text Placeholder 4"/>
          <p:cNvSpPr>
            <a:spLocks noGrp="1"/>
          </p:cNvSpPr>
          <p:nvPr>
            <p:ph type="body" sz="quarter" idx="45" hasCustomPrompt="1"/>
          </p:nvPr>
        </p:nvSpPr>
        <p:spPr>
          <a:xfrm>
            <a:off x="695326" y="2956653"/>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39" name="Text Placeholder 4"/>
          <p:cNvSpPr>
            <a:spLocks noGrp="1"/>
          </p:cNvSpPr>
          <p:nvPr>
            <p:ph type="body" sz="quarter" idx="46" hasCustomPrompt="1"/>
          </p:nvPr>
        </p:nvSpPr>
        <p:spPr>
          <a:xfrm>
            <a:off x="695326" y="3640653"/>
            <a:ext cx="2322000" cy="292845"/>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56" name="Text Placeholder 5"/>
          <p:cNvSpPr>
            <a:spLocks noGrp="1"/>
          </p:cNvSpPr>
          <p:nvPr>
            <p:ph type="body" sz="quarter" idx="47" hasCustomPrompt="1"/>
          </p:nvPr>
        </p:nvSpPr>
        <p:spPr>
          <a:xfrm>
            <a:off x="695326" y="4005498"/>
            <a:ext cx="2322513" cy="396000"/>
          </a:xfrm>
        </p:spPr>
        <p:txBody>
          <a:bodyPr>
            <a:normAutofit/>
          </a:bodyPr>
          <a:lstStyle>
            <a:lvl1pPr marL="0" indent="0">
              <a:buNone/>
              <a:defRPr sz="1400" cap="none" baseline="0"/>
            </a:lvl1pPr>
          </a:lstStyle>
          <a:p>
            <a:pPr lvl="0"/>
            <a:r>
              <a:rPr lang="en-US"/>
              <a:t>Add text</a:t>
            </a:r>
          </a:p>
        </p:txBody>
      </p:sp>
      <p:sp>
        <p:nvSpPr>
          <p:cNvPr id="84" name="Text Placeholder 4"/>
          <p:cNvSpPr>
            <a:spLocks noGrp="1"/>
          </p:cNvSpPr>
          <p:nvPr>
            <p:ph type="body" sz="quarter" idx="48" hasCustomPrompt="1"/>
          </p:nvPr>
        </p:nvSpPr>
        <p:spPr>
          <a:xfrm>
            <a:off x="3521075" y="1571883"/>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85" name="Text Placeholder 4"/>
          <p:cNvSpPr>
            <a:spLocks noGrp="1"/>
          </p:cNvSpPr>
          <p:nvPr>
            <p:ph type="body" sz="quarter" idx="49" hasCustomPrompt="1"/>
          </p:nvPr>
        </p:nvSpPr>
        <p:spPr>
          <a:xfrm>
            <a:off x="3521075" y="2253448"/>
            <a:ext cx="2322000" cy="295280"/>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86" name="Text Placeholder 5"/>
          <p:cNvSpPr>
            <a:spLocks noGrp="1"/>
          </p:cNvSpPr>
          <p:nvPr>
            <p:ph type="body" sz="quarter" idx="50" hasCustomPrompt="1"/>
          </p:nvPr>
        </p:nvSpPr>
        <p:spPr>
          <a:xfrm>
            <a:off x="3521075" y="2620728"/>
            <a:ext cx="2322513" cy="396000"/>
          </a:xfrm>
        </p:spPr>
        <p:txBody>
          <a:bodyPr>
            <a:normAutofit/>
          </a:bodyPr>
          <a:lstStyle>
            <a:lvl1pPr marL="0" indent="0">
              <a:buNone/>
              <a:defRPr sz="1400" cap="none" baseline="0"/>
            </a:lvl1pPr>
          </a:lstStyle>
          <a:p>
            <a:pPr lvl="0"/>
            <a:r>
              <a:rPr lang="en-US"/>
              <a:t>Add text</a:t>
            </a:r>
          </a:p>
        </p:txBody>
      </p:sp>
      <p:sp>
        <p:nvSpPr>
          <p:cNvPr id="87" name="Text Placeholder 4"/>
          <p:cNvSpPr>
            <a:spLocks noGrp="1"/>
          </p:cNvSpPr>
          <p:nvPr>
            <p:ph type="body" sz="quarter" idx="51" hasCustomPrompt="1"/>
          </p:nvPr>
        </p:nvSpPr>
        <p:spPr>
          <a:xfrm>
            <a:off x="3521075" y="4952679"/>
            <a:ext cx="2322000" cy="368024"/>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88" name="Text Placeholder 5"/>
          <p:cNvSpPr>
            <a:spLocks noGrp="1"/>
          </p:cNvSpPr>
          <p:nvPr>
            <p:ph type="body" sz="quarter" idx="52" hasCustomPrompt="1"/>
          </p:nvPr>
        </p:nvSpPr>
        <p:spPr>
          <a:xfrm>
            <a:off x="3521075" y="5392703"/>
            <a:ext cx="2322513" cy="396000"/>
          </a:xfrm>
        </p:spPr>
        <p:txBody>
          <a:bodyPr>
            <a:normAutofit/>
          </a:bodyPr>
          <a:lstStyle>
            <a:lvl1pPr marL="0" indent="0">
              <a:buNone/>
              <a:defRPr sz="1400" cap="none" baseline="0"/>
            </a:lvl1pPr>
          </a:lstStyle>
          <a:p>
            <a:pPr lvl="0"/>
            <a:r>
              <a:rPr lang="en-US"/>
              <a:t>Add text</a:t>
            </a:r>
          </a:p>
        </p:txBody>
      </p:sp>
      <p:sp>
        <p:nvSpPr>
          <p:cNvPr id="89" name="Text Placeholder 4"/>
          <p:cNvSpPr>
            <a:spLocks noGrp="1"/>
          </p:cNvSpPr>
          <p:nvPr>
            <p:ph type="body" sz="quarter" idx="53" hasCustomPrompt="1"/>
          </p:nvPr>
        </p:nvSpPr>
        <p:spPr>
          <a:xfrm>
            <a:off x="3521075" y="4340679"/>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90" name="Text Placeholder 4"/>
          <p:cNvSpPr>
            <a:spLocks noGrp="1"/>
          </p:cNvSpPr>
          <p:nvPr>
            <p:ph type="body" sz="quarter" idx="54" hasCustomPrompt="1"/>
          </p:nvPr>
        </p:nvSpPr>
        <p:spPr>
          <a:xfrm>
            <a:off x="3521075" y="2956653"/>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91" name="Text Placeholder 4"/>
          <p:cNvSpPr>
            <a:spLocks noGrp="1"/>
          </p:cNvSpPr>
          <p:nvPr>
            <p:ph type="body" sz="quarter" idx="55" hasCustomPrompt="1"/>
          </p:nvPr>
        </p:nvSpPr>
        <p:spPr>
          <a:xfrm>
            <a:off x="3521075" y="3640653"/>
            <a:ext cx="2322000" cy="292845"/>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92" name="Text Placeholder 5"/>
          <p:cNvSpPr>
            <a:spLocks noGrp="1"/>
          </p:cNvSpPr>
          <p:nvPr>
            <p:ph type="body" sz="quarter" idx="56" hasCustomPrompt="1"/>
          </p:nvPr>
        </p:nvSpPr>
        <p:spPr>
          <a:xfrm>
            <a:off x="3521075" y="4005498"/>
            <a:ext cx="2322513" cy="396000"/>
          </a:xfrm>
        </p:spPr>
        <p:txBody>
          <a:bodyPr>
            <a:normAutofit/>
          </a:bodyPr>
          <a:lstStyle>
            <a:lvl1pPr marL="0" indent="0">
              <a:buNone/>
              <a:defRPr sz="1400" cap="none" baseline="0"/>
            </a:lvl1pPr>
          </a:lstStyle>
          <a:p>
            <a:pPr lvl="0"/>
            <a:r>
              <a:rPr lang="en-US"/>
              <a:t>Add text</a:t>
            </a:r>
          </a:p>
        </p:txBody>
      </p:sp>
      <p:sp>
        <p:nvSpPr>
          <p:cNvPr id="102" name="Text Placeholder 4"/>
          <p:cNvSpPr>
            <a:spLocks noGrp="1"/>
          </p:cNvSpPr>
          <p:nvPr>
            <p:ph type="body" sz="quarter" idx="57" hasCustomPrompt="1"/>
          </p:nvPr>
        </p:nvSpPr>
        <p:spPr>
          <a:xfrm>
            <a:off x="6350001" y="1571883"/>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103" name="Text Placeholder 4"/>
          <p:cNvSpPr>
            <a:spLocks noGrp="1"/>
          </p:cNvSpPr>
          <p:nvPr>
            <p:ph type="body" sz="quarter" idx="58" hasCustomPrompt="1"/>
          </p:nvPr>
        </p:nvSpPr>
        <p:spPr>
          <a:xfrm>
            <a:off x="6350001" y="2253448"/>
            <a:ext cx="2322000" cy="295280"/>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104" name="Text Placeholder 5"/>
          <p:cNvSpPr>
            <a:spLocks noGrp="1"/>
          </p:cNvSpPr>
          <p:nvPr>
            <p:ph type="body" sz="quarter" idx="59" hasCustomPrompt="1"/>
          </p:nvPr>
        </p:nvSpPr>
        <p:spPr>
          <a:xfrm>
            <a:off x="6350001" y="2620728"/>
            <a:ext cx="2322513" cy="396000"/>
          </a:xfrm>
        </p:spPr>
        <p:txBody>
          <a:bodyPr>
            <a:normAutofit/>
          </a:bodyPr>
          <a:lstStyle>
            <a:lvl1pPr marL="0" indent="0">
              <a:buNone/>
              <a:defRPr sz="1400" cap="none" baseline="0"/>
            </a:lvl1pPr>
          </a:lstStyle>
          <a:p>
            <a:pPr lvl="0"/>
            <a:r>
              <a:rPr lang="en-US"/>
              <a:t>Add text</a:t>
            </a:r>
          </a:p>
        </p:txBody>
      </p:sp>
      <p:sp>
        <p:nvSpPr>
          <p:cNvPr id="105" name="Text Placeholder 4"/>
          <p:cNvSpPr>
            <a:spLocks noGrp="1"/>
          </p:cNvSpPr>
          <p:nvPr>
            <p:ph type="body" sz="quarter" idx="60" hasCustomPrompt="1"/>
          </p:nvPr>
        </p:nvSpPr>
        <p:spPr>
          <a:xfrm>
            <a:off x="6350001" y="4952679"/>
            <a:ext cx="2322000" cy="368024"/>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106" name="Text Placeholder 5"/>
          <p:cNvSpPr>
            <a:spLocks noGrp="1"/>
          </p:cNvSpPr>
          <p:nvPr>
            <p:ph type="body" sz="quarter" idx="61" hasCustomPrompt="1"/>
          </p:nvPr>
        </p:nvSpPr>
        <p:spPr>
          <a:xfrm>
            <a:off x="6350001" y="5392703"/>
            <a:ext cx="2322513" cy="396000"/>
          </a:xfrm>
        </p:spPr>
        <p:txBody>
          <a:bodyPr>
            <a:normAutofit/>
          </a:bodyPr>
          <a:lstStyle>
            <a:lvl1pPr marL="0" indent="0">
              <a:buNone/>
              <a:defRPr sz="1400" cap="none" baseline="0"/>
            </a:lvl1pPr>
          </a:lstStyle>
          <a:p>
            <a:pPr lvl="0"/>
            <a:r>
              <a:rPr lang="en-US"/>
              <a:t>Add text</a:t>
            </a:r>
          </a:p>
        </p:txBody>
      </p:sp>
      <p:sp>
        <p:nvSpPr>
          <p:cNvPr id="107" name="Text Placeholder 4"/>
          <p:cNvSpPr>
            <a:spLocks noGrp="1"/>
          </p:cNvSpPr>
          <p:nvPr>
            <p:ph type="body" sz="quarter" idx="62" hasCustomPrompt="1"/>
          </p:nvPr>
        </p:nvSpPr>
        <p:spPr>
          <a:xfrm>
            <a:off x="6350001" y="4340679"/>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108" name="Text Placeholder 4"/>
          <p:cNvSpPr>
            <a:spLocks noGrp="1"/>
          </p:cNvSpPr>
          <p:nvPr>
            <p:ph type="body" sz="quarter" idx="63" hasCustomPrompt="1"/>
          </p:nvPr>
        </p:nvSpPr>
        <p:spPr>
          <a:xfrm>
            <a:off x="6350001" y="2956653"/>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109" name="Text Placeholder 4"/>
          <p:cNvSpPr>
            <a:spLocks noGrp="1"/>
          </p:cNvSpPr>
          <p:nvPr>
            <p:ph type="body" sz="quarter" idx="64" hasCustomPrompt="1"/>
          </p:nvPr>
        </p:nvSpPr>
        <p:spPr>
          <a:xfrm>
            <a:off x="6350001" y="3640653"/>
            <a:ext cx="2322000" cy="292845"/>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110" name="Text Placeholder 5"/>
          <p:cNvSpPr>
            <a:spLocks noGrp="1"/>
          </p:cNvSpPr>
          <p:nvPr>
            <p:ph type="body" sz="quarter" idx="65" hasCustomPrompt="1"/>
          </p:nvPr>
        </p:nvSpPr>
        <p:spPr>
          <a:xfrm>
            <a:off x="6350001" y="4005498"/>
            <a:ext cx="2322513" cy="396000"/>
          </a:xfrm>
        </p:spPr>
        <p:txBody>
          <a:bodyPr>
            <a:normAutofit/>
          </a:bodyPr>
          <a:lstStyle>
            <a:lvl1pPr marL="0" indent="0">
              <a:buNone/>
              <a:defRPr sz="1400" cap="none" baseline="0"/>
            </a:lvl1pPr>
          </a:lstStyle>
          <a:p>
            <a:pPr lvl="0"/>
            <a:r>
              <a:rPr lang="en-US"/>
              <a:t>Add text</a:t>
            </a:r>
          </a:p>
        </p:txBody>
      </p:sp>
      <p:sp>
        <p:nvSpPr>
          <p:cNvPr id="111" name="Text Placeholder 4"/>
          <p:cNvSpPr>
            <a:spLocks noGrp="1"/>
          </p:cNvSpPr>
          <p:nvPr>
            <p:ph type="body" sz="quarter" idx="66" hasCustomPrompt="1"/>
          </p:nvPr>
        </p:nvSpPr>
        <p:spPr>
          <a:xfrm>
            <a:off x="9175750" y="1571883"/>
            <a:ext cx="2322000" cy="612000"/>
          </a:xfrm>
        </p:spPr>
        <p:txBody>
          <a:bodyPr anchor="t">
            <a:noAutofit/>
          </a:bodyPr>
          <a:lstStyle>
            <a:lvl1pPr marL="0" indent="0">
              <a:lnSpc>
                <a:spcPct val="90000"/>
              </a:lnSpc>
              <a:buNone/>
              <a:defRPr sz="4400" cap="none" baseline="0">
                <a:solidFill>
                  <a:schemeClr val="accent1"/>
                </a:solidFill>
                <a:latin typeface="+mj-lt"/>
              </a:defRPr>
            </a:lvl1pPr>
          </a:lstStyle>
          <a:p>
            <a:pPr lvl="0"/>
            <a:r>
              <a:rPr lang="en-US"/>
              <a:t>#</a:t>
            </a:r>
          </a:p>
        </p:txBody>
      </p:sp>
      <p:sp>
        <p:nvSpPr>
          <p:cNvPr id="112" name="Text Placeholder 4"/>
          <p:cNvSpPr>
            <a:spLocks noGrp="1"/>
          </p:cNvSpPr>
          <p:nvPr>
            <p:ph type="body" sz="quarter" idx="67" hasCustomPrompt="1"/>
          </p:nvPr>
        </p:nvSpPr>
        <p:spPr>
          <a:xfrm>
            <a:off x="9175750" y="2253448"/>
            <a:ext cx="2322000" cy="295280"/>
          </a:xfrm>
        </p:spPr>
        <p:txBody>
          <a:bodyPr anchor="b">
            <a:noAutofit/>
          </a:bodyPr>
          <a:lstStyle>
            <a:lvl1pPr marL="0" indent="0">
              <a:lnSpc>
                <a:spcPct val="90000"/>
              </a:lnSpc>
              <a:buNone/>
              <a:defRPr sz="2000" cap="none" baseline="0">
                <a:solidFill>
                  <a:schemeClr val="accent1"/>
                </a:solidFill>
                <a:latin typeface="+mj-lt"/>
              </a:defRPr>
            </a:lvl1pPr>
          </a:lstStyle>
          <a:p>
            <a:pPr lvl="0"/>
            <a:r>
              <a:rPr lang="en-US"/>
              <a:t>Add Subtitle</a:t>
            </a:r>
          </a:p>
        </p:txBody>
      </p:sp>
      <p:sp>
        <p:nvSpPr>
          <p:cNvPr id="113" name="Text Placeholder 5"/>
          <p:cNvSpPr>
            <a:spLocks noGrp="1"/>
          </p:cNvSpPr>
          <p:nvPr>
            <p:ph type="body" sz="quarter" idx="68" hasCustomPrompt="1"/>
          </p:nvPr>
        </p:nvSpPr>
        <p:spPr>
          <a:xfrm>
            <a:off x="9175750" y="2620728"/>
            <a:ext cx="2322513" cy="396000"/>
          </a:xfrm>
        </p:spPr>
        <p:txBody>
          <a:bodyPr>
            <a:normAutofit/>
          </a:bodyPr>
          <a:lstStyle>
            <a:lvl1pPr marL="0" indent="0">
              <a:buNone/>
              <a:defRPr sz="1400" cap="none" baseline="0"/>
            </a:lvl1pPr>
          </a:lstStyle>
          <a:p>
            <a:pPr lvl="0"/>
            <a:r>
              <a:rPr lang="en-US"/>
              <a:t>Add text</a:t>
            </a:r>
          </a:p>
        </p:txBody>
      </p:sp>
      <p:sp>
        <p:nvSpPr>
          <p:cNvPr id="114" name="Text Placeholder 4"/>
          <p:cNvSpPr>
            <a:spLocks noGrp="1"/>
          </p:cNvSpPr>
          <p:nvPr>
            <p:ph type="body" sz="quarter" idx="69" hasCustomPrompt="1"/>
          </p:nvPr>
        </p:nvSpPr>
        <p:spPr>
          <a:xfrm>
            <a:off x="9175750" y="4952679"/>
            <a:ext cx="2322000" cy="368024"/>
          </a:xfrm>
        </p:spPr>
        <p:txBody>
          <a:bodyPr anchor="b">
            <a:noAutofit/>
          </a:bodyPr>
          <a:lstStyle>
            <a:lvl1pPr marL="0" indent="0">
              <a:lnSpc>
                <a:spcPct val="90000"/>
              </a:lnSpc>
              <a:buNone/>
              <a:defRPr sz="2000" cap="none" baseline="0">
                <a:solidFill>
                  <a:schemeClr val="tx2"/>
                </a:solidFill>
                <a:latin typeface="+mj-lt"/>
              </a:defRPr>
            </a:lvl1pPr>
          </a:lstStyle>
          <a:p>
            <a:pPr lvl="0"/>
            <a:r>
              <a:rPr lang="en-US"/>
              <a:t>Add Subtitle</a:t>
            </a:r>
          </a:p>
        </p:txBody>
      </p:sp>
      <p:sp>
        <p:nvSpPr>
          <p:cNvPr id="115" name="Text Placeholder 5"/>
          <p:cNvSpPr>
            <a:spLocks noGrp="1"/>
          </p:cNvSpPr>
          <p:nvPr>
            <p:ph type="body" sz="quarter" idx="70" hasCustomPrompt="1"/>
          </p:nvPr>
        </p:nvSpPr>
        <p:spPr>
          <a:xfrm>
            <a:off x="9175750" y="5392703"/>
            <a:ext cx="2322513" cy="396000"/>
          </a:xfrm>
        </p:spPr>
        <p:txBody>
          <a:bodyPr>
            <a:normAutofit/>
          </a:bodyPr>
          <a:lstStyle>
            <a:lvl1pPr marL="0" indent="0">
              <a:buNone/>
              <a:defRPr sz="1400" cap="none" baseline="0"/>
            </a:lvl1pPr>
          </a:lstStyle>
          <a:p>
            <a:pPr lvl="0"/>
            <a:r>
              <a:rPr lang="en-US"/>
              <a:t>Add text</a:t>
            </a:r>
          </a:p>
        </p:txBody>
      </p:sp>
      <p:sp>
        <p:nvSpPr>
          <p:cNvPr id="116" name="Text Placeholder 4"/>
          <p:cNvSpPr>
            <a:spLocks noGrp="1"/>
          </p:cNvSpPr>
          <p:nvPr>
            <p:ph type="body" sz="quarter" idx="71" hasCustomPrompt="1"/>
          </p:nvPr>
        </p:nvSpPr>
        <p:spPr>
          <a:xfrm>
            <a:off x="9175750" y="4340679"/>
            <a:ext cx="2322000" cy="612000"/>
          </a:xfrm>
        </p:spPr>
        <p:txBody>
          <a:bodyPr anchor="t">
            <a:noAutofit/>
          </a:bodyPr>
          <a:lstStyle>
            <a:lvl1pPr marL="0" indent="0">
              <a:lnSpc>
                <a:spcPct val="90000"/>
              </a:lnSpc>
              <a:buNone/>
              <a:defRPr sz="4400" cap="none" baseline="0">
                <a:solidFill>
                  <a:schemeClr val="tx2"/>
                </a:solidFill>
                <a:latin typeface="+mj-lt"/>
              </a:defRPr>
            </a:lvl1pPr>
          </a:lstStyle>
          <a:p>
            <a:pPr lvl="0"/>
            <a:r>
              <a:rPr lang="en-US"/>
              <a:t>#</a:t>
            </a:r>
          </a:p>
        </p:txBody>
      </p:sp>
      <p:sp>
        <p:nvSpPr>
          <p:cNvPr id="117" name="Text Placeholder 4"/>
          <p:cNvSpPr>
            <a:spLocks noGrp="1"/>
          </p:cNvSpPr>
          <p:nvPr>
            <p:ph type="body" sz="quarter" idx="72" hasCustomPrompt="1"/>
          </p:nvPr>
        </p:nvSpPr>
        <p:spPr>
          <a:xfrm>
            <a:off x="9175750" y="2956653"/>
            <a:ext cx="2322000" cy="612000"/>
          </a:xfrm>
        </p:spPr>
        <p:txBody>
          <a:bodyPr anchor="t">
            <a:noAutofit/>
          </a:bodyPr>
          <a:lstStyle>
            <a:lvl1pPr marL="0" indent="0">
              <a:lnSpc>
                <a:spcPct val="90000"/>
              </a:lnSpc>
              <a:buNone/>
              <a:defRPr sz="4400" cap="none" baseline="0">
                <a:solidFill>
                  <a:schemeClr val="accent2"/>
                </a:solidFill>
                <a:latin typeface="+mj-lt"/>
              </a:defRPr>
            </a:lvl1pPr>
          </a:lstStyle>
          <a:p>
            <a:pPr lvl="0"/>
            <a:r>
              <a:rPr lang="en-US"/>
              <a:t>#</a:t>
            </a:r>
          </a:p>
        </p:txBody>
      </p:sp>
      <p:sp>
        <p:nvSpPr>
          <p:cNvPr id="118" name="Text Placeholder 4"/>
          <p:cNvSpPr>
            <a:spLocks noGrp="1"/>
          </p:cNvSpPr>
          <p:nvPr>
            <p:ph type="body" sz="quarter" idx="73" hasCustomPrompt="1"/>
          </p:nvPr>
        </p:nvSpPr>
        <p:spPr>
          <a:xfrm>
            <a:off x="9175750" y="3640653"/>
            <a:ext cx="2322000" cy="292845"/>
          </a:xfrm>
        </p:spPr>
        <p:txBody>
          <a:bodyPr anchor="b">
            <a:noAutofit/>
          </a:bodyPr>
          <a:lstStyle>
            <a:lvl1pPr marL="0" indent="0">
              <a:lnSpc>
                <a:spcPct val="90000"/>
              </a:lnSpc>
              <a:buNone/>
              <a:defRPr sz="2000" cap="none" baseline="0">
                <a:solidFill>
                  <a:schemeClr val="accent2"/>
                </a:solidFill>
                <a:latin typeface="+mj-lt"/>
              </a:defRPr>
            </a:lvl1pPr>
          </a:lstStyle>
          <a:p>
            <a:pPr lvl="0"/>
            <a:r>
              <a:rPr lang="en-US"/>
              <a:t>Add Subtitle</a:t>
            </a:r>
          </a:p>
        </p:txBody>
      </p:sp>
      <p:sp>
        <p:nvSpPr>
          <p:cNvPr id="119" name="Text Placeholder 5"/>
          <p:cNvSpPr>
            <a:spLocks noGrp="1"/>
          </p:cNvSpPr>
          <p:nvPr>
            <p:ph type="body" sz="quarter" idx="74" hasCustomPrompt="1"/>
          </p:nvPr>
        </p:nvSpPr>
        <p:spPr>
          <a:xfrm>
            <a:off x="9175750" y="4005498"/>
            <a:ext cx="2322513" cy="396000"/>
          </a:xfrm>
        </p:spPr>
        <p:txBody>
          <a:bodyPr>
            <a:normAutofit/>
          </a:bodyPr>
          <a:lstStyle>
            <a:lvl1pPr marL="0" indent="0">
              <a:buNone/>
              <a:defRPr sz="1400" cap="none" baseline="0"/>
            </a:lvl1pPr>
          </a:lstStyle>
          <a:p>
            <a:pPr lvl="0"/>
            <a:r>
              <a:rPr lang="en-US"/>
              <a:t>Add text</a:t>
            </a:r>
          </a:p>
        </p:txBody>
      </p:sp>
    </p:spTree>
  </p:cSld>
  <p:clrMapOvr>
    <a:masterClrMapping/>
  </p:clrMapOvr>
  <p:extLst>
    <p:ext uri="{DCECCB84-F9BA-43D5-87BE-67443E8EF086}">
      <p15:sldGuideLst xmlns:p15="http://schemas.microsoft.com/office/powerpoint/2012/main">
        <p15:guide id="1" pos="1900">
          <p15:clr>
            <a:srgbClr val="9FCC3B"/>
          </p15:clr>
        </p15:guide>
        <p15:guide id="2" orient="horz" pos="1139">
          <p15:clr>
            <a:srgbClr val="9FCC3B"/>
          </p15:clr>
        </p15:guide>
        <p15:guide id="3" pos="2218">
          <p15:clr>
            <a:srgbClr val="9FCC3B"/>
          </p15:clr>
        </p15:guide>
        <p15:guide id="4" pos="3681">
          <p15:clr>
            <a:srgbClr val="9FCC3B"/>
          </p15:clr>
        </p15:guide>
        <p15:guide id="5" pos="3999">
          <p15:clr>
            <a:srgbClr val="9FCC3B"/>
          </p15:clr>
        </p15:guide>
        <p15:guide id="6" pos="5462">
          <p15:clr>
            <a:srgbClr val="9FCC3B"/>
          </p15:clr>
        </p15:guide>
        <p15:guide id="7" pos="5780">
          <p15:clr>
            <a:srgbClr val="9FCC3B"/>
          </p15:clr>
        </p15:guide>
        <p15:guide id="8" orient="horz" pos="1888" userDrawn="1">
          <p15:clr>
            <a:srgbClr val="9FCC3B"/>
          </p15:clr>
        </p15:guide>
        <p15:guide id="9" orient="horz" pos="2012" userDrawn="1">
          <p15:clr>
            <a:srgbClr val="9FCC3B"/>
          </p15:clr>
        </p15:guide>
        <p15:guide id="10" orient="horz" pos="2886" userDrawn="1">
          <p15:clr>
            <a:srgbClr val="9FCC3B"/>
          </p15:clr>
        </p15:guide>
        <p15:guide id="11" orient="horz" pos="2760" userDrawn="1">
          <p15:clr>
            <a:srgbClr val="9FCC3B"/>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hanks">
    <p:bg>
      <p:bgPr>
        <a:solidFill>
          <a:schemeClr val="bg1"/>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95325" y="3065025"/>
            <a:ext cx="10801350" cy="1329595"/>
          </a:xfrm>
        </p:spPr>
        <p:txBody>
          <a:bodyPr anchor="b"/>
          <a:lstStyle>
            <a:lvl1pPr algn="l">
              <a:defRPr sz="4800" baseline="0">
                <a:gradFill flip="none" rotWithShape="1">
                  <a:gsLst>
                    <a:gs pos="99000">
                      <a:schemeClr val="accent3"/>
                    </a:gs>
                    <a:gs pos="0">
                      <a:schemeClr val="accent1"/>
                    </a:gs>
                  </a:gsLst>
                  <a:lin ang="0" scaled="1"/>
                  <a:tileRect/>
                </a:gradFill>
              </a:defRPr>
            </a:lvl1pPr>
          </a:lstStyle>
          <a:p>
            <a:r>
              <a:rPr lang="en-US"/>
              <a:t>Thank You!</a:t>
            </a:r>
            <a:br>
              <a:rPr lang="en-US"/>
            </a:br>
            <a:r>
              <a:rPr lang="en-US"/>
              <a:t>–</a:t>
            </a:r>
          </a:p>
        </p:txBody>
      </p:sp>
      <p:sp>
        <p:nvSpPr>
          <p:cNvPr id="10" name="Date Placeholder 9"/>
          <p:cNvSpPr>
            <a:spLocks noGrp="1"/>
          </p:cNvSpPr>
          <p:nvPr>
            <p:ph type="dt" sz="half" idx="10"/>
          </p:nvPr>
        </p:nvSpPr>
        <p:spPr>
          <a:xfrm>
            <a:off x="695324" y="5769338"/>
            <a:ext cx="1423407" cy="360000"/>
          </a:xfrm>
        </p:spPr>
        <p:txBody>
          <a:bodyPr anchor="b"/>
          <a:lstStyle>
            <a:lvl1pPr algn="l">
              <a:defRPr sz="1400">
                <a:solidFill>
                  <a:schemeClr val="tx1">
                    <a:alpha val="50000"/>
                  </a:schemeClr>
                </a:solidFill>
              </a:defRPr>
            </a:lvl1pPr>
          </a:lstStyle>
          <a:p>
            <a:endParaRPr lang="en-US"/>
          </a:p>
        </p:txBody>
      </p:sp>
      <p:grpSp>
        <p:nvGrpSpPr>
          <p:cNvPr id="5" name="Group 4"/>
          <p:cNvGrpSpPr>
            <a:grpSpLocks noChangeAspect="1"/>
          </p:cNvGrpSpPr>
          <p:nvPr userDrawn="1"/>
        </p:nvGrpSpPr>
        <p:grpSpPr>
          <a:xfrm>
            <a:off x="695325" y="728663"/>
            <a:ext cx="1865036" cy="720000"/>
            <a:chOff x="4961326" y="3094445"/>
            <a:chExt cx="2360926" cy="911439"/>
          </a:xfrm>
        </p:grpSpPr>
        <p:sp>
          <p:nvSpPr>
            <p:cNvPr id="6" name="Shape"/>
            <p:cNvSpPr>
              <a:spLocks noChangeAspect="1"/>
            </p:cNvSpPr>
            <p:nvPr/>
          </p:nvSpPr>
          <p:spPr>
            <a:xfrm>
              <a:off x="4961326" y="3205157"/>
              <a:ext cx="1287656" cy="800727"/>
            </a:xfrm>
            <a:custGeom>
              <a:avLst/>
              <a:gdLst/>
              <a:ahLst/>
              <a:cxnLst>
                <a:cxn ang="0">
                  <a:pos x="wd2" y="hd2"/>
                </a:cxn>
                <a:cxn ang="5400000">
                  <a:pos x="wd2" y="hd2"/>
                </a:cxn>
                <a:cxn ang="10800000">
                  <a:pos x="wd2" y="hd2"/>
                </a:cxn>
                <a:cxn ang="16200000">
                  <a:pos x="wd2" y="hd2"/>
                </a:cxn>
              </a:cxnLst>
              <a:rect l="0" t="0" r="r" b="b"/>
              <a:pathLst>
                <a:path w="21600" h="21600" extrusionOk="0">
                  <a:moveTo>
                    <a:pt x="9703" y="0"/>
                  </a:moveTo>
                  <a:lnTo>
                    <a:pt x="9703" y="4617"/>
                  </a:lnTo>
                  <a:lnTo>
                    <a:pt x="8346" y="4617"/>
                  </a:lnTo>
                  <a:lnTo>
                    <a:pt x="8346" y="6000"/>
                  </a:lnTo>
                  <a:lnTo>
                    <a:pt x="9703" y="6000"/>
                  </a:lnTo>
                  <a:lnTo>
                    <a:pt x="9697" y="13713"/>
                  </a:lnTo>
                  <a:cubicBezTo>
                    <a:pt x="9697" y="16671"/>
                    <a:pt x="10651" y="17555"/>
                    <a:pt x="11949" y="17555"/>
                  </a:cubicBezTo>
                  <a:lnTo>
                    <a:pt x="11949" y="15945"/>
                  </a:lnTo>
                  <a:cubicBezTo>
                    <a:pt x="11628" y="15945"/>
                    <a:pt x="10698" y="15945"/>
                    <a:pt x="10698" y="13713"/>
                  </a:cubicBezTo>
                  <a:lnTo>
                    <a:pt x="10698" y="6000"/>
                  </a:lnTo>
                  <a:lnTo>
                    <a:pt x="12276" y="6000"/>
                  </a:lnTo>
                  <a:lnTo>
                    <a:pt x="12276" y="4617"/>
                  </a:lnTo>
                  <a:lnTo>
                    <a:pt x="10698" y="4617"/>
                  </a:lnTo>
                  <a:lnTo>
                    <a:pt x="10698" y="0"/>
                  </a:lnTo>
                  <a:cubicBezTo>
                    <a:pt x="10698" y="0"/>
                    <a:pt x="9703" y="0"/>
                    <a:pt x="9703" y="0"/>
                  </a:cubicBezTo>
                  <a:close/>
                  <a:moveTo>
                    <a:pt x="15899" y="4949"/>
                  </a:moveTo>
                  <a:cubicBezTo>
                    <a:pt x="15388" y="5383"/>
                    <a:pt x="14936" y="6034"/>
                    <a:pt x="14543" y="6903"/>
                  </a:cubicBezTo>
                  <a:lnTo>
                    <a:pt x="14543" y="4617"/>
                  </a:lnTo>
                  <a:lnTo>
                    <a:pt x="13548" y="4617"/>
                  </a:lnTo>
                  <a:lnTo>
                    <a:pt x="13548" y="21600"/>
                  </a:lnTo>
                  <a:lnTo>
                    <a:pt x="14543" y="21600"/>
                  </a:lnTo>
                  <a:lnTo>
                    <a:pt x="14543" y="14914"/>
                  </a:lnTo>
                  <a:cubicBezTo>
                    <a:pt x="14959" y="15730"/>
                    <a:pt x="15426" y="16343"/>
                    <a:pt x="15942" y="16754"/>
                  </a:cubicBezTo>
                  <a:cubicBezTo>
                    <a:pt x="16457" y="17166"/>
                    <a:pt x="17023" y="17372"/>
                    <a:pt x="17638" y="17372"/>
                  </a:cubicBezTo>
                  <a:cubicBezTo>
                    <a:pt x="18732" y="17372"/>
                    <a:pt x="19665" y="16733"/>
                    <a:pt x="20439" y="15457"/>
                  </a:cubicBezTo>
                  <a:cubicBezTo>
                    <a:pt x="21213" y="14181"/>
                    <a:pt x="21600" y="12629"/>
                    <a:pt x="21600" y="10800"/>
                  </a:cubicBezTo>
                  <a:cubicBezTo>
                    <a:pt x="21600" y="9010"/>
                    <a:pt x="21210" y="7478"/>
                    <a:pt x="20428" y="6206"/>
                  </a:cubicBezTo>
                  <a:cubicBezTo>
                    <a:pt x="19648" y="4933"/>
                    <a:pt x="18708" y="4297"/>
                    <a:pt x="17610" y="4297"/>
                  </a:cubicBezTo>
                  <a:cubicBezTo>
                    <a:pt x="16981" y="4297"/>
                    <a:pt x="16410" y="4514"/>
                    <a:pt x="15899" y="4949"/>
                  </a:cubicBezTo>
                  <a:moveTo>
                    <a:pt x="15993" y="15235"/>
                  </a:moveTo>
                  <a:cubicBezTo>
                    <a:pt x="15504" y="14794"/>
                    <a:pt x="15128" y="14196"/>
                    <a:pt x="14865" y="13443"/>
                  </a:cubicBezTo>
                  <a:cubicBezTo>
                    <a:pt x="14603" y="12690"/>
                    <a:pt x="14472" y="11841"/>
                    <a:pt x="14472" y="10897"/>
                  </a:cubicBezTo>
                  <a:cubicBezTo>
                    <a:pt x="14472" y="9459"/>
                    <a:pt x="14766" y="8256"/>
                    <a:pt x="15355" y="7290"/>
                  </a:cubicBezTo>
                  <a:cubicBezTo>
                    <a:pt x="15943" y="6323"/>
                    <a:pt x="16667" y="5840"/>
                    <a:pt x="17528" y="5840"/>
                  </a:cubicBezTo>
                  <a:cubicBezTo>
                    <a:pt x="18081" y="5840"/>
                    <a:pt x="18591" y="6059"/>
                    <a:pt x="19059" y="6496"/>
                  </a:cubicBezTo>
                  <a:cubicBezTo>
                    <a:pt x="19527" y="6934"/>
                    <a:pt x="19899" y="7549"/>
                    <a:pt x="20176" y="8340"/>
                  </a:cubicBezTo>
                  <a:cubicBezTo>
                    <a:pt x="20453" y="9132"/>
                    <a:pt x="20591" y="9969"/>
                    <a:pt x="20591" y="10851"/>
                  </a:cubicBezTo>
                  <a:cubicBezTo>
                    <a:pt x="20591" y="11727"/>
                    <a:pt x="20451" y="12564"/>
                    <a:pt x="20172" y="13363"/>
                  </a:cubicBezTo>
                  <a:cubicBezTo>
                    <a:pt x="19894" y="14162"/>
                    <a:pt x="19519" y="14784"/>
                    <a:pt x="19049" y="15229"/>
                  </a:cubicBezTo>
                  <a:cubicBezTo>
                    <a:pt x="18578" y="15675"/>
                    <a:pt x="18076" y="15897"/>
                    <a:pt x="17542" y="15897"/>
                  </a:cubicBezTo>
                  <a:cubicBezTo>
                    <a:pt x="16998" y="15897"/>
                    <a:pt x="16482" y="15677"/>
                    <a:pt x="15993" y="15235"/>
                  </a:cubicBezTo>
                  <a:moveTo>
                    <a:pt x="2351" y="4949"/>
                  </a:moveTo>
                  <a:cubicBezTo>
                    <a:pt x="1840" y="5383"/>
                    <a:pt x="1388" y="6034"/>
                    <a:pt x="995" y="6903"/>
                  </a:cubicBezTo>
                  <a:lnTo>
                    <a:pt x="995" y="4617"/>
                  </a:lnTo>
                  <a:lnTo>
                    <a:pt x="0" y="4617"/>
                  </a:lnTo>
                  <a:lnTo>
                    <a:pt x="0" y="21600"/>
                  </a:lnTo>
                  <a:lnTo>
                    <a:pt x="995" y="21600"/>
                  </a:lnTo>
                  <a:lnTo>
                    <a:pt x="995" y="14914"/>
                  </a:lnTo>
                  <a:cubicBezTo>
                    <a:pt x="1411" y="15730"/>
                    <a:pt x="1878" y="16343"/>
                    <a:pt x="2394" y="16754"/>
                  </a:cubicBezTo>
                  <a:cubicBezTo>
                    <a:pt x="2909" y="17166"/>
                    <a:pt x="3475" y="17372"/>
                    <a:pt x="4090" y="17372"/>
                  </a:cubicBezTo>
                  <a:cubicBezTo>
                    <a:pt x="5184" y="17372"/>
                    <a:pt x="6117" y="16733"/>
                    <a:pt x="6891" y="15457"/>
                  </a:cubicBezTo>
                  <a:cubicBezTo>
                    <a:pt x="7665" y="14181"/>
                    <a:pt x="8052" y="12629"/>
                    <a:pt x="8052" y="10800"/>
                  </a:cubicBezTo>
                  <a:cubicBezTo>
                    <a:pt x="8052" y="9010"/>
                    <a:pt x="7662" y="7478"/>
                    <a:pt x="6881" y="6206"/>
                  </a:cubicBezTo>
                  <a:cubicBezTo>
                    <a:pt x="6100" y="4933"/>
                    <a:pt x="5160" y="4297"/>
                    <a:pt x="4062" y="4297"/>
                  </a:cubicBezTo>
                  <a:cubicBezTo>
                    <a:pt x="3433" y="4297"/>
                    <a:pt x="2862" y="4514"/>
                    <a:pt x="2351" y="4949"/>
                  </a:cubicBezTo>
                  <a:moveTo>
                    <a:pt x="2445" y="15235"/>
                  </a:moveTo>
                  <a:cubicBezTo>
                    <a:pt x="1955" y="14794"/>
                    <a:pt x="1580" y="14196"/>
                    <a:pt x="1317" y="13443"/>
                  </a:cubicBezTo>
                  <a:cubicBezTo>
                    <a:pt x="1055" y="12690"/>
                    <a:pt x="924" y="11841"/>
                    <a:pt x="924" y="10897"/>
                  </a:cubicBezTo>
                  <a:cubicBezTo>
                    <a:pt x="924" y="9459"/>
                    <a:pt x="1218" y="8256"/>
                    <a:pt x="1806" y="7290"/>
                  </a:cubicBezTo>
                  <a:cubicBezTo>
                    <a:pt x="2395" y="6323"/>
                    <a:pt x="3119" y="5840"/>
                    <a:pt x="3980" y="5840"/>
                  </a:cubicBezTo>
                  <a:cubicBezTo>
                    <a:pt x="4533" y="5840"/>
                    <a:pt x="5043" y="6059"/>
                    <a:pt x="5511" y="6496"/>
                  </a:cubicBezTo>
                  <a:cubicBezTo>
                    <a:pt x="5979" y="6934"/>
                    <a:pt x="6352" y="7549"/>
                    <a:pt x="6628" y="8340"/>
                  </a:cubicBezTo>
                  <a:cubicBezTo>
                    <a:pt x="6904" y="9132"/>
                    <a:pt x="7043" y="9969"/>
                    <a:pt x="7043" y="10851"/>
                  </a:cubicBezTo>
                  <a:cubicBezTo>
                    <a:pt x="7043" y="11727"/>
                    <a:pt x="6903" y="12564"/>
                    <a:pt x="6625" y="13363"/>
                  </a:cubicBezTo>
                  <a:cubicBezTo>
                    <a:pt x="6346" y="14162"/>
                    <a:pt x="5971" y="14784"/>
                    <a:pt x="5501" y="15229"/>
                  </a:cubicBezTo>
                  <a:cubicBezTo>
                    <a:pt x="5030" y="15675"/>
                    <a:pt x="4528" y="15897"/>
                    <a:pt x="3994" y="15897"/>
                  </a:cubicBezTo>
                  <a:cubicBezTo>
                    <a:pt x="3450" y="15897"/>
                    <a:pt x="2934" y="15677"/>
                    <a:pt x="2445" y="15235"/>
                  </a:cubicBezTo>
                </a:path>
              </a:pathLst>
            </a:custGeom>
            <a:gradFill flip="none" rotWithShape="1">
              <a:gsLst>
                <a:gs pos="0">
                  <a:schemeClr val="accent1"/>
                </a:gs>
                <a:gs pos="99000">
                  <a:schemeClr val="accent3"/>
                </a:gs>
              </a:gsLst>
              <a:lin ang="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7" name="Shape"/>
            <p:cNvSpPr>
              <a:spLocks noChangeAspect="1"/>
            </p:cNvSpPr>
            <p:nvPr/>
          </p:nvSpPr>
          <p:spPr>
            <a:xfrm>
              <a:off x="6213599" y="3094445"/>
              <a:ext cx="396152" cy="386779"/>
            </a:xfrm>
            <a:custGeom>
              <a:avLst/>
              <a:gdLst/>
              <a:ahLst/>
              <a:cxnLst>
                <a:cxn ang="0">
                  <a:pos x="wd2" y="hd2"/>
                </a:cxn>
                <a:cxn ang="5400000">
                  <a:pos x="wd2" y="hd2"/>
                </a:cxn>
                <a:cxn ang="10800000">
                  <a:pos x="wd2" y="hd2"/>
                </a:cxn>
                <a:cxn ang="16200000">
                  <a:pos x="wd2" y="hd2"/>
                </a:cxn>
              </a:cxnLst>
              <a:rect l="0" t="0" r="r" b="b"/>
              <a:pathLst>
                <a:path w="21600" h="21600" extrusionOk="0">
                  <a:moveTo>
                    <a:pt x="18074" y="2541"/>
                  </a:moveTo>
                  <a:cubicBezTo>
                    <a:pt x="18074" y="1138"/>
                    <a:pt x="16963" y="0"/>
                    <a:pt x="15593" y="0"/>
                  </a:cubicBezTo>
                  <a:cubicBezTo>
                    <a:pt x="14223" y="0"/>
                    <a:pt x="13112" y="1138"/>
                    <a:pt x="13112" y="2541"/>
                  </a:cubicBezTo>
                  <a:cubicBezTo>
                    <a:pt x="13112" y="3944"/>
                    <a:pt x="14223" y="5081"/>
                    <a:pt x="15593" y="5081"/>
                  </a:cubicBezTo>
                  <a:cubicBezTo>
                    <a:pt x="16963" y="5081"/>
                    <a:pt x="18074" y="3944"/>
                    <a:pt x="18074" y="2541"/>
                  </a:cubicBezTo>
                  <a:moveTo>
                    <a:pt x="21353" y="6907"/>
                  </a:moveTo>
                  <a:cubicBezTo>
                    <a:pt x="21353" y="5615"/>
                    <a:pt x="20330" y="4568"/>
                    <a:pt x="19069" y="4568"/>
                  </a:cubicBezTo>
                  <a:cubicBezTo>
                    <a:pt x="17807" y="4568"/>
                    <a:pt x="16785" y="5615"/>
                    <a:pt x="16785" y="6907"/>
                  </a:cubicBezTo>
                  <a:cubicBezTo>
                    <a:pt x="16785" y="8199"/>
                    <a:pt x="17807" y="9247"/>
                    <a:pt x="19069" y="9247"/>
                  </a:cubicBezTo>
                  <a:cubicBezTo>
                    <a:pt x="20330" y="9247"/>
                    <a:pt x="21353" y="8199"/>
                    <a:pt x="21353" y="6907"/>
                  </a:cubicBezTo>
                  <a:moveTo>
                    <a:pt x="21600" y="12564"/>
                  </a:moveTo>
                  <a:cubicBezTo>
                    <a:pt x="21600" y="11383"/>
                    <a:pt x="20665" y="10426"/>
                    <a:pt x="19512" y="10426"/>
                  </a:cubicBezTo>
                  <a:cubicBezTo>
                    <a:pt x="18359" y="10426"/>
                    <a:pt x="17424" y="11383"/>
                    <a:pt x="17424" y="12564"/>
                  </a:cubicBezTo>
                  <a:cubicBezTo>
                    <a:pt x="17424" y="13745"/>
                    <a:pt x="18359" y="14703"/>
                    <a:pt x="19512" y="14703"/>
                  </a:cubicBezTo>
                  <a:cubicBezTo>
                    <a:pt x="20665" y="14703"/>
                    <a:pt x="21600" y="13745"/>
                    <a:pt x="21600" y="12564"/>
                  </a:cubicBezTo>
                  <a:moveTo>
                    <a:pt x="18721" y="17456"/>
                  </a:moveTo>
                  <a:cubicBezTo>
                    <a:pt x="18721" y="16386"/>
                    <a:pt x="17874" y="15519"/>
                    <a:pt x="16829" y="15519"/>
                  </a:cubicBezTo>
                  <a:cubicBezTo>
                    <a:pt x="15785" y="15519"/>
                    <a:pt x="14938" y="16386"/>
                    <a:pt x="14938" y="17456"/>
                  </a:cubicBezTo>
                  <a:cubicBezTo>
                    <a:pt x="14938" y="18526"/>
                    <a:pt x="15785" y="19394"/>
                    <a:pt x="16829" y="19394"/>
                  </a:cubicBezTo>
                  <a:cubicBezTo>
                    <a:pt x="17874" y="19394"/>
                    <a:pt x="18721" y="18526"/>
                    <a:pt x="18721" y="17456"/>
                  </a:cubicBezTo>
                  <a:moveTo>
                    <a:pt x="13462" y="19864"/>
                  </a:moveTo>
                  <a:cubicBezTo>
                    <a:pt x="13462" y="18905"/>
                    <a:pt x="12703" y="18127"/>
                    <a:pt x="11767" y="18127"/>
                  </a:cubicBezTo>
                  <a:cubicBezTo>
                    <a:pt x="10831" y="18127"/>
                    <a:pt x="10072" y="18905"/>
                    <a:pt x="10072" y="19864"/>
                  </a:cubicBezTo>
                  <a:cubicBezTo>
                    <a:pt x="10072" y="20822"/>
                    <a:pt x="10831" y="21600"/>
                    <a:pt x="11767" y="21600"/>
                  </a:cubicBezTo>
                  <a:cubicBezTo>
                    <a:pt x="12703" y="21600"/>
                    <a:pt x="13462" y="20822"/>
                    <a:pt x="13462" y="19864"/>
                  </a:cubicBezTo>
                  <a:moveTo>
                    <a:pt x="7784" y="18974"/>
                  </a:moveTo>
                  <a:cubicBezTo>
                    <a:pt x="7784" y="18126"/>
                    <a:pt x="7113" y="17439"/>
                    <a:pt x="6285" y="17439"/>
                  </a:cubicBezTo>
                  <a:cubicBezTo>
                    <a:pt x="5457" y="17439"/>
                    <a:pt x="4786" y="18126"/>
                    <a:pt x="4786" y="18974"/>
                  </a:cubicBezTo>
                  <a:cubicBezTo>
                    <a:pt x="4786" y="19821"/>
                    <a:pt x="5457" y="20509"/>
                    <a:pt x="6285" y="20509"/>
                  </a:cubicBezTo>
                  <a:cubicBezTo>
                    <a:pt x="7113" y="20509"/>
                    <a:pt x="7784" y="19821"/>
                    <a:pt x="7784" y="18974"/>
                  </a:cubicBezTo>
                  <a:moveTo>
                    <a:pt x="3692" y="15169"/>
                  </a:moveTo>
                  <a:cubicBezTo>
                    <a:pt x="3692" y="14432"/>
                    <a:pt x="3108" y="13834"/>
                    <a:pt x="2389" y="13834"/>
                  </a:cubicBezTo>
                  <a:cubicBezTo>
                    <a:pt x="1670" y="13834"/>
                    <a:pt x="1087" y="14432"/>
                    <a:pt x="1087" y="15169"/>
                  </a:cubicBezTo>
                  <a:cubicBezTo>
                    <a:pt x="1087" y="15905"/>
                    <a:pt x="1670" y="16503"/>
                    <a:pt x="2389" y="16503"/>
                  </a:cubicBezTo>
                  <a:cubicBezTo>
                    <a:pt x="3108" y="16503"/>
                    <a:pt x="3692" y="15905"/>
                    <a:pt x="3692" y="15169"/>
                  </a:cubicBezTo>
                  <a:moveTo>
                    <a:pt x="2212" y="9834"/>
                  </a:moveTo>
                  <a:cubicBezTo>
                    <a:pt x="2212" y="9208"/>
                    <a:pt x="1717" y="8701"/>
                    <a:pt x="1106" y="8701"/>
                  </a:cubicBezTo>
                  <a:cubicBezTo>
                    <a:pt x="495" y="8701"/>
                    <a:pt x="0" y="9208"/>
                    <a:pt x="0" y="9834"/>
                  </a:cubicBezTo>
                  <a:cubicBezTo>
                    <a:pt x="0" y="10460"/>
                    <a:pt x="495" y="10967"/>
                    <a:pt x="1106" y="10967"/>
                  </a:cubicBezTo>
                  <a:cubicBezTo>
                    <a:pt x="1717" y="10967"/>
                    <a:pt x="2212" y="10460"/>
                    <a:pt x="2212" y="9834"/>
                  </a:cubicBezTo>
                  <a:moveTo>
                    <a:pt x="3905" y="4548"/>
                  </a:moveTo>
                  <a:cubicBezTo>
                    <a:pt x="3905" y="5062"/>
                    <a:pt x="3498" y="5480"/>
                    <a:pt x="2996" y="5480"/>
                  </a:cubicBezTo>
                  <a:cubicBezTo>
                    <a:pt x="2493" y="5480"/>
                    <a:pt x="2086" y="5062"/>
                    <a:pt x="2086" y="4548"/>
                  </a:cubicBezTo>
                  <a:cubicBezTo>
                    <a:pt x="2086" y="4033"/>
                    <a:pt x="2493" y="3616"/>
                    <a:pt x="2996" y="3616"/>
                  </a:cubicBezTo>
                  <a:cubicBezTo>
                    <a:pt x="3498" y="3616"/>
                    <a:pt x="3905" y="4033"/>
                    <a:pt x="3905" y="4548"/>
                  </a:cubicBezTo>
                </a:path>
              </a:pathLst>
            </a:custGeom>
            <a:gradFill flip="none" rotWithShape="1">
              <a:gsLst>
                <a:gs pos="0">
                  <a:schemeClr val="accent1"/>
                </a:gs>
                <a:gs pos="99000">
                  <a:schemeClr val="accent3"/>
                </a:gs>
              </a:gsLst>
              <a:lin ang="10800000" scaled="1"/>
              <a:tileRect/>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8" name="Freeform 7"/>
            <p:cNvSpPr>
              <a:spLocks noChangeAspect="1"/>
            </p:cNvSpPr>
            <p:nvPr/>
          </p:nvSpPr>
          <p:spPr>
            <a:xfrm>
              <a:off x="6331691" y="3608639"/>
              <a:ext cx="990561" cy="238871"/>
            </a:xfrm>
            <a:custGeom>
              <a:avLst/>
              <a:gdLst>
                <a:gd name="connsiteX0" fmla="*/ 3600029 w 5113330"/>
                <a:gd name="connsiteY0" fmla="*/ 1025525 h 1233068"/>
                <a:gd name="connsiteX1" fmla="*/ 3479800 w 5113330"/>
                <a:gd name="connsiteY1" fmla="*/ 1110682 h 1233068"/>
                <a:gd name="connsiteX2" fmla="*/ 3479800 w 5113330"/>
                <a:gd name="connsiteY2" fmla="*/ 1112117 h 1233068"/>
                <a:gd name="connsiteX3" fmla="*/ 3585704 w 5113330"/>
                <a:gd name="connsiteY3" fmla="*/ 1195839 h 1233068"/>
                <a:gd name="connsiteX4" fmla="*/ 3723828 w 5113330"/>
                <a:gd name="connsiteY4" fmla="*/ 1083487 h 1233068"/>
                <a:gd name="connsiteX5" fmla="*/ 3723828 w 5113330"/>
                <a:gd name="connsiteY5" fmla="*/ 1041981 h 1233068"/>
                <a:gd name="connsiteX6" fmla="*/ 3600029 w 5113330"/>
                <a:gd name="connsiteY6" fmla="*/ 1025525 h 1233068"/>
                <a:gd name="connsiteX7" fmla="*/ 717129 w 5113330"/>
                <a:gd name="connsiteY7" fmla="*/ 1025525 h 1233068"/>
                <a:gd name="connsiteX8" fmla="*/ 596900 w 5113330"/>
                <a:gd name="connsiteY8" fmla="*/ 1110682 h 1233068"/>
                <a:gd name="connsiteX9" fmla="*/ 596900 w 5113330"/>
                <a:gd name="connsiteY9" fmla="*/ 1112117 h 1233068"/>
                <a:gd name="connsiteX10" fmla="*/ 702815 w 5113330"/>
                <a:gd name="connsiteY10" fmla="*/ 1195839 h 1233068"/>
                <a:gd name="connsiteX11" fmla="*/ 840928 w 5113330"/>
                <a:gd name="connsiteY11" fmla="*/ 1083487 h 1233068"/>
                <a:gd name="connsiteX12" fmla="*/ 840928 w 5113330"/>
                <a:gd name="connsiteY12" fmla="*/ 1041981 h 1233068"/>
                <a:gd name="connsiteX13" fmla="*/ 717129 w 5113330"/>
                <a:gd name="connsiteY13" fmla="*/ 1025525 h 1233068"/>
                <a:gd name="connsiteX14" fmla="*/ 4504942 w 5113330"/>
                <a:gd name="connsiteY14" fmla="*/ 882650 h 1233068"/>
                <a:gd name="connsiteX15" fmla="*/ 4356100 w 5113330"/>
                <a:gd name="connsiteY15" fmla="*/ 1039371 h 1233068"/>
                <a:gd name="connsiteX16" fmla="*/ 4356100 w 5113330"/>
                <a:gd name="connsiteY16" fmla="*/ 1040806 h 1233068"/>
                <a:gd name="connsiteX17" fmla="*/ 4506382 w 5113330"/>
                <a:gd name="connsiteY17" fmla="*/ 1198962 h 1233068"/>
                <a:gd name="connsiteX18" fmla="*/ 4655224 w 5113330"/>
                <a:gd name="connsiteY18" fmla="*/ 1042241 h 1233068"/>
                <a:gd name="connsiteX19" fmla="*/ 4655224 w 5113330"/>
                <a:gd name="connsiteY19" fmla="*/ 1040806 h 1233068"/>
                <a:gd name="connsiteX20" fmla="*/ 4504942 w 5113330"/>
                <a:gd name="connsiteY20" fmla="*/ 882650 h 1233068"/>
                <a:gd name="connsiteX21" fmla="*/ 2206242 w 5113330"/>
                <a:gd name="connsiteY21" fmla="*/ 882650 h 1233068"/>
                <a:gd name="connsiteX22" fmla="*/ 2057400 w 5113330"/>
                <a:gd name="connsiteY22" fmla="*/ 1039371 h 1233068"/>
                <a:gd name="connsiteX23" fmla="*/ 2057400 w 5113330"/>
                <a:gd name="connsiteY23" fmla="*/ 1040806 h 1233068"/>
                <a:gd name="connsiteX24" fmla="*/ 2207682 w 5113330"/>
                <a:gd name="connsiteY24" fmla="*/ 1198962 h 1233068"/>
                <a:gd name="connsiteX25" fmla="*/ 2356524 w 5113330"/>
                <a:gd name="connsiteY25" fmla="*/ 1042241 h 1233068"/>
                <a:gd name="connsiteX26" fmla="*/ 2356524 w 5113330"/>
                <a:gd name="connsiteY26" fmla="*/ 1040806 h 1233068"/>
                <a:gd name="connsiteX27" fmla="*/ 2206242 w 5113330"/>
                <a:gd name="connsiteY27" fmla="*/ 882650 h 1233068"/>
                <a:gd name="connsiteX28" fmla="*/ 4178300 w 5113330"/>
                <a:gd name="connsiteY28" fmla="*/ 863600 h 1233068"/>
                <a:gd name="connsiteX29" fmla="*/ 4213360 w 5113330"/>
                <a:gd name="connsiteY29" fmla="*/ 863600 h 1233068"/>
                <a:gd name="connsiteX30" fmla="*/ 4213360 w 5113330"/>
                <a:gd name="connsiteY30" fmla="*/ 1228577 h 1233068"/>
                <a:gd name="connsiteX31" fmla="*/ 4178300 w 5113330"/>
                <a:gd name="connsiteY31" fmla="*/ 1228577 h 1233068"/>
                <a:gd name="connsiteX32" fmla="*/ 4178300 w 5113330"/>
                <a:gd name="connsiteY32" fmla="*/ 863600 h 1233068"/>
                <a:gd name="connsiteX33" fmla="*/ 2698695 w 5113330"/>
                <a:gd name="connsiteY33" fmla="*/ 851020 h 1233068"/>
                <a:gd name="connsiteX34" fmla="*/ 2698695 w 5113330"/>
                <a:gd name="connsiteY34" fmla="*/ 889676 h 1233068"/>
                <a:gd name="connsiteX35" fmla="*/ 2695133 w 5113330"/>
                <a:gd name="connsiteY35" fmla="*/ 889676 h 1233068"/>
                <a:gd name="connsiteX36" fmla="*/ 2536977 w 5113330"/>
                <a:gd name="connsiteY36" fmla="*/ 1072160 h 1233068"/>
                <a:gd name="connsiteX37" fmla="*/ 2536977 w 5113330"/>
                <a:gd name="connsiteY37" fmla="*/ 1221731 h 1233068"/>
                <a:gd name="connsiteX38" fmla="*/ 2501900 w 5113330"/>
                <a:gd name="connsiteY38" fmla="*/ 1221731 h 1233068"/>
                <a:gd name="connsiteX39" fmla="*/ 2501900 w 5113330"/>
                <a:gd name="connsiteY39" fmla="*/ 856745 h 1233068"/>
                <a:gd name="connsiteX40" fmla="*/ 2536977 w 5113330"/>
                <a:gd name="connsiteY40" fmla="*/ 856745 h 1233068"/>
                <a:gd name="connsiteX41" fmla="*/ 2536977 w 5113330"/>
                <a:gd name="connsiteY41" fmla="*/ 960501 h 1233068"/>
                <a:gd name="connsiteX42" fmla="*/ 2698695 w 5113330"/>
                <a:gd name="connsiteY42" fmla="*/ 851020 h 1233068"/>
                <a:gd name="connsiteX43" fmla="*/ 514314 w 5113330"/>
                <a:gd name="connsiteY43" fmla="*/ 851020 h 1233068"/>
                <a:gd name="connsiteX44" fmla="*/ 514314 w 5113330"/>
                <a:gd name="connsiteY44" fmla="*/ 889676 h 1233068"/>
                <a:gd name="connsiteX45" fmla="*/ 510733 w 5113330"/>
                <a:gd name="connsiteY45" fmla="*/ 889676 h 1233068"/>
                <a:gd name="connsiteX46" fmla="*/ 352571 w 5113330"/>
                <a:gd name="connsiteY46" fmla="*/ 1072160 h 1233068"/>
                <a:gd name="connsiteX47" fmla="*/ 352571 w 5113330"/>
                <a:gd name="connsiteY47" fmla="*/ 1221731 h 1233068"/>
                <a:gd name="connsiteX48" fmla="*/ 317500 w 5113330"/>
                <a:gd name="connsiteY48" fmla="*/ 1221731 h 1233068"/>
                <a:gd name="connsiteX49" fmla="*/ 317500 w 5113330"/>
                <a:gd name="connsiteY49" fmla="*/ 856745 h 1233068"/>
                <a:gd name="connsiteX50" fmla="*/ 352571 w 5113330"/>
                <a:gd name="connsiteY50" fmla="*/ 856745 h 1233068"/>
                <a:gd name="connsiteX51" fmla="*/ 352571 w 5113330"/>
                <a:gd name="connsiteY51" fmla="*/ 960501 h 1233068"/>
                <a:gd name="connsiteX52" fmla="*/ 514314 w 5113330"/>
                <a:gd name="connsiteY52" fmla="*/ 851020 h 1233068"/>
                <a:gd name="connsiteX53" fmla="*/ 4967346 w 5113330"/>
                <a:gd name="connsiteY53" fmla="*/ 850900 h 1233068"/>
                <a:gd name="connsiteX54" fmla="*/ 5113330 w 5113330"/>
                <a:gd name="connsiteY54" fmla="*/ 1001194 h 1233068"/>
                <a:gd name="connsiteX55" fmla="*/ 5113330 w 5113330"/>
                <a:gd name="connsiteY55" fmla="*/ 1224472 h 1233068"/>
                <a:gd name="connsiteX56" fmla="*/ 5078278 w 5113330"/>
                <a:gd name="connsiteY56" fmla="*/ 1224472 h 1233068"/>
                <a:gd name="connsiteX57" fmla="*/ 5078278 w 5113330"/>
                <a:gd name="connsiteY57" fmla="*/ 1007628 h 1233068"/>
                <a:gd name="connsiteX58" fmla="*/ 4962336 w 5113330"/>
                <a:gd name="connsiteY58" fmla="*/ 883104 h 1233068"/>
                <a:gd name="connsiteX59" fmla="*/ 4835680 w 5113330"/>
                <a:gd name="connsiteY59" fmla="*/ 1013352 h 1233068"/>
                <a:gd name="connsiteX60" fmla="*/ 4835680 w 5113330"/>
                <a:gd name="connsiteY60" fmla="*/ 1224472 h 1233068"/>
                <a:gd name="connsiteX61" fmla="*/ 4800600 w 5113330"/>
                <a:gd name="connsiteY61" fmla="*/ 1224472 h 1233068"/>
                <a:gd name="connsiteX62" fmla="*/ 4800600 w 5113330"/>
                <a:gd name="connsiteY62" fmla="*/ 859496 h 1233068"/>
                <a:gd name="connsiteX63" fmla="*/ 4835680 w 5113330"/>
                <a:gd name="connsiteY63" fmla="*/ 859496 h 1233068"/>
                <a:gd name="connsiteX64" fmla="*/ 4835680 w 5113330"/>
                <a:gd name="connsiteY64" fmla="*/ 927483 h 1233068"/>
                <a:gd name="connsiteX65" fmla="*/ 4967346 w 5113330"/>
                <a:gd name="connsiteY65" fmla="*/ 850900 h 1233068"/>
                <a:gd name="connsiteX66" fmla="*/ 4506214 w 5113330"/>
                <a:gd name="connsiteY66" fmla="*/ 850900 h 1233068"/>
                <a:gd name="connsiteX67" fmla="*/ 4693006 w 5113330"/>
                <a:gd name="connsiteY67" fmla="*/ 1040551 h 1233068"/>
                <a:gd name="connsiteX68" fmla="*/ 4693006 w 5113330"/>
                <a:gd name="connsiteY68" fmla="*/ 1041984 h 1233068"/>
                <a:gd name="connsiteX69" fmla="*/ 4504792 w 5113330"/>
                <a:gd name="connsiteY69" fmla="*/ 1233068 h 1233068"/>
                <a:gd name="connsiteX70" fmla="*/ 4318000 w 5113330"/>
                <a:gd name="connsiteY70" fmla="*/ 1043417 h 1233068"/>
                <a:gd name="connsiteX71" fmla="*/ 4318000 w 5113330"/>
                <a:gd name="connsiteY71" fmla="*/ 1041984 h 1233068"/>
                <a:gd name="connsiteX72" fmla="*/ 4506214 w 5113330"/>
                <a:gd name="connsiteY72" fmla="*/ 850900 h 1233068"/>
                <a:gd name="connsiteX73" fmla="*/ 3604148 w 5113330"/>
                <a:gd name="connsiteY73" fmla="*/ 850900 h 1233068"/>
                <a:gd name="connsiteX74" fmla="*/ 3719378 w 5113330"/>
                <a:gd name="connsiteY74" fmla="*/ 890973 h 1233068"/>
                <a:gd name="connsiteX75" fmla="*/ 3756596 w 5113330"/>
                <a:gd name="connsiteY75" fmla="*/ 994034 h 1233068"/>
                <a:gd name="connsiteX76" fmla="*/ 3756596 w 5113330"/>
                <a:gd name="connsiteY76" fmla="*/ 1221615 h 1233068"/>
                <a:gd name="connsiteX77" fmla="*/ 3722234 w 5113330"/>
                <a:gd name="connsiteY77" fmla="*/ 1221615 h 1233068"/>
                <a:gd name="connsiteX78" fmla="*/ 3722234 w 5113330"/>
                <a:gd name="connsiteY78" fmla="*/ 1160786 h 1233068"/>
                <a:gd name="connsiteX79" fmla="*/ 3582689 w 5113330"/>
                <a:gd name="connsiteY79" fmla="*/ 1230202 h 1233068"/>
                <a:gd name="connsiteX80" fmla="*/ 3441700 w 5113330"/>
                <a:gd name="connsiteY80" fmla="*/ 1115692 h 1233068"/>
                <a:gd name="connsiteX81" fmla="*/ 3441700 w 5113330"/>
                <a:gd name="connsiteY81" fmla="*/ 1114269 h 1233068"/>
                <a:gd name="connsiteX82" fmla="*/ 3601291 w 5113330"/>
                <a:gd name="connsiteY82" fmla="*/ 995474 h 1233068"/>
                <a:gd name="connsiteX83" fmla="*/ 3722234 w 5113330"/>
                <a:gd name="connsiteY83" fmla="*/ 1011208 h 1233068"/>
                <a:gd name="connsiteX84" fmla="*/ 3722234 w 5113330"/>
                <a:gd name="connsiteY84" fmla="*/ 995474 h 1233068"/>
                <a:gd name="connsiteX85" fmla="*/ 3602005 w 5113330"/>
                <a:gd name="connsiteY85" fmla="*/ 883826 h 1233068"/>
                <a:gd name="connsiteX86" fmla="*/ 3487506 w 5113330"/>
                <a:gd name="connsiteY86" fmla="*/ 913151 h 1233068"/>
                <a:gd name="connsiteX87" fmla="*/ 3474633 w 5113330"/>
                <a:gd name="connsiteY87" fmla="*/ 882403 h 1233068"/>
                <a:gd name="connsiteX88" fmla="*/ 3604148 w 5113330"/>
                <a:gd name="connsiteY88" fmla="*/ 850900 h 1233068"/>
                <a:gd name="connsiteX89" fmla="*/ 2950716 w 5113330"/>
                <a:gd name="connsiteY89" fmla="*/ 850900 h 1233068"/>
                <a:gd name="connsiteX90" fmla="*/ 3073815 w 5113330"/>
                <a:gd name="connsiteY90" fmla="*/ 929627 h 1233068"/>
                <a:gd name="connsiteX91" fmla="*/ 3205498 w 5113330"/>
                <a:gd name="connsiteY91" fmla="*/ 850900 h 1233068"/>
                <a:gd name="connsiteX92" fmla="*/ 3345763 w 5113330"/>
                <a:gd name="connsiteY92" fmla="*/ 1003338 h 1233068"/>
                <a:gd name="connsiteX93" fmla="*/ 3345763 w 5113330"/>
                <a:gd name="connsiteY93" fmla="*/ 1224472 h 1233068"/>
                <a:gd name="connsiteX94" fmla="*/ 3310716 w 5113330"/>
                <a:gd name="connsiteY94" fmla="*/ 1224472 h 1233068"/>
                <a:gd name="connsiteX95" fmla="*/ 3310716 w 5113330"/>
                <a:gd name="connsiteY95" fmla="*/ 1007628 h 1233068"/>
                <a:gd name="connsiteX96" fmla="*/ 3202637 w 5113330"/>
                <a:gd name="connsiteY96" fmla="*/ 883104 h 1233068"/>
                <a:gd name="connsiteX97" fmla="*/ 3087405 w 5113330"/>
                <a:gd name="connsiteY97" fmla="*/ 1011917 h 1233068"/>
                <a:gd name="connsiteX98" fmla="*/ 3087405 w 5113330"/>
                <a:gd name="connsiteY98" fmla="*/ 1224472 h 1233068"/>
                <a:gd name="connsiteX99" fmla="*/ 3052358 w 5113330"/>
                <a:gd name="connsiteY99" fmla="*/ 1224472 h 1233068"/>
                <a:gd name="connsiteX100" fmla="*/ 3052358 w 5113330"/>
                <a:gd name="connsiteY100" fmla="*/ 1005500 h 1233068"/>
                <a:gd name="connsiteX101" fmla="*/ 2945709 w 5113330"/>
                <a:gd name="connsiteY101" fmla="*/ 883104 h 1233068"/>
                <a:gd name="connsiteX102" fmla="*/ 2829073 w 5113330"/>
                <a:gd name="connsiteY102" fmla="*/ 1014061 h 1233068"/>
                <a:gd name="connsiteX103" fmla="*/ 2829073 w 5113330"/>
                <a:gd name="connsiteY103" fmla="*/ 1224472 h 1233068"/>
                <a:gd name="connsiteX104" fmla="*/ 2794000 w 5113330"/>
                <a:gd name="connsiteY104" fmla="*/ 1224472 h 1233068"/>
                <a:gd name="connsiteX105" fmla="*/ 2794000 w 5113330"/>
                <a:gd name="connsiteY105" fmla="*/ 859496 h 1233068"/>
                <a:gd name="connsiteX106" fmla="*/ 2829073 w 5113330"/>
                <a:gd name="connsiteY106" fmla="*/ 859496 h 1233068"/>
                <a:gd name="connsiteX107" fmla="*/ 2829073 w 5113330"/>
                <a:gd name="connsiteY107" fmla="*/ 924612 h 1233068"/>
                <a:gd name="connsiteX108" fmla="*/ 2950716 w 5113330"/>
                <a:gd name="connsiteY108" fmla="*/ 850900 h 1233068"/>
                <a:gd name="connsiteX109" fmla="*/ 2207514 w 5113330"/>
                <a:gd name="connsiteY109" fmla="*/ 850900 h 1233068"/>
                <a:gd name="connsiteX110" fmla="*/ 2394304 w 5113330"/>
                <a:gd name="connsiteY110" fmla="*/ 1040551 h 1233068"/>
                <a:gd name="connsiteX111" fmla="*/ 2394304 w 5113330"/>
                <a:gd name="connsiteY111" fmla="*/ 1041984 h 1233068"/>
                <a:gd name="connsiteX112" fmla="*/ 2206090 w 5113330"/>
                <a:gd name="connsiteY112" fmla="*/ 1233068 h 1233068"/>
                <a:gd name="connsiteX113" fmla="*/ 2019300 w 5113330"/>
                <a:gd name="connsiteY113" fmla="*/ 1043417 h 1233068"/>
                <a:gd name="connsiteX114" fmla="*/ 2019300 w 5113330"/>
                <a:gd name="connsiteY114" fmla="*/ 1041984 h 1233068"/>
                <a:gd name="connsiteX115" fmla="*/ 2207514 w 5113330"/>
                <a:gd name="connsiteY115" fmla="*/ 850900 h 1233068"/>
                <a:gd name="connsiteX116" fmla="*/ 1547819 w 5113330"/>
                <a:gd name="connsiteY116" fmla="*/ 850900 h 1233068"/>
                <a:gd name="connsiteX117" fmla="*/ 1677366 w 5113330"/>
                <a:gd name="connsiteY117" fmla="*/ 890990 h 1233068"/>
                <a:gd name="connsiteX118" fmla="*/ 1658756 w 5113330"/>
                <a:gd name="connsiteY118" fmla="*/ 920316 h 1233068"/>
                <a:gd name="connsiteX119" fmla="*/ 1546391 w 5113330"/>
                <a:gd name="connsiteY119" fmla="*/ 883826 h 1233068"/>
                <a:gd name="connsiteX120" fmla="*/ 1463376 w 5113330"/>
                <a:gd name="connsiteY120" fmla="*/ 947517 h 1233068"/>
                <a:gd name="connsiteX121" fmla="*/ 1463376 w 5113330"/>
                <a:gd name="connsiteY121" fmla="*/ 948957 h 1233068"/>
                <a:gd name="connsiteX122" fmla="*/ 1565014 w 5113330"/>
                <a:gd name="connsiteY122" fmla="*/ 1019795 h 1233068"/>
                <a:gd name="connsiteX123" fmla="*/ 1685224 w 5113330"/>
                <a:gd name="connsiteY123" fmla="*/ 1122119 h 1233068"/>
                <a:gd name="connsiteX124" fmla="*/ 1685224 w 5113330"/>
                <a:gd name="connsiteY124" fmla="*/ 1123559 h 1233068"/>
                <a:gd name="connsiteX125" fmla="*/ 1559274 w 5113330"/>
                <a:gd name="connsiteY125" fmla="*/ 1230202 h 1233068"/>
                <a:gd name="connsiteX126" fmla="*/ 1409700 w 5113330"/>
                <a:gd name="connsiteY126" fmla="*/ 1177240 h 1233068"/>
                <a:gd name="connsiteX127" fmla="*/ 1430466 w 5113330"/>
                <a:gd name="connsiteY127" fmla="*/ 1149320 h 1233068"/>
                <a:gd name="connsiteX128" fmla="*/ 1561430 w 5113330"/>
                <a:gd name="connsiteY128" fmla="*/ 1197277 h 1233068"/>
                <a:gd name="connsiteX129" fmla="*/ 1649444 w 5113330"/>
                <a:gd name="connsiteY129" fmla="*/ 1127861 h 1233068"/>
                <a:gd name="connsiteX130" fmla="*/ 1649444 w 5113330"/>
                <a:gd name="connsiteY130" fmla="*/ 1126421 h 1233068"/>
                <a:gd name="connsiteX131" fmla="*/ 1552832 w 5113330"/>
                <a:gd name="connsiteY131" fmla="*/ 1053423 h 1233068"/>
                <a:gd name="connsiteX132" fmla="*/ 1427609 w 5113330"/>
                <a:gd name="connsiteY132" fmla="*/ 953242 h 1233068"/>
                <a:gd name="connsiteX133" fmla="*/ 1427609 w 5113330"/>
                <a:gd name="connsiteY133" fmla="*/ 951819 h 1233068"/>
                <a:gd name="connsiteX134" fmla="*/ 1547819 w 5113330"/>
                <a:gd name="connsiteY134" fmla="*/ 850900 h 1233068"/>
                <a:gd name="connsiteX135" fmla="*/ 1170046 w 5113330"/>
                <a:gd name="connsiteY135" fmla="*/ 850900 h 1233068"/>
                <a:gd name="connsiteX136" fmla="*/ 1316030 w 5113330"/>
                <a:gd name="connsiteY136" fmla="*/ 1001194 h 1233068"/>
                <a:gd name="connsiteX137" fmla="*/ 1316030 w 5113330"/>
                <a:gd name="connsiteY137" fmla="*/ 1224472 h 1233068"/>
                <a:gd name="connsiteX138" fmla="*/ 1280978 w 5113330"/>
                <a:gd name="connsiteY138" fmla="*/ 1224472 h 1233068"/>
                <a:gd name="connsiteX139" fmla="*/ 1280978 w 5113330"/>
                <a:gd name="connsiteY139" fmla="*/ 1007628 h 1233068"/>
                <a:gd name="connsiteX140" fmla="*/ 1165036 w 5113330"/>
                <a:gd name="connsiteY140" fmla="*/ 883104 h 1233068"/>
                <a:gd name="connsiteX141" fmla="*/ 1038381 w 5113330"/>
                <a:gd name="connsiteY141" fmla="*/ 1013352 h 1233068"/>
                <a:gd name="connsiteX142" fmla="*/ 1038381 w 5113330"/>
                <a:gd name="connsiteY142" fmla="*/ 1224472 h 1233068"/>
                <a:gd name="connsiteX143" fmla="*/ 1003300 w 5113330"/>
                <a:gd name="connsiteY143" fmla="*/ 1224472 h 1233068"/>
                <a:gd name="connsiteX144" fmla="*/ 1003300 w 5113330"/>
                <a:gd name="connsiteY144" fmla="*/ 859496 h 1233068"/>
                <a:gd name="connsiteX145" fmla="*/ 1038381 w 5113330"/>
                <a:gd name="connsiteY145" fmla="*/ 859496 h 1233068"/>
                <a:gd name="connsiteX146" fmla="*/ 1038381 w 5113330"/>
                <a:gd name="connsiteY146" fmla="*/ 927483 h 1233068"/>
                <a:gd name="connsiteX147" fmla="*/ 1170046 w 5113330"/>
                <a:gd name="connsiteY147" fmla="*/ 850900 h 1233068"/>
                <a:gd name="connsiteX148" fmla="*/ 721249 w 5113330"/>
                <a:gd name="connsiteY148" fmla="*/ 850900 h 1233068"/>
                <a:gd name="connsiteX149" fmla="*/ 836478 w 5113330"/>
                <a:gd name="connsiteY149" fmla="*/ 890973 h 1233068"/>
                <a:gd name="connsiteX150" fmla="*/ 873697 w 5113330"/>
                <a:gd name="connsiteY150" fmla="*/ 994034 h 1233068"/>
                <a:gd name="connsiteX151" fmla="*/ 873697 w 5113330"/>
                <a:gd name="connsiteY151" fmla="*/ 1221615 h 1233068"/>
                <a:gd name="connsiteX152" fmla="*/ 839335 w 5113330"/>
                <a:gd name="connsiteY152" fmla="*/ 1221615 h 1233068"/>
                <a:gd name="connsiteX153" fmla="*/ 839335 w 5113330"/>
                <a:gd name="connsiteY153" fmla="*/ 1160786 h 1233068"/>
                <a:gd name="connsiteX154" fmla="*/ 699789 w 5113330"/>
                <a:gd name="connsiteY154" fmla="*/ 1230202 h 1233068"/>
                <a:gd name="connsiteX155" fmla="*/ 558800 w 5113330"/>
                <a:gd name="connsiteY155" fmla="*/ 1115692 h 1233068"/>
                <a:gd name="connsiteX156" fmla="*/ 558800 w 5113330"/>
                <a:gd name="connsiteY156" fmla="*/ 1114269 h 1233068"/>
                <a:gd name="connsiteX157" fmla="*/ 718392 w 5113330"/>
                <a:gd name="connsiteY157" fmla="*/ 995474 h 1233068"/>
                <a:gd name="connsiteX158" fmla="*/ 839335 w 5113330"/>
                <a:gd name="connsiteY158" fmla="*/ 1011208 h 1233068"/>
                <a:gd name="connsiteX159" fmla="*/ 839335 w 5113330"/>
                <a:gd name="connsiteY159" fmla="*/ 995474 h 1233068"/>
                <a:gd name="connsiteX160" fmla="*/ 719106 w 5113330"/>
                <a:gd name="connsiteY160" fmla="*/ 883826 h 1233068"/>
                <a:gd name="connsiteX161" fmla="*/ 604606 w 5113330"/>
                <a:gd name="connsiteY161" fmla="*/ 913151 h 1233068"/>
                <a:gd name="connsiteX162" fmla="*/ 591733 w 5113330"/>
                <a:gd name="connsiteY162" fmla="*/ 882403 h 1233068"/>
                <a:gd name="connsiteX163" fmla="*/ 721249 w 5113330"/>
                <a:gd name="connsiteY163" fmla="*/ 850900 h 1233068"/>
                <a:gd name="connsiteX164" fmla="*/ 3901048 w 5113330"/>
                <a:gd name="connsiteY164" fmla="*/ 736600 h 1233068"/>
                <a:gd name="connsiteX165" fmla="*/ 3936126 w 5113330"/>
                <a:gd name="connsiteY165" fmla="*/ 736600 h 1233068"/>
                <a:gd name="connsiteX166" fmla="*/ 3936126 w 5113330"/>
                <a:gd name="connsiteY166" fmla="*/ 853241 h 1233068"/>
                <a:gd name="connsiteX167" fmla="*/ 4064214 w 5113330"/>
                <a:gd name="connsiteY167" fmla="*/ 853241 h 1233068"/>
                <a:gd name="connsiteX168" fmla="*/ 4064214 w 5113330"/>
                <a:gd name="connsiteY168" fmla="*/ 885463 h 1233068"/>
                <a:gd name="connsiteX169" fmla="*/ 3936126 w 5113330"/>
                <a:gd name="connsiteY169" fmla="*/ 885463 h 1233068"/>
                <a:gd name="connsiteX170" fmla="*/ 3936126 w 5113330"/>
                <a:gd name="connsiteY170" fmla="*/ 1120892 h 1233068"/>
                <a:gd name="connsiteX171" fmla="*/ 4009124 w 5113330"/>
                <a:gd name="connsiteY171" fmla="*/ 1191753 h 1233068"/>
                <a:gd name="connsiteX172" fmla="*/ 4062784 w 5113330"/>
                <a:gd name="connsiteY172" fmla="*/ 1178873 h 1233068"/>
                <a:gd name="connsiteX173" fmla="*/ 4062784 w 5113330"/>
                <a:gd name="connsiteY173" fmla="*/ 1211773 h 1233068"/>
                <a:gd name="connsiteX174" fmla="*/ 4003392 w 5113330"/>
                <a:gd name="connsiteY174" fmla="*/ 1224675 h 1233068"/>
                <a:gd name="connsiteX175" fmla="*/ 3901048 w 5113330"/>
                <a:gd name="connsiteY175" fmla="*/ 1124484 h 1233068"/>
                <a:gd name="connsiteX176" fmla="*/ 3901048 w 5113330"/>
                <a:gd name="connsiteY176" fmla="*/ 885463 h 1233068"/>
                <a:gd name="connsiteX177" fmla="*/ 3848100 w 5113330"/>
                <a:gd name="connsiteY177" fmla="*/ 885463 h 1233068"/>
                <a:gd name="connsiteX178" fmla="*/ 3848100 w 5113330"/>
                <a:gd name="connsiteY178" fmla="*/ 853241 h 1233068"/>
                <a:gd name="connsiteX179" fmla="*/ 3901048 w 5113330"/>
                <a:gd name="connsiteY179" fmla="*/ 853241 h 1233068"/>
                <a:gd name="connsiteX180" fmla="*/ 52948 w 5113330"/>
                <a:gd name="connsiteY180" fmla="*/ 736600 h 1233068"/>
                <a:gd name="connsiteX181" fmla="*/ 88016 w 5113330"/>
                <a:gd name="connsiteY181" fmla="*/ 736600 h 1233068"/>
                <a:gd name="connsiteX182" fmla="*/ 88016 w 5113330"/>
                <a:gd name="connsiteY182" fmla="*/ 853241 h 1233068"/>
                <a:gd name="connsiteX183" fmla="*/ 216114 w 5113330"/>
                <a:gd name="connsiteY183" fmla="*/ 853241 h 1233068"/>
                <a:gd name="connsiteX184" fmla="*/ 216114 w 5113330"/>
                <a:gd name="connsiteY184" fmla="*/ 885463 h 1233068"/>
                <a:gd name="connsiteX185" fmla="*/ 88016 w 5113330"/>
                <a:gd name="connsiteY185" fmla="*/ 885463 h 1233068"/>
                <a:gd name="connsiteX186" fmla="*/ 88016 w 5113330"/>
                <a:gd name="connsiteY186" fmla="*/ 1120892 h 1233068"/>
                <a:gd name="connsiteX187" fmla="*/ 161025 w 5113330"/>
                <a:gd name="connsiteY187" fmla="*/ 1191753 h 1233068"/>
                <a:gd name="connsiteX188" fmla="*/ 214683 w 5113330"/>
                <a:gd name="connsiteY188" fmla="*/ 1178873 h 1233068"/>
                <a:gd name="connsiteX189" fmla="*/ 214683 w 5113330"/>
                <a:gd name="connsiteY189" fmla="*/ 1211773 h 1233068"/>
                <a:gd name="connsiteX190" fmla="*/ 155292 w 5113330"/>
                <a:gd name="connsiteY190" fmla="*/ 1224675 h 1233068"/>
                <a:gd name="connsiteX191" fmla="*/ 52948 w 5113330"/>
                <a:gd name="connsiteY191" fmla="*/ 1124484 h 1233068"/>
                <a:gd name="connsiteX192" fmla="*/ 52948 w 5113330"/>
                <a:gd name="connsiteY192" fmla="*/ 885463 h 1233068"/>
                <a:gd name="connsiteX193" fmla="*/ 0 w 5113330"/>
                <a:gd name="connsiteY193" fmla="*/ 885463 h 1233068"/>
                <a:gd name="connsiteX194" fmla="*/ 0 w 5113330"/>
                <a:gd name="connsiteY194" fmla="*/ 853241 h 1233068"/>
                <a:gd name="connsiteX195" fmla="*/ 52948 w 5113330"/>
                <a:gd name="connsiteY195" fmla="*/ 853241 h 1233068"/>
                <a:gd name="connsiteX196" fmla="*/ 4165600 w 5113330"/>
                <a:gd name="connsiteY196" fmla="*/ 711200 h 1233068"/>
                <a:gd name="connsiteX197" fmla="*/ 4209252 w 5113330"/>
                <a:gd name="connsiteY197" fmla="*/ 711200 h 1233068"/>
                <a:gd name="connsiteX198" fmla="*/ 4209252 w 5113330"/>
                <a:gd name="connsiteY198" fmla="*/ 759151 h 1233068"/>
                <a:gd name="connsiteX199" fmla="*/ 4165600 w 5113330"/>
                <a:gd name="connsiteY199" fmla="*/ 759151 h 1233068"/>
                <a:gd name="connsiteX200" fmla="*/ 4165600 w 5113330"/>
                <a:gd name="connsiteY200" fmla="*/ 711200 h 1233068"/>
                <a:gd name="connsiteX201" fmla="*/ 1927040 w 5113330"/>
                <a:gd name="connsiteY201" fmla="*/ 698500 h 1233068"/>
                <a:gd name="connsiteX202" fmla="*/ 1981433 w 5113330"/>
                <a:gd name="connsiteY202" fmla="*/ 707097 h 1233068"/>
                <a:gd name="connsiteX203" fmla="*/ 1981433 w 5113330"/>
                <a:gd name="connsiteY203" fmla="*/ 740004 h 1233068"/>
                <a:gd name="connsiteX204" fmla="*/ 1927040 w 5113330"/>
                <a:gd name="connsiteY204" fmla="*/ 730702 h 1233068"/>
                <a:gd name="connsiteX205" fmla="*/ 1853344 w 5113330"/>
                <a:gd name="connsiteY205" fmla="*/ 823011 h 1233068"/>
                <a:gd name="connsiteX206" fmla="*/ 1853344 w 5113330"/>
                <a:gd name="connsiteY206" fmla="*/ 858080 h 1233068"/>
                <a:gd name="connsiteX207" fmla="*/ 1980713 w 5113330"/>
                <a:gd name="connsiteY207" fmla="*/ 858080 h 1233068"/>
                <a:gd name="connsiteX208" fmla="*/ 1980713 w 5113330"/>
                <a:gd name="connsiteY208" fmla="*/ 890306 h 1233068"/>
                <a:gd name="connsiteX209" fmla="*/ 1853344 w 5113330"/>
                <a:gd name="connsiteY209" fmla="*/ 890306 h 1233068"/>
                <a:gd name="connsiteX210" fmla="*/ 1853344 w 5113330"/>
                <a:gd name="connsiteY210" fmla="*/ 1223065 h 1233068"/>
                <a:gd name="connsiteX211" fmla="*/ 1818263 w 5113330"/>
                <a:gd name="connsiteY211" fmla="*/ 1223065 h 1233068"/>
                <a:gd name="connsiteX212" fmla="*/ 1818263 w 5113330"/>
                <a:gd name="connsiteY212" fmla="*/ 890306 h 1233068"/>
                <a:gd name="connsiteX213" fmla="*/ 1765300 w 5113330"/>
                <a:gd name="connsiteY213" fmla="*/ 890306 h 1233068"/>
                <a:gd name="connsiteX214" fmla="*/ 1765300 w 5113330"/>
                <a:gd name="connsiteY214" fmla="*/ 858080 h 1233068"/>
                <a:gd name="connsiteX215" fmla="*/ 1818263 w 5113330"/>
                <a:gd name="connsiteY215" fmla="*/ 858080 h 1233068"/>
                <a:gd name="connsiteX216" fmla="*/ 1818263 w 5113330"/>
                <a:gd name="connsiteY216" fmla="*/ 822307 h 1233068"/>
                <a:gd name="connsiteX217" fmla="*/ 1850472 w 5113330"/>
                <a:gd name="connsiteY217" fmla="*/ 727132 h 1233068"/>
                <a:gd name="connsiteX218" fmla="*/ 1927040 w 5113330"/>
                <a:gd name="connsiteY218" fmla="*/ 698500 h 1233068"/>
                <a:gd name="connsiteX219" fmla="*/ 1025142 w 5113330"/>
                <a:gd name="connsiteY219" fmla="*/ 174625 h 1233068"/>
                <a:gd name="connsiteX220" fmla="*/ 876300 w 5113330"/>
                <a:gd name="connsiteY220" fmla="*/ 331350 h 1233068"/>
                <a:gd name="connsiteX221" fmla="*/ 876300 w 5113330"/>
                <a:gd name="connsiteY221" fmla="*/ 332779 h 1233068"/>
                <a:gd name="connsiteX222" fmla="*/ 1025142 w 5113330"/>
                <a:gd name="connsiteY222" fmla="*/ 489504 h 1233068"/>
                <a:gd name="connsiteX223" fmla="*/ 1168280 w 5113330"/>
                <a:gd name="connsiteY223" fmla="*/ 333493 h 1233068"/>
                <a:gd name="connsiteX224" fmla="*/ 1168280 w 5113330"/>
                <a:gd name="connsiteY224" fmla="*/ 332065 h 1233068"/>
                <a:gd name="connsiteX225" fmla="*/ 1025142 w 5113330"/>
                <a:gd name="connsiteY225" fmla="*/ 174625 h 1233068"/>
                <a:gd name="connsiteX226" fmla="*/ 3601643 w 5113330"/>
                <a:gd name="connsiteY226" fmla="*/ 171450 h 1233068"/>
                <a:gd name="connsiteX227" fmla="*/ 3467100 w 5113330"/>
                <a:gd name="connsiteY227" fmla="*/ 313151 h 1233068"/>
                <a:gd name="connsiteX228" fmla="*/ 3732596 w 5113330"/>
                <a:gd name="connsiteY228" fmla="*/ 313151 h 1233068"/>
                <a:gd name="connsiteX229" fmla="*/ 3601643 w 5113330"/>
                <a:gd name="connsiteY229" fmla="*/ 171450 h 1233068"/>
                <a:gd name="connsiteX230" fmla="*/ 2344343 w 5113330"/>
                <a:gd name="connsiteY230" fmla="*/ 171450 h 1233068"/>
                <a:gd name="connsiteX231" fmla="*/ 2209800 w 5113330"/>
                <a:gd name="connsiteY231" fmla="*/ 313151 h 1233068"/>
                <a:gd name="connsiteX232" fmla="*/ 2475297 w 5113330"/>
                <a:gd name="connsiteY232" fmla="*/ 313151 h 1233068"/>
                <a:gd name="connsiteX233" fmla="*/ 2344343 w 5113330"/>
                <a:gd name="connsiteY233" fmla="*/ 171450 h 1233068"/>
                <a:gd name="connsiteX234" fmla="*/ 1455344 w 5113330"/>
                <a:gd name="connsiteY234" fmla="*/ 171450 h 1233068"/>
                <a:gd name="connsiteX235" fmla="*/ 1320800 w 5113330"/>
                <a:gd name="connsiteY235" fmla="*/ 313151 h 1233068"/>
                <a:gd name="connsiteX236" fmla="*/ 1586298 w 5113330"/>
                <a:gd name="connsiteY236" fmla="*/ 313151 h 1233068"/>
                <a:gd name="connsiteX237" fmla="*/ 1455344 w 5113330"/>
                <a:gd name="connsiteY237" fmla="*/ 171450 h 1233068"/>
                <a:gd name="connsiteX238" fmla="*/ 185344 w 5113330"/>
                <a:gd name="connsiteY238" fmla="*/ 171450 h 1233068"/>
                <a:gd name="connsiteX239" fmla="*/ 50800 w 5113330"/>
                <a:gd name="connsiteY239" fmla="*/ 313151 h 1233068"/>
                <a:gd name="connsiteX240" fmla="*/ 316298 w 5113330"/>
                <a:gd name="connsiteY240" fmla="*/ 313151 h 1233068"/>
                <a:gd name="connsiteX241" fmla="*/ 185344 w 5113330"/>
                <a:gd name="connsiteY241" fmla="*/ 171450 h 1233068"/>
                <a:gd name="connsiteX242" fmla="*/ 1924014 w 5113330"/>
                <a:gd name="connsiteY242" fmla="*/ 139820 h 1233068"/>
                <a:gd name="connsiteX243" fmla="*/ 1924014 w 5113330"/>
                <a:gd name="connsiteY243" fmla="*/ 178473 h 1233068"/>
                <a:gd name="connsiteX244" fmla="*/ 1920433 w 5113330"/>
                <a:gd name="connsiteY244" fmla="*/ 178473 h 1233068"/>
                <a:gd name="connsiteX245" fmla="*/ 1762280 w 5113330"/>
                <a:gd name="connsiteY245" fmla="*/ 360966 h 1233068"/>
                <a:gd name="connsiteX246" fmla="*/ 1762280 w 5113330"/>
                <a:gd name="connsiteY246" fmla="*/ 510530 h 1233068"/>
                <a:gd name="connsiteX247" fmla="*/ 1727200 w 5113330"/>
                <a:gd name="connsiteY247" fmla="*/ 510530 h 1233068"/>
                <a:gd name="connsiteX248" fmla="*/ 1727200 w 5113330"/>
                <a:gd name="connsiteY248" fmla="*/ 145544 h 1233068"/>
                <a:gd name="connsiteX249" fmla="*/ 1762280 w 5113330"/>
                <a:gd name="connsiteY249" fmla="*/ 145544 h 1233068"/>
                <a:gd name="connsiteX250" fmla="*/ 1762280 w 5113330"/>
                <a:gd name="connsiteY250" fmla="*/ 249312 h 1233068"/>
                <a:gd name="connsiteX251" fmla="*/ 1924014 w 5113330"/>
                <a:gd name="connsiteY251" fmla="*/ 139820 h 1233068"/>
                <a:gd name="connsiteX252" fmla="*/ 3602193 w 5113330"/>
                <a:gd name="connsiteY252" fmla="*/ 139700 h 1233068"/>
                <a:gd name="connsiteX253" fmla="*/ 3769644 w 5113330"/>
                <a:gd name="connsiteY253" fmla="*/ 330779 h 1233068"/>
                <a:gd name="connsiteX254" fmla="*/ 3768936 w 5113330"/>
                <a:gd name="connsiteY254" fmla="*/ 345074 h 1233068"/>
                <a:gd name="connsiteX255" fmla="*/ 3466219 w 5113330"/>
                <a:gd name="connsiteY255" fmla="*/ 345074 h 1233068"/>
                <a:gd name="connsiteX256" fmla="*/ 3609336 w 5113330"/>
                <a:gd name="connsiteY256" fmla="*/ 488932 h 1233068"/>
                <a:gd name="connsiteX257" fmla="*/ 3734586 w 5113330"/>
                <a:gd name="connsiteY257" fmla="*/ 431679 h 1233068"/>
                <a:gd name="connsiteX258" fmla="*/ 3758920 w 5113330"/>
                <a:gd name="connsiteY258" fmla="*/ 453157 h 1233068"/>
                <a:gd name="connsiteX259" fmla="*/ 3607902 w 5113330"/>
                <a:gd name="connsiteY259" fmla="*/ 521857 h 1233068"/>
                <a:gd name="connsiteX260" fmla="*/ 3429000 w 5113330"/>
                <a:gd name="connsiteY260" fmla="*/ 331486 h 1233068"/>
                <a:gd name="connsiteX261" fmla="*/ 3429000 w 5113330"/>
                <a:gd name="connsiteY261" fmla="*/ 330053 h 1233068"/>
                <a:gd name="connsiteX262" fmla="*/ 3602193 w 5113330"/>
                <a:gd name="connsiteY262" fmla="*/ 139700 h 1233068"/>
                <a:gd name="connsiteX263" fmla="*/ 3208674 w 5113330"/>
                <a:gd name="connsiteY263" fmla="*/ 139700 h 1233068"/>
                <a:gd name="connsiteX264" fmla="*/ 3354665 w 5113330"/>
                <a:gd name="connsiteY264" fmla="*/ 206966 h 1233068"/>
                <a:gd name="connsiteX265" fmla="*/ 3329623 w 5113330"/>
                <a:gd name="connsiteY265" fmla="*/ 232727 h 1233068"/>
                <a:gd name="connsiteX266" fmla="*/ 3207961 w 5113330"/>
                <a:gd name="connsiteY266" fmla="*/ 172625 h 1233068"/>
                <a:gd name="connsiteX267" fmla="*/ 3060544 w 5113330"/>
                <a:gd name="connsiteY267" fmla="*/ 329345 h 1233068"/>
                <a:gd name="connsiteX268" fmla="*/ 3060544 w 5113330"/>
                <a:gd name="connsiteY268" fmla="*/ 330778 h 1233068"/>
                <a:gd name="connsiteX269" fmla="*/ 3210814 w 5113330"/>
                <a:gd name="connsiteY269" fmla="*/ 488931 h 1233068"/>
                <a:gd name="connsiteX270" fmla="*/ 3333205 w 5113330"/>
                <a:gd name="connsiteY270" fmla="*/ 428104 h 1233068"/>
                <a:gd name="connsiteX271" fmla="*/ 3357534 w 5113330"/>
                <a:gd name="connsiteY271" fmla="*/ 449565 h 1233068"/>
                <a:gd name="connsiteX272" fmla="*/ 3208674 w 5113330"/>
                <a:gd name="connsiteY272" fmla="*/ 521857 h 1233068"/>
                <a:gd name="connsiteX273" fmla="*/ 3022600 w 5113330"/>
                <a:gd name="connsiteY273" fmla="*/ 332211 h 1233068"/>
                <a:gd name="connsiteX274" fmla="*/ 3022600 w 5113330"/>
                <a:gd name="connsiteY274" fmla="*/ 330778 h 1233068"/>
                <a:gd name="connsiteX275" fmla="*/ 3208674 w 5113330"/>
                <a:gd name="connsiteY275" fmla="*/ 139700 h 1233068"/>
                <a:gd name="connsiteX276" fmla="*/ 2782946 w 5113330"/>
                <a:gd name="connsiteY276" fmla="*/ 139700 h 1233068"/>
                <a:gd name="connsiteX277" fmla="*/ 2928930 w 5113330"/>
                <a:gd name="connsiteY277" fmla="*/ 289990 h 1233068"/>
                <a:gd name="connsiteX278" fmla="*/ 2928930 w 5113330"/>
                <a:gd name="connsiteY278" fmla="*/ 513263 h 1233068"/>
                <a:gd name="connsiteX279" fmla="*/ 2893878 w 5113330"/>
                <a:gd name="connsiteY279" fmla="*/ 513263 h 1233068"/>
                <a:gd name="connsiteX280" fmla="*/ 2893878 w 5113330"/>
                <a:gd name="connsiteY280" fmla="*/ 296406 h 1233068"/>
                <a:gd name="connsiteX281" fmla="*/ 2777936 w 5113330"/>
                <a:gd name="connsiteY281" fmla="*/ 171902 h 1233068"/>
                <a:gd name="connsiteX282" fmla="*/ 2651281 w 5113330"/>
                <a:gd name="connsiteY282" fmla="*/ 302148 h 1233068"/>
                <a:gd name="connsiteX283" fmla="*/ 2651281 w 5113330"/>
                <a:gd name="connsiteY283" fmla="*/ 513263 h 1233068"/>
                <a:gd name="connsiteX284" fmla="*/ 2616200 w 5113330"/>
                <a:gd name="connsiteY284" fmla="*/ 513263 h 1233068"/>
                <a:gd name="connsiteX285" fmla="*/ 2616200 w 5113330"/>
                <a:gd name="connsiteY285" fmla="*/ 148278 h 1233068"/>
                <a:gd name="connsiteX286" fmla="*/ 2651281 w 5113330"/>
                <a:gd name="connsiteY286" fmla="*/ 148278 h 1233068"/>
                <a:gd name="connsiteX287" fmla="*/ 2651281 w 5113330"/>
                <a:gd name="connsiteY287" fmla="*/ 216263 h 1233068"/>
                <a:gd name="connsiteX288" fmla="*/ 2782946 w 5113330"/>
                <a:gd name="connsiteY288" fmla="*/ 139700 h 1233068"/>
                <a:gd name="connsiteX289" fmla="*/ 2344893 w 5113330"/>
                <a:gd name="connsiteY289" fmla="*/ 139700 h 1233068"/>
                <a:gd name="connsiteX290" fmla="*/ 2512345 w 5113330"/>
                <a:gd name="connsiteY290" fmla="*/ 330779 h 1233068"/>
                <a:gd name="connsiteX291" fmla="*/ 2511635 w 5113330"/>
                <a:gd name="connsiteY291" fmla="*/ 345074 h 1233068"/>
                <a:gd name="connsiteX292" fmla="*/ 2208919 w 5113330"/>
                <a:gd name="connsiteY292" fmla="*/ 345074 h 1233068"/>
                <a:gd name="connsiteX293" fmla="*/ 2352037 w 5113330"/>
                <a:gd name="connsiteY293" fmla="*/ 488932 h 1233068"/>
                <a:gd name="connsiteX294" fmla="*/ 2477287 w 5113330"/>
                <a:gd name="connsiteY294" fmla="*/ 431679 h 1233068"/>
                <a:gd name="connsiteX295" fmla="*/ 2501621 w 5113330"/>
                <a:gd name="connsiteY295" fmla="*/ 453157 h 1233068"/>
                <a:gd name="connsiteX296" fmla="*/ 2350602 w 5113330"/>
                <a:gd name="connsiteY296" fmla="*/ 521857 h 1233068"/>
                <a:gd name="connsiteX297" fmla="*/ 2171700 w 5113330"/>
                <a:gd name="connsiteY297" fmla="*/ 331486 h 1233068"/>
                <a:gd name="connsiteX298" fmla="*/ 2171700 w 5113330"/>
                <a:gd name="connsiteY298" fmla="*/ 330053 h 1233068"/>
                <a:gd name="connsiteX299" fmla="*/ 2344893 w 5113330"/>
                <a:gd name="connsiteY299" fmla="*/ 139700 h 1233068"/>
                <a:gd name="connsiteX300" fmla="*/ 2019300 w 5113330"/>
                <a:gd name="connsiteY300" fmla="*/ 139700 h 1233068"/>
                <a:gd name="connsiteX301" fmla="*/ 2054359 w 5113330"/>
                <a:gd name="connsiteY301" fmla="*/ 139700 h 1233068"/>
                <a:gd name="connsiteX302" fmla="*/ 2054359 w 5113330"/>
                <a:gd name="connsiteY302" fmla="*/ 504677 h 1233068"/>
                <a:gd name="connsiteX303" fmla="*/ 2019300 w 5113330"/>
                <a:gd name="connsiteY303" fmla="*/ 504677 h 1233068"/>
                <a:gd name="connsiteX304" fmla="*/ 2019300 w 5113330"/>
                <a:gd name="connsiteY304" fmla="*/ 139700 h 1233068"/>
                <a:gd name="connsiteX305" fmla="*/ 1455892 w 5113330"/>
                <a:gd name="connsiteY305" fmla="*/ 139700 h 1233068"/>
                <a:gd name="connsiteX306" fmla="*/ 1623344 w 5113330"/>
                <a:gd name="connsiteY306" fmla="*/ 330779 h 1233068"/>
                <a:gd name="connsiteX307" fmla="*/ 1622634 w 5113330"/>
                <a:gd name="connsiteY307" fmla="*/ 345074 h 1233068"/>
                <a:gd name="connsiteX308" fmla="*/ 1319919 w 5113330"/>
                <a:gd name="connsiteY308" fmla="*/ 345074 h 1233068"/>
                <a:gd name="connsiteX309" fmla="*/ 1463036 w 5113330"/>
                <a:gd name="connsiteY309" fmla="*/ 488932 h 1233068"/>
                <a:gd name="connsiteX310" fmla="*/ 1588286 w 5113330"/>
                <a:gd name="connsiteY310" fmla="*/ 431679 h 1233068"/>
                <a:gd name="connsiteX311" fmla="*/ 1612620 w 5113330"/>
                <a:gd name="connsiteY311" fmla="*/ 453157 h 1233068"/>
                <a:gd name="connsiteX312" fmla="*/ 1461601 w 5113330"/>
                <a:gd name="connsiteY312" fmla="*/ 521857 h 1233068"/>
                <a:gd name="connsiteX313" fmla="*/ 1282700 w 5113330"/>
                <a:gd name="connsiteY313" fmla="*/ 331486 h 1233068"/>
                <a:gd name="connsiteX314" fmla="*/ 1282700 w 5113330"/>
                <a:gd name="connsiteY314" fmla="*/ 330053 h 1233068"/>
                <a:gd name="connsiteX315" fmla="*/ 1455892 w 5113330"/>
                <a:gd name="connsiteY315" fmla="*/ 139700 h 1233068"/>
                <a:gd name="connsiteX316" fmla="*/ 1023545 w 5113330"/>
                <a:gd name="connsiteY316" fmla="*/ 139700 h 1233068"/>
                <a:gd name="connsiteX317" fmla="*/ 1201029 w 5113330"/>
                <a:gd name="connsiteY317" fmla="*/ 329346 h 1233068"/>
                <a:gd name="connsiteX318" fmla="*/ 1201029 w 5113330"/>
                <a:gd name="connsiteY318" fmla="*/ 330769 h 1233068"/>
                <a:gd name="connsiteX319" fmla="*/ 1023545 w 5113330"/>
                <a:gd name="connsiteY319" fmla="*/ 521861 h 1233068"/>
                <a:gd name="connsiteX320" fmla="*/ 873273 w 5113330"/>
                <a:gd name="connsiteY320" fmla="*/ 434529 h 1233068"/>
                <a:gd name="connsiteX321" fmla="*/ 873273 w 5113330"/>
                <a:gd name="connsiteY321" fmla="*/ 627767 h 1233068"/>
                <a:gd name="connsiteX322" fmla="*/ 838200 w 5113330"/>
                <a:gd name="connsiteY322" fmla="*/ 627767 h 1233068"/>
                <a:gd name="connsiteX323" fmla="*/ 838200 w 5113330"/>
                <a:gd name="connsiteY323" fmla="*/ 148287 h 1233068"/>
                <a:gd name="connsiteX324" fmla="*/ 873273 w 5113330"/>
                <a:gd name="connsiteY324" fmla="*/ 148287 h 1233068"/>
                <a:gd name="connsiteX325" fmla="*/ 873273 w 5113330"/>
                <a:gd name="connsiteY325" fmla="*/ 229857 h 1233068"/>
                <a:gd name="connsiteX326" fmla="*/ 1023545 w 5113330"/>
                <a:gd name="connsiteY326" fmla="*/ 139700 h 1233068"/>
                <a:gd name="connsiteX327" fmla="*/ 399409 w 5113330"/>
                <a:gd name="connsiteY327" fmla="*/ 139700 h 1233068"/>
                <a:gd name="connsiteX328" fmla="*/ 443064 w 5113330"/>
                <a:gd name="connsiteY328" fmla="*/ 139700 h 1233068"/>
                <a:gd name="connsiteX329" fmla="*/ 565439 w 5113330"/>
                <a:gd name="connsiteY329" fmla="*/ 294274 h 1233068"/>
                <a:gd name="connsiteX330" fmla="*/ 689261 w 5113330"/>
                <a:gd name="connsiteY330" fmla="*/ 139700 h 1233068"/>
                <a:gd name="connsiteX331" fmla="*/ 731484 w 5113330"/>
                <a:gd name="connsiteY331" fmla="*/ 139700 h 1233068"/>
                <a:gd name="connsiteX332" fmla="*/ 587624 w 5113330"/>
                <a:gd name="connsiteY332" fmla="*/ 317896 h 1233068"/>
                <a:gd name="connsiteX333" fmla="*/ 737209 w 5113330"/>
                <a:gd name="connsiteY333" fmla="*/ 504677 h 1233068"/>
                <a:gd name="connsiteX334" fmla="*/ 693539 w 5113330"/>
                <a:gd name="connsiteY334" fmla="*/ 504677 h 1233068"/>
                <a:gd name="connsiteX335" fmla="*/ 564723 w 5113330"/>
                <a:gd name="connsiteY335" fmla="*/ 342228 h 1233068"/>
                <a:gd name="connsiteX336" fmla="*/ 435923 w 5113330"/>
                <a:gd name="connsiteY336" fmla="*/ 504677 h 1233068"/>
                <a:gd name="connsiteX337" fmla="*/ 393700 w 5113330"/>
                <a:gd name="connsiteY337" fmla="*/ 504677 h 1233068"/>
                <a:gd name="connsiteX338" fmla="*/ 542538 w 5113330"/>
                <a:gd name="connsiteY338" fmla="*/ 318606 h 1233068"/>
                <a:gd name="connsiteX339" fmla="*/ 185893 w 5113330"/>
                <a:gd name="connsiteY339" fmla="*/ 139700 h 1233068"/>
                <a:gd name="connsiteX340" fmla="*/ 353345 w 5113330"/>
                <a:gd name="connsiteY340" fmla="*/ 330779 h 1233068"/>
                <a:gd name="connsiteX341" fmla="*/ 352635 w 5113330"/>
                <a:gd name="connsiteY341" fmla="*/ 345074 h 1233068"/>
                <a:gd name="connsiteX342" fmla="*/ 49919 w 5113330"/>
                <a:gd name="connsiteY342" fmla="*/ 345074 h 1233068"/>
                <a:gd name="connsiteX343" fmla="*/ 193037 w 5113330"/>
                <a:gd name="connsiteY343" fmla="*/ 488932 h 1233068"/>
                <a:gd name="connsiteX344" fmla="*/ 318287 w 5113330"/>
                <a:gd name="connsiteY344" fmla="*/ 431679 h 1233068"/>
                <a:gd name="connsiteX345" fmla="*/ 342621 w 5113330"/>
                <a:gd name="connsiteY345" fmla="*/ 453157 h 1233068"/>
                <a:gd name="connsiteX346" fmla="*/ 191602 w 5113330"/>
                <a:gd name="connsiteY346" fmla="*/ 521857 h 1233068"/>
                <a:gd name="connsiteX347" fmla="*/ 12700 w 5113330"/>
                <a:gd name="connsiteY347" fmla="*/ 331486 h 1233068"/>
                <a:gd name="connsiteX348" fmla="*/ 12700 w 5113330"/>
                <a:gd name="connsiteY348" fmla="*/ 330053 h 1233068"/>
                <a:gd name="connsiteX349" fmla="*/ 185893 w 5113330"/>
                <a:gd name="connsiteY349" fmla="*/ 139700 h 1233068"/>
                <a:gd name="connsiteX350" fmla="*/ 2019300 w 5113330"/>
                <a:gd name="connsiteY350" fmla="*/ 0 h 1233068"/>
                <a:gd name="connsiteX351" fmla="*/ 2062954 w 5113330"/>
                <a:gd name="connsiteY351" fmla="*/ 0 h 1233068"/>
                <a:gd name="connsiteX352" fmla="*/ 2062954 w 5113330"/>
                <a:gd name="connsiteY352" fmla="*/ 47951 h 1233068"/>
                <a:gd name="connsiteX353" fmla="*/ 2019300 w 5113330"/>
                <a:gd name="connsiteY353" fmla="*/ 47951 h 1233068"/>
                <a:gd name="connsiteX354" fmla="*/ 2019300 w 5113330"/>
                <a:gd name="connsiteY354" fmla="*/ 0 h 123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Lst>
              <a:rect l="l" t="t" r="r" b="b"/>
              <a:pathLst>
                <a:path w="5113330" h="1233068">
                  <a:moveTo>
                    <a:pt x="3600029" y="1025525"/>
                  </a:moveTo>
                  <a:cubicBezTo>
                    <a:pt x="3522742" y="1025525"/>
                    <a:pt x="3479800" y="1059864"/>
                    <a:pt x="3479800" y="1110682"/>
                  </a:cubicBezTo>
                  <a:lnTo>
                    <a:pt x="3479800" y="1112117"/>
                  </a:lnTo>
                  <a:cubicBezTo>
                    <a:pt x="3479800" y="1165057"/>
                    <a:pt x="3529894" y="1195839"/>
                    <a:pt x="3585704" y="1195839"/>
                  </a:cubicBezTo>
                  <a:cubicBezTo>
                    <a:pt x="3660144" y="1195839"/>
                    <a:pt x="3723828" y="1150036"/>
                    <a:pt x="3723828" y="1083487"/>
                  </a:cubicBezTo>
                  <a:lnTo>
                    <a:pt x="3723828" y="1041981"/>
                  </a:lnTo>
                  <a:cubicBezTo>
                    <a:pt x="3693054" y="1034104"/>
                    <a:pt x="3652258" y="1025525"/>
                    <a:pt x="3600029" y="1025525"/>
                  </a:cubicBezTo>
                  <a:close/>
                  <a:moveTo>
                    <a:pt x="717129" y="1025525"/>
                  </a:moveTo>
                  <a:cubicBezTo>
                    <a:pt x="639842" y="1025525"/>
                    <a:pt x="596900" y="1059864"/>
                    <a:pt x="596900" y="1110682"/>
                  </a:cubicBezTo>
                  <a:lnTo>
                    <a:pt x="596900" y="1112117"/>
                  </a:lnTo>
                  <a:cubicBezTo>
                    <a:pt x="596900" y="1165057"/>
                    <a:pt x="646994" y="1195839"/>
                    <a:pt x="702815" y="1195839"/>
                  </a:cubicBezTo>
                  <a:cubicBezTo>
                    <a:pt x="777243" y="1195839"/>
                    <a:pt x="840928" y="1150036"/>
                    <a:pt x="840928" y="1083487"/>
                  </a:cubicBezTo>
                  <a:lnTo>
                    <a:pt x="840928" y="1041981"/>
                  </a:lnTo>
                  <a:cubicBezTo>
                    <a:pt x="810153" y="1034104"/>
                    <a:pt x="769358" y="1025525"/>
                    <a:pt x="717129" y="1025525"/>
                  </a:cubicBezTo>
                  <a:close/>
                  <a:moveTo>
                    <a:pt x="4504942" y="882650"/>
                  </a:moveTo>
                  <a:cubicBezTo>
                    <a:pt x="4418362" y="882650"/>
                    <a:pt x="4356100" y="953498"/>
                    <a:pt x="4356100" y="1039371"/>
                  </a:cubicBezTo>
                  <a:lnTo>
                    <a:pt x="4356100" y="1040806"/>
                  </a:lnTo>
                  <a:cubicBezTo>
                    <a:pt x="4356100" y="1128832"/>
                    <a:pt x="4421934" y="1198962"/>
                    <a:pt x="4506382" y="1198962"/>
                  </a:cubicBezTo>
                  <a:cubicBezTo>
                    <a:pt x="4592962" y="1198962"/>
                    <a:pt x="4655224" y="1128114"/>
                    <a:pt x="4655224" y="1042241"/>
                  </a:cubicBezTo>
                  <a:lnTo>
                    <a:pt x="4655224" y="1040806"/>
                  </a:lnTo>
                  <a:cubicBezTo>
                    <a:pt x="4655224" y="952781"/>
                    <a:pt x="4589390" y="882650"/>
                    <a:pt x="4504942" y="882650"/>
                  </a:cubicBezTo>
                  <a:close/>
                  <a:moveTo>
                    <a:pt x="2206242" y="882650"/>
                  </a:moveTo>
                  <a:cubicBezTo>
                    <a:pt x="2119662" y="882650"/>
                    <a:pt x="2057400" y="953498"/>
                    <a:pt x="2057400" y="1039371"/>
                  </a:cubicBezTo>
                  <a:lnTo>
                    <a:pt x="2057400" y="1040806"/>
                  </a:lnTo>
                  <a:cubicBezTo>
                    <a:pt x="2057400" y="1128832"/>
                    <a:pt x="2123235" y="1198962"/>
                    <a:pt x="2207682" y="1198962"/>
                  </a:cubicBezTo>
                  <a:cubicBezTo>
                    <a:pt x="2294262" y="1198962"/>
                    <a:pt x="2356524" y="1128114"/>
                    <a:pt x="2356524" y="1042241"/>
                  </a:cubicBezTo>
                  <a:lnTo>
                    <a:pt x="2356524" y="1040806"/>
                  </a:lnTo>
                  <a:cubicBezTo>
                    <a:pt x="2356524" y="952781"/>
                    <a:pt x="2290689" y="882650"/>
                    <a:pt x="2206242" y="882650"/>
                  </a:cubicBezTo>
                  <a:close/>
                  <a:moveTo>
                    <a:pt x="4178300" y="863600"/>
                  </a:moveTo>
                  <a:lnTo>
                    <a:pt x="4213360" y="863600"/>
                  </a:lnTo>
                  <a:lnTo>
                    <a:pt x="4213360" y="1228577"/>
                  </a:lnTo>
                  <a:lnTo>
                    <a:pt x="4178300" y="1228577"/>
                  </a:lnTo>
                  <a:cubicBezTo>
                    <a:pt x="4178300" y="1228577"/>
                    <a:pt x="4178300" y="863600"/>
                    <a:pt x="4178300" y="863600"/>
                  </a:cubicBezTo>
                  <a:close/>
                  <a:moveTo>
                    <a:pt x="2698695" y="851020"/>
                  </a:moveTo>
                  <a:lnTo>
                    <a:pt x="2698695" y="889676"/>
                  </a:lnTo>
                  <a:lnTo>
                    <a:pt x="2695133" y="889676"/>
                  </a:lnTo>
                  <a:cubicBezTo>
                    <a:pt x="2610675" y="889676"/>
                    <a:pt x="2536977" y="953358"/>
                    <a:pt x="2536977" y="1072160"/>
                  </a:cubicBezTo>
                  <a:lnTo>
                    <a:pt x="2536977" y="1221731"/>
                  </a:lnTo>
                  <a:lnTo>
                    <a:pt x="2501900" y="1221731"/>
                  </a:lnTo>
                  <a:cubicBezTo>
                    <a:pt x="2501900" y="1221731"/>
                    <a:pt x="2501900" y="856745"/>
                    <a:pt x="2501900" y="856745"/>
                  </a:cubicBezTo>
                  <a:lnTo>
                    <a:pt x="2536977" y="856745"/>
                  </a:lnTo>
                  <a:lnTo>
                    <a:pt x="2536977" y="960501"/>
                  </a:lnTo>
                  <a:cubicBezTo>
                    <a:pt x="2565585" y="895383"/>
                    <a:pt x="2626428" y="848149"/>
                    <a:pt x="2698695" y="851020"/>
                  </a:cubicBezTo>
                  <a:close/>
                  <a:moveTo>
                    <a:pt x="514314" y="851020"/>
                  </a:moveTo>
                  <a:lnTo>
                    <a:pt x="514314" y="889676"/>
                  </a:lnTo>
                  <a:lnTo>
                    <a:pt x="510733" y="889676"/>
                  </a:lnTo>
                  <a:cubicBezTo>
                    <a:pt x="426276" y="889676"/>
                    <a:pt x="352571" y="953358"/>
                    <a:pt x="352571" y="1072160"/>
                  </a:cubicBezTo>
                  <a:lnTo>
                    <a:pt x="352571" y="1221731"/>
                  </a:lnTo>
                  <a:lnTo>
                    <a:pt x="317500" y="1221731"/>
                  </a:lnTo>
                  <a:cubicBezTo>
                    <a:pt x="317500" y="1221731"/>
                    <a:pt x="317500" y="856745"/>
                    <a:pt x="317500" y="856745"/>
                  </a:cubicBezTo>
                  <a:lnTo>
                    <a:pt x="352571" y="856745"/>
                  </a:lnTo>
                  <a:lnTo>
                    <a:pt x="352571" y="960501"/>
                  </a:lnTo>
                  <a:cubicBezTo>
                    <a:pt x="381191" y="895383"/>
                    <a:pt x="442030" y="848149"/>
                    <a:pt x="514314" y="851020"/>
                  </a:cubicBezTo>
                  <a:close/>
                  <a:moveTo>
                    <a:pt x="4967346" y="850900"/>
                  </a:moveTo>
                  <a:cubicBezTo>
                    <a:pt x="5059674" y="850900"/>
                    <a:pt x="5113330" y="913889"/>
                    <a:pt x="5113330" y="1001194"/>
                  </a:cubicBezTo>
                  <a:lnTo>
                    <a:pt x="5113330" y="1224472"/>
                  </a:lnTo>
                  <a:lnTo>
                    <a:pt x="5078278" y="1224472"/>
                  </a:lnTo>
                  <a:lnTo>
                    <a:pt x="5078278" y="1007628"/>
                  </a:lnTo>
                  <a:cubicBezTo>
                    <a:pt x="5078278" y="932498"/>
                    <a:pt x="5036046" y="883104"/>
                    <a:pt x="4962336" y="883104"/>
                  </a:cubicBezTo>
                  <a:cubicBezTo>
                    <a:pt x="4890770" y="883104"/>
                    <a:pt x="4835680" y="937514"/>
                    <a:pt x="4835680" y="1013352"/>
                  </a:cubicBezTo>
                  <a:lnTo>
                    <a:pt x="4835680" y="1224472"/>
                  </a:lnTo>
                  <a:lnTo>
                    <a:pt x="4800600" y="1224472"/>
                  </a:lnTo>
                  <a:cubicBezTo>
                    <a:pt x="4800600" y="1224472"/>
                    <a:pt x="4800600" y="859496"/>
                    <a:pt x="4800600" y="859496"/>
                  </a:cubicBezTo>
                  <a:lnTo>
                    <a:pt x="4835680" y="859496"/>
                  </a:lnTo>
                  <a:lnTo>
                    <a:pt x="4835680" y="927483"/>
                  </a:lnTo>
                  <a:cubicBezTo>
                    <a:pt x="4860004" y="884539"/>
                    <a:pt x="4900804" y="850900"/>
                    <a:pt x="4967346" y="850900"/>
                  </a:cubicBezTo>
                  <a:close/>
                  <a:moveTo>
                    <a:pt x="4506214" y="850900"/>
                  </a:moveTo>
                  <a:cubicBezTo>
                    <a:pt x="4614272" y="850900"/>
                    <a:pt x="4693006" y="938233"/>
                    <a:pt x="4693006" y="1040551"/>
                  </a:cubicBezTo>
                  <a:lnTo>
                    <a:pt x="4693006" y="1041984"/>
                  </a:lnTo>
                  <a:cubicBezTo>
                    <a:pt x="4693006" y="1144320"/>
                    <a:pt x="4613560" y="1233068"/>
                    <a:pt x="4504792" y="1233068"/>
                  </a:cubicBezTo>
                  <a:cubicBezTo>
                    <a:pt x="4396734" y="1233068"/>
                    <a:pt x="4318000" y="1145736"/>
                    <a:pt x="4318000" y="1043417"/>
                  </a:cubicBezTo>
                  <a:lnTo>
                    <a:pt x="4318000" y="1041984"/>
                  </a:lnTo>
                  <a:cubicBezTo>
                    <a:pt x="4318000" y="939630"/>
                    <a:pt x="4397446" y="850900"/>
                    <a:pt x="4506214" y="850900"/>
                  </a:cubicBezTo>
                  <a:close/>
                  <a:moveTo>
                    <a:pt x="3604148" y="850900"/>
                  </a:moveTo>
                  <a:cubicBezTo>
                    <a:pt x="3653540" y="850900"/>
                    <a:pt x="3692888" y="864509"/>
                    <a:pt x="3719378" y="890973"/>
                  </a:cubicBezTo>
                  <a:cubicBezTo>
                    <a:pt x="3743708" y="915311"/>
                    <a:pt x="3756596" y="948957"/>
                    <a:pt x="3756596" y="994034"/>
                  </a:cubicBezTo>
                  <a:lnTo>
                    <a:pt x="3756596" y="1221615"/>
                  </a:lnTo>
                  <a:lnTo>
                    <a:pt x="3722234" y="1221615"/>
                  </a:lnTo>
                  <a:lnTo>
                    <a:pt x="3722234" y="1160786"/>
                  </a:lnTo>
                  <a:cubicBezTo>
                    <a:pt x="3697188" y="1195837"/>
                    <a:pt x="3652098" y="1230202"/>
                    <a:pt x="3582689" y="1230202"/>
                  </a:cubicBezTo>
                  <a:cubicBezTo>
                    <a:pt x="3514695" y="1230202"/>
                    <a:pt x="3441700" y="1191552"/>
                    <a:pt x="3441700" y="1115692"/>
                  </a:cubicBezTo>
                  <a:lnTo>
                    <a:pt x="3441700" y="1114269"/>
                  </a:lnTo>
                  <a:cubicBezTo>
                    <a:pt x="3441700" y="1038409"/>
                    <a:pt x="3506837" y="995474"/>
                    <a:pt x="3601291" y="995474"/>
                  </a:cubicBezTo>
                  <a:cubicBezTo>
                    <a:pt x="3652098" y="995474"/>
                    <a:pt x="3687174" y="1001919"/>
                    <a:pt x="3722234" y="1011208"/>
                  </a:cubicBezTo>
                  <a:lnTo>
                    <a:pt x="3722234" y="995474"/>
                  </a:lnTo>
                  <a:cubicBezTo>
                    <a:pt x="3722234" y="921756"/>
                    <a:pt x="3677158" y="883826"/>
                    <a:pt x="3602005" y="883826"/>
                  </a:cubicBezTo>
                  <a:cubicBezTo>
                    <a:pt x="3557643" y="883826"/>
                    <a:pt x="3521138" y="895977"/>
                    <a:pt x="3487506" y="913151"/>
                  </a:cubicBezTo>
                  <a:lnTo>
                    <a:pt x="3474633" y="882403"/>
                  </a:lnTo>
                  <a:cubicBezTo>
                    <a:pt x="3514695" y="863789"/>
                    <a:pt x="3554071" y="850900"/>
                    <a:pt x="3604148" y="850900"/>
                  </a:cubicBezTo>
                  <a:close/>
                  <a:moveTo>
                    <a:pt x="2950716" y="850900"/>
                  </a:moveTo>
                  <a:cubicBezTo>
                    <a:pt x="3014399" y="850900"/>
                    <a:pt x="3053788" y="887410"/>
                    <a:pt x="3073815" y="929627"/>
                  </a:cubicBezTo>
                  <a:cubicBezTo>
                    <a:pt x="3097444" y="888845"/>
                    <a:pt x="3136783" y="850900"/>
                    <a:pt x="3205498" y="850900"/>
                  </a:cubicBezTo>
                  <a:cubicBezTo>
                    <a:pt x="3292094" y="850900"/>
                    <a:pt x="3345763" y="911744"/>
                    <a:pt x="3345763" y="1003338"/>
                  </a:cubicBezTo>
                  <a:lnTo>
                    <a:pt x="3345763" y="1224472"/>
                  </a:lnTo>
                  <a:lnTo>
                    <a:pt x="3310716" y="1224472"/>
                  </a:lnTo>
                  <a:lnTo>
                    <a:pt x="3310716" y="1007628"/>
                  </a:lnTo>
                  <a:cubicBezTo>
                    <a:pt x="3310716" y="928918"/>
                    <a:pt x="3269896" y="883104"/>
                    <a:pt x="3202637" y="883104"/>
                  </a:cubicBezTo>
                  <a:cubicBezTo>
                    <a:pt x="3141100" y="883104"/>
                    <a:pt x="3087405" y="930353"/>
                    <a:pt x="3087405" y="1011917"/>
                  </a:cubicBezTo>
                  <a:lnTo>
                    <a:pt x="3087405" y="1224472"/>
                  </a:lnTo>
                  <a:lnTo>
                    <a:pt x="3052358" y="1224472"/>
                  </a:lnTo>
                  <a:lnTo>
                    <a:pt x="3052358" y="1005500"/>
                  </a:lnTo>
                  <a:cubicBezTo>
                    <a:pt x="3052358" y="929627"/>
                    <a:pt x="3010848" y="883104"/>
                    <a:pt x="2945709" y="883104"/>
                  </a:cubicBezTo>
                  <a:cubicBezTo>
                    <a:pt x="2880596" y="883104"/>
                    <a:pt x="2829073" y="940350"/>
                    <a:pt x="2829073" y="1014061"/>
                  </a:cubicBezTo>
                  <a:lnTo>
                    <a:pt x="2829073" y="1224472"/>
                  </a:lnTo>
                  <a:lnTo>
                    <a:pt x="2794000" y="1224472"/>
                  </a:lnTo>
                  <a:cubicBezTo>
                    <a:pt x="2794000" y="1224472"/>
                    <a:pt x="2794000" y="859496"/>
                    <a:pt x="2794000" y="859496"/>
                  </a:cubicBezTo>
                  <a:lnTo>
                    <a:pt x="2829073" y="859496"/>
                  </a:lnTo>
                  <a:lnTo>
                    <a:pt x="2829073" y="924612"/>
                  </a:lnTo>
                  <a:cubicBezTo>
                    <a:pt x="2852701" y="886701"/>
                    <a:pt x="2885603" y="850900"/>
                    <a:pt x="2950716" y="850900"/>
                  </a:cubicBezTo>
                  <a:close/>
                  <a:moveTo>
                    <a:pt x="2207514" y="850900"/>
                  </a:moveTo>
                  <a:cubicBezTo>
                    <a:pt x="2315571" y="850900"/>
                    <a:pt x="2394304" y="938233"/>
                    <a:pt x="2394304" y="1040551"/>
                  </a:cubicBezTo>
                  <a:lnTo>
                    <a:pt x="2394304" y="1041984"/>
                  </a:lnTo>
                  <a:cubicBezTo>
                    <a:pt x="2394304" y="1144320"/>
                    <a:pt x="2314859" y="1233068"/>
                    <a:pt x="2206090" y="1233068"/>
                  </a:cubicBezTo>
                  <a:cubicBezTo>
                    <a:pt x="2098033" y="1233068"/>
                    <a:pt x="2019300" y="1145736"/>
                    <a:pt x="2019300" y="1043417"/>
                  </a:cubicBezTo>
                  <a:lnTo>
                    <a:pt x="2019300" y="1041984"/>
                  </a:lnTo>
                  <a:cubicBezTo>
                    <a:pt x="2019300" y="939630"/>
                    <a:pt x="2098745" y="850900"/>
                    <a:pt x="2207514" y="850900"/>
                  </a:cubicBezTo>
                  <a:close/>
                  <a:moveTo>
                    <a:pt x="1547819" y="850900"/>
                  </a:moveTo>
                  <a:cubicBezTo>
                    <a:pt x="1591495" y="850900"/>
                    <a:pt x="1640860" y="866652"/>
                    <a:pt x="1677366" y="890990"/>
                  </a:cubicBezTo>
                  <a:lnTo>
                    <a:pt x="1658756" y="920316"/>
                  </a:lnTo>
                  <a:cubicBezTo>
                    <a:pt x="1625119" y="898137"/>
                    <a:pt x="1585040" y="883826"/>
                    <a:pt x="1546391" y="883826"/>
                  </a:cubicBezTo>
                  <a:cubicBezTo>
                    <a:pt x="1496311" y="883826"/>
                    <a:pt x="1463376" y="911027"/>
                    <a:pt x="1463376" y="947517"/>
                  </a:cubicBezTo>
                  <a:lnTo>
                    <a:pt x="1463376" y="948957"/>
                  </a:lnTo>
                  <a:cubicBezTo>
                    <a:pt x="1463376" y="989732"/>
                    <a:pt x="1512766" y="1004781"/>
                    <a:pt x="1565014" y="1019795"/>
                  </a:cubicBezTo>
                  <a:cubicBezTo>
                    <a:pt x="1623678" y="1036249"/>
                    <a:pt x="1685224" y="1057725"/>
                    <a:pt x="1685224" y="1122119"/>
                  </a:cubicBezTo>
                  <a:lnTo>
                    <a:pt x="1685224" y="1123559"/>
                  </a:lnTo>
                  <a:cubicBezTo>
                    <a:pt x="1685224" y="1188672"/>
                    <a:pt x="1629418" y="1230202"/>
                    <a:pt x="1559274" y="1230202"/>
                  </a:cubicBezTo>
                  <a:cubicBezTo>
                    <a:pt x="1506312" y="1230202"/>
                    <a:pt x="1448363" y="1208726"/>
                    <a:pt x="1409700" y="1177240"/>
                  </a:cubicBezTo>
                  <a:lnTo>
                    <a:pt x="1430466" y="1149320"/>
                  </a:lnTo>
                  <a:cubicBezTo>
                    <a:pt x="1470545" y="1180103"/>
                    <a:pt x="1514909" y="1197277"/>
                    <a:pt x="1561430" y="1197277"/>
                  </a:cubicBezTo>
                  <a:cubicBezTo>
                    <a:pt x="1610807" y="1197277"/>
                    <a:pt x="1649444" y="1170076"/>
                    <a:pt x="1649444" y="1127861"/>
                  </a:cubicBezTo>
                  <a:lnTo>
                    <a:pt x="1649444" y="1126421"/>
                  </a:lnTo>
                  <a:cubicBezTo>
                    <a:pt x="1649444" y="1083486"/>
                    <a:pt x="1603651" y="1067752"/>
                    <a:pt x="1552832" y="1053423"/>
                  </a:cubicBezTo>
                  <a:cubicBezTo>
                    <a:pt x="1493441" y="1036249"/>
                    <a:pt x="1427609" y="1018373"/>
                    <a:pt x="1427609" y="953242"/>
                  </a:cubicBezTo>
                  <a:lnTo>
                    <a:pt x="1427609" y="951819"/>
                  </a:lnTo>
                  <a:cubicBezTo>
                    <a:pt x="1427609" y="893115"/>
                    <a:pt x="1476987" y="850900"/>
                    <a:pt x="1547819" y="850900"/>
                  </a:cubicBezTo>
                  <a:close/>
                  <a:moveTo>
                    <a:pt x="1170046" y="850900"/>
                  </a:moveTo>
                  <a:cubicBezTo>
                    <a:pt x="1262374" y="850900"/>
                    <a:pt x="1316030" y="913889"/>
                    <a:pt x="1316030" y="1001194"/>
                  </a:cubicBezTo>
                  <a:lnTo>
                    <a:pt x="1316030" y="1224472"/>
                  </a:lnTo>
                  <a:lnTo>
                    <a:pt x="1280978" y="1224472"/>
                  </a:lnTo>
                  <a:lnTo>
                    <a:pt x="1280978" y="1007628"/>
                  </a:lnTo>
                  <a:cubicBezTo>
                    <a:pt x="1280978" y="932498"/>
                    <a:pt x="1238760" y="883104"/>
                    <a:pt x="1165036" y="883104"/>
                  </a:cubicBezTo>
                  <a:cubicBezTo>
                    <a:pt x="1093470" y="883104"/>
                    <a:pt x="1038381" y="937514"/>
                    <a:pt x="1038381" y="1013352"/>
                  </a:cubicBezTo>
                  <a:lnTo>
                    <a:pt x="1038381" y="1224472"/>
                  </a:lnTo>
                  <a:lnTo>
                    <a:pt x="1003300" y="1224472"/>
                  </a:lnTo>
                  <a:cubicBezTo>
                    <a:pt x="1003300" y="1224472"/>
                    <a:pt x="1003300" y="859496"/>
                    <a:pt x="1003300" y="859496"/>
                  </a:cubicBezTo>
                  <a:lnTo>
                    <a:pt x="1038381" y="859496"/>
                  </a:lnTo>
                  <a:lnTo>
                    <a:pt x="1038381" y="927483"/>
                  </a:lnTo>
                  <a:cubicBezTo>
                    <a:pt x="1062704" y="884539"/>
                    <a:pt x="1103504" y="850900"/>
                    <a:pt x="1170046" y="850900"/>
                  </a:cubicBezTo>
                  <a:close/>
                  <a:moveTo>
                    <a:pt x="721249" y="850900"/>
                  </a:moveTo>
                  <a:cubicBezTo>
                    <a:pt x="770641" y="850900"/>
                    <a:pt x="809989" y="864509"/>
                    <a:pt x="836478" y="890973"/>
                  </a:cubicBezTo>
                  <a:cubicBezTo>
                    <a:pt x="860810" y="915311"/>
                    <a:pt x="873697" y="948957"/>
                    <a:pt x="873697" y="994034"/>
                  </a:cubicBezTo>
                  <a:lnTo>
                    <a:pt x="873697" y="1221615"/>
                  </a:lnTo>
                  <a:lnTo>
                    <a:pt x="839335" y="1221615"/>
                  </a:lnTo>
                  <a:lnTo>
                    <a:pt x="839335" y="1160786"/>
                  </a:lnTo>
                  <a:cubicBezTo>
                    <a:pt x="814289" y="1195837"/>
                    <a:pt x="769198" y="1230202"/>
                    <a:pt x="699789" y="1230202"/>
                  </a:cubicBezTo>
                  <a:cubicBezTo>
                    <a:pt x="631795" y="1230202"/>
                    <a:pt x="558800" y="1191552"/>
                    <a:pt x="558800" y="1115692"/>
                  </a:cubicBezTo>
                  <a:lnTo>
                    <a:pt x="558800" y="1114269"/>
                  </a:lnTo>
                  <a:cubicBezTo>
                    <a:pt x="558800" y="1038409"/>
                    <a:pt x="623937" y="995474"/>
                    <a:pt x="718392" y="995474"/>
                  </a:cubicBezTo>
                  <a:cubicBezTo>
                    <a:pt x="769198" y="995474"/>
                    <a:pt x="804274" y="1001919"/>
                    <a:pt x="839335" y="1011208"/>
                  </a:cubicBezTo>
                  <a:lnTo>
                    <a:pt x="839335" y="995474"/>
                  </a:lnTo>
                  <a:cubicBezTo>
                    <a:pt x="839335" y="921756"/>
                    <a:pt x="794258" y="883826"/>
                    <a:pt x="719106" y="883826"/>
                  </a:cubicBezTo>
                  <a:cubicBezTo>
                    <a:pt x="674729" y="883826"/>
                    <a:pt x="638239" y="895977"/>
                    <a:pt x="604606" y="913151"/>
                  </a:cubicBezTo>
                  <a:lnTo>
                    <a:pt x="591733" y="882403"/>
                  </a:lnTo>
                  <a:cubicBezTo>
                    <a:pt x="631795" y="863789"/>
                    <a:pt x="671157" y="850900"/>
                    <a:pt x="721249" y="850900"/>
                  </a:cubicBezTo>
                  <a:close/>
                  <a:moveTo>
                    <a:pt x="3901048" y="736600"/>
                  </a:moveTo>
                  <a:lnTo>
                    <a:pt x="3936126" y="736600"/>
                  </a:lnTo>
                  <a:lnTo>
                    <a:pt x="3936126" y="853241"/>
                  </a:lnTo>
                  <a:lnTo>
                    <a:pt x="4064214" y="853241"/>
                  </a:lnTo>
                  <a:lnTo>
                    <a:pt x="4064214" y="885463"/>
                  </a:lnTo>
                  <a:lnTo>
                    <a:pt x="3936126" y="885463"/>
                  </a:lnTo>
                  <a:lnTo>
                    <a:pt x="3936126" y="1120892"/>
                  </a:lnTo>
                  <a:cubicBezTo>
                    <a:pt x="3936126" y="1173134"/>
                    <a:pt x="3966882" y="1191753"/>
                    <a:pt x="4009124" y="1191753"/>
                  </a:cubicBezTo>
                  <a:cubicBezTo>
                    <a:pt x="4027004" y="1191753"/>
                    <a:pt x="4042032" y="1188160"/>
                    <a:pt x="4062784" y="1178873"/>
                  </a:cubicBezTo>
                  <a:lnTo>
                    <a:pt x="4062784" y="1211773"/>
                  </a:lnTo>
                  <a:cubicBezTo>
                    <a:pt x="4044184" y="1220382"/>
                    <a:pt x="4026294" y="1224675"/>
                    <a:pt x="4003392" y="1224675"/>
                  </a:cubicBezTo>
                  <a:cubicBezTo>
                    <a:pt x="3946852" y="1224675"/>
                    <a:pt x="3901048" y="1193899"/>
                    <a:pt x="3901048" y="1124484"/>
                  </a:cubicBezTo>
                  <a:lnTo>
                    <a:pt x="3901048" y="885463"/>
                  </a:lnTo>
                  <a:lnTo>
                    <a:pt x="3848100" y="885463"/>
                  </a:lnTo>
                  <a:lnTo>
                    <a:pt x="3848100" y="853241"/>
                  </a:lnTo>
                  <a:lnTo>
                    <a:pt x="3901048" y="853241"/>
                  </a:lnTo>
                  <a:close/>
                  <a:moveTo>
                    <a:pt x="52948" y="736600"/>
                  </a:moveTo>
                  <a:lnTo>
                    <a:pt x="88016" y="736600"/>
                  </a:lnTo>
                  <a:lnTo>
                    <a:pt x="88016" y="853241"/>
                  </a:lnTo>
                  <a:lnTo>
                    <a:pt x="216114" y="853241"/>
                  </a:lnTo>
                  <a:lnTo>
                    <a:pt x="216114" y="885463"/>
                  </a:lnTo>
                  <a:lnTo>
                    <a:pt x="88016" y="885463"/>
                  </a:lnTo>
                  <a:lnTo>
                    <a:pt x="88016" y="1120892"/>
                  </a:lnTo>
                  <a:cubicBezTo>
                    <a:pt x="88016" y="1173134"/>
                    <a:pt x="118783" y="1191753"/>
                    <a:pt x="161025" y="1191753"/>
                  </a:cubicBezTo>
                  <a:cubicBezTo>
                    <a:pt x="178904" y="1191753"/>
                    <a:pt x="193932" y="1188160"/>
                    <a:pt x="214683" y="1178873"/>
                  </a:cubicBezTo>
                  <a:lnTo>
                    <a:pt x="214683" y="1211773"/>
                  </a:lnTo>
                  <a:cubicBezTo>
                    <a:pt x="196083" y="1220382"/>
                    <a:pt x="178194" y="1224675"/>
                    <a:pt x="155292" y="1224675"/>
                  </a:cubicBezTo>
                  <a:cubicBezTo>
                    <a:pt x="98752" y="1224675"/>
                    <a:pt x="52948" y="1193899"/>
                    <a:pt x="52948" y="1124484"/>
                  </a:cubicBezTo>
                  <a:lnTo>
                    <a:pt x="52948" y="885463"/>
                  </a:lnTo>
                  <a:lnTo>
                    <a:pt x="0" y="885463"/>
                  </a:lnTo>
                  <a:lnTo>
                    <a:pt x="0" y="853241"/>
                  </a:lnTo>
                  <a:lnTo>
                    <a:pt x="52948" y="853241"/>
                  </a:lnTo>
                  <a:close/>
                  <a:moveTo>
                    <a:pt x="4165600" y="711200"/>
                  </a:moveTo>
                  <a:lnTo>
                    <a:pt x="4209252" y="711200"/>
                  </a:lnTo>
                  <a:lnTo>
                    <a:pt x="4209252" y="759151"/>
                  </a:lnTo>
                  <a:lnTo>
                    <a:pt x="4165600" y="759151"/>
                  </a:lnTo>
                  <a:cubicBezTo>
                    <a:pt x="4165600" y="759151"/>
                    <a:pt x="4165600" y="711200"/>
                    <a:pt x="4165600" y="711200"/>
                  </a:cubicBezTo>
                  <a:close/>
                  <a:moveTo>
                    <a:pt x="1927040" y="698500"/>
                  </a:moveTo>
                  <a:cubicBezTo>
                    <a:pt x="1949223" y="698500"/>
                    <a:pt x="1964983" y="701365"/>
                    <a:pt x="1981433" y="707097"/>
                  </a:cubicBezTo>
                  <a:lnTo>
                    <a:pt x="1981433" y="740004"/>
                  </a:lnTo>
                  <a:cubicBezTo>
                    <a:pt x="1960680" y="733568"/>
                    <a:pt x="1945661" y="730702"/>
                    <a:pt x="1927040" y="730702"/>
                  </a:cubicBezTo>
                  <a:cubicBezTo>
                    <a:pt x="1876959" y="730702"/>
                    <a:pt x="1853344" y="760768"/>
                    <a:pt x="1853344" y="823011"/>
                  </a:cubicBezTo>
                  <a:lnTo>
                    <a:pt x="1853344" y="858080"/>
                  </a:lnTo>
                  <a:lnTo>
                    <a:pt x="1980713" y="858080"/>
                  </a:lnTo>
                  <a:lnTo>
                    <a:pt x="1980713" y="890306"/>
                  </a:lnTo>
                  <a:lnTo>
                    <a:pt x="1853344" y="890306"/>
                  </a:lnTo>
                  <a:lnTo>
                    <a:pt x="1853344" y="1223065"/>
                  </a:lnTo>
                  <a:lnTo>
                    <a:pt x="1818263" y="1223065"/>
                  </a:lnTo>
                  <a:cubicBezTo>
                    <a:pt x="1818263" y="1223065"/>
                    <a:pt x="1818263" y="890306"/>
                    <a:pt x="1818263" y="890306"/>
                  </a:cubicBezTo>
                  <a:lnTo>
                    <a:pt x="1765300" y="890306"/>
                  </a:lnTo>
                  <a:lnTo>
                    <a:pt x="1765300" y="858080"/>
                  </a:lnTo>
                  <a:lnTo>
                    <a:pt x="1818263" y="858080"/>
                  </a:lnTo>
                  <a:lnTo>
                    <a:pt x="1818263" y="822307"/>
                  </a:lnTo>
                  <a:cubicBezTo>
                    <a:pt x="1818263" y="780803"/>
                    <a:pt x="1829720" y="747872"/>
                    <a:pt x="1850472" y="727132"/>
                  </a:cubicBezTo>
                  <a:cubicBezTo>
                    <a:pt x="1869074" y="708505"/>
                    <a:pt x="1894840" y="698500"/>
                    <a:pt x="1927040" y="698500"/>
                  </a:cubicBezTo>
                  <a:close/>
                  <a:moveTo>
                    <a:pt x="1025142" y="174625"/>
                  </a:moveTo>
                  <a:cubicBezTo>
                    <a:pt x="949281" y="174625"/>
                    <a:pt x="876300" y="238315"/>
                    <a:pt x="876300" y="331350"/>
                  </a:cubicBezTo>
                  <a:lnTo>
                    <a:pt x="876300" y="332779"/>
                  </a:lnTo>
                  <a:cubicBezTo>
                    <a:pt x="876300" y="426528"/>
                    <a:pt x="949281" y="489504"/>
                    <a:pt x="1025142" y="489504"/>
                  </a:cubicBezTo>
                  <a:cubicBezTo>
                    <a:pt x="1104585" y="489504"/>
                    <a:pt x="1168280" y="431543"/>
                    <a:pt x="1168280" y="333493"/>
                  </a:cubicBezTo>
                  <a:lnTo>
                    <a:pt x="1168280" y="332065"/>
                  </a:lnTo>
                  <a:cubicBezTo>
                    <a:pt x="1168280" y="236172"/>
                    <a:pt x="1101719" y="174625"/>
                    <a:pt x="1025142" y="174625"/>
                  </a:cubicBezTo>
                  <a:close/>
                  <a:moveTo>
                    <a:pt x="3601643" y="171450"/>
                  </a:moveTo>
                  <a:cubicBezTo>
                    <a:pt x="3529357" y="171450"/>
                    <a:pt x="3473528" y="232277"/>
                    <a:pt x="3467100" y="313151"/>
                  </a:cubicBezTo>
                  <a:cubicBezTo>
                    <a:pt x="3467100" y="313151"/>
                    <a:pt x="3732596" y="313151"/>
                    <a:pt x="3732596" y="313151"/>
                  </a:cubicBezTo>
                  <a:cubicBezTo>
                    <a:pt x="3727582" y="239434"/>
                    <a:pt x="3685360" y="171450"/>
                    <a:pt x="3601643" y="171450"/>
                  </a:cubicBezTo>
                  <a:close/>
                  <a:moveTo>
                    <a:pt x="2344343" y="171450"/>
                  </a:moveTo>
                  <a:cubicBezTo>
                    <a:pt x="2272057" y="171450"/>
                    <a:pt x="2216228" y="232277"/>
                    <a:pt x="2209800" y="313151"/>
                  </a:cubicBezTo>
                  <a:cubicBezTo>
                    <a:pt x="2209800" y="313151"/>
                    <a:pt x="2475297" y="313151"/>
                    <a:pt x="2475297" y="313151"/>
                  </a:cubicBezTo>
                  <a:cubicBezTo>
                    <a:pt x="2470282" y="239434"/>
                    <a:pt x="2428061" y="171450"/>
                    <a:pt x="2344343" y="171450"/>
                  </a:cubicBezTo>
                  <a:close/>
                  <a:moveTo>
                    <a:pt x="1455344" y="171450"/>
                  </a:moveTo>
                  <a:cubicBezTo>
                    <a:pt x="1383057" y="171450"/>
                    <a:pt x="1327228" y="232277"/>
                    <a:pt x="1320800" y="313151"/>
                  </a:cubicBezTo>
                  <a:cubicBezTo>
                    <a:pt x="1320800" y="313151"/>
                    <a:pt x="1586298" y="313151"/>
                    <a:pt x="1586298" y="313151"/>
                  </a:cubicBezTo>
                  <a:cubicBezTo>
                    <a:pt x="1581283" y="239434"/>
                    <a:pt x="1539061" y="171450"/>
                    <a:pt x="1455344" y="171450"/>
                  </a:cubicBezTo>
                  <a:close/>
                  <a:moveTo>
                    <a:pt x="185344" y="171450"/>
                  </a:moveTo>
                  <a:cubicBezTo>
                    <a:pt x="113057" y="171450"/>
                    <a:pt x="57228" y="232277"/>
                    <a:pt x="50800" y="313151"/>
                  </a:cubicBezTo>
                  <a:cubicBezTo>
                    <a:pt x="50800" y="313151"/>
                    <a:pt x="316298" y="313151"/>
                    <a:pt x="316298" y="313151"/>
                  </a:cubicBezTo>
                  <a:cubicBezTo>
                    <a:pt x="311283" y="239434"/>
                    <a:pt x="269061" y="171450"/>
                    <a:pt x="185344" y="171450"/>
                  </a:cubicBezTo>
                  <a:close/>
                  <a:moveTo>
                    <a:pt x="1924014" y="139820"/>
                  </a:moveTo>
                  <a:lnTo>
                    <a:pt x="1924014" y="178473"/>
                  </a:lnTo>
                  <a:lnTo>
                    <a:pt x="1920433" y="178473"/>
                  </a:lnTo>
                  <a:cubicBezTo>
                    <a:pt x="1835976" y="178473"/>
                    <a:pt x="1762280" y="242169"/>
                    <a:pt x="1762280" y="360966"/>
                  </a:cubicBezTo>
                  <a:lnTo>
                    <a:pt x="1762280" y="510530"/>
                  </a:lnTo>
                  <a:lnTo>
                    <a:pt x="1727200" y="510530"/>
                  </a:lnTo>
                  <a:cubicBezTo>
                    <a:pt x="1727200" y="510530"/>
                    <a:pt x="1727200" y="145544"/>
                    <a:pt x="1727200" y="145544"/>
                  </a:cubicBezTo>
                  <a:lnTo>
                    <a:pt x="1762280" y="145544"/>
                  </a:lnTo>
                  <a:lnTo>
                    <a:pt x="1762280" y="249312"/>
                  </a:lnTo>
                  <a:cubicBezTo>
                    <a:pt x="1790891" y="184198"/>
                    <a:pt x="1851730" y="136966"/>
                    <a:pt x="1924014" y="139820"/>
                  </a:cubicBezTo>
                  <a:close/>
                  <a:moveTo>
                    <a:pt x="3602193" y="139700"/>
                  </a:moveTo>
                  <a:cubicBezTo>
                    <a:pt x="3704528" y="139700"/>
                    <a:pt x="3769644" y="222713"/>
                    <a:pt x="3769644" y="330779"/>
                  </a:cubicBezTo>
                  <a:cubicBezTo>
                    <a:pt x="3769644" y="337219"/>
                    <a:pt x="3769644" y="339377"/>
                    <a:pt x="3768936" y="345074"/>
                  </a:cubicBezTo>
                  <a:lnTo>
                    <a:pt x="3466219" y="345074"/>
                  </a:lnTo>
                  <a:cubicBezTo>
                    <a:pt x="3472653" y="435960"/>
                    <a:pt x="3537770" y="488932"/>
                    <a:pt x="3609336" y="488932"/>
                  </a:cubicBezTo>
                  <a:cubicBezTo>
                    <a:pt x="3665890" y="488932"/>
                    <a:pt x="3704528" y="463879"/>
                    <a:pt x="3734586" y="431679"/>
                  </a:cubicBezTo>
                  <a:lnTo>
                    <a:pt x="3758920" y="453157"/>
                  </a:lnTo>
                  <a:cubicBezTo>
                    <a:pt x="3721702" y="493231"/>
                    <a:pt x="3678050" y="521857"/>
                    <a:pt x="3607902" y="521857"/>
                  </a:cubicBezTo>
                  <a:cubicBezTo>
                    <a:pt x="3512032" y="521857"/>
                    <a:pt x="3429000" y="445284"/>
                    <a:pt x="3429000" y="331486"/>
                  </a:cubicBezTo>
                  <a:lnTo>
                    <a:pt x="3429000" y="330053"/>
                  </a:lnTo>
                  <a:cubicBezTo>
                    <a:pt x="3429000" y="224146"/>
                    <a:pt x="3503437" y="139700"/>
                    <a:pt x="3602193" y="139700"/>
                  </a:cubicBezTo>
                  <a:close/>
                  <a:moveTo>
                    <a:pt x="3208674" y="139700"/>
                  </a:moveTo>
                  <a:cubicBezTo>
                    <a:pt x="3277367" y="139700"/>
                    <a:pt x="3320304" y="171192"/>
                    <a:pt x="3354665" y="206966"/>
                  </a:cubicBezTo>
                  <a:lnTo>
                    <a:pt x="3329623" y="232727"/>
                  </a:lnTo>
                  <a:cubicBezTo>
                    <a:pt x="3298130" y="200526"/>
                    <a:pt x="3262357" y="172625"/>
                    <a:pt x="3207961" y="172625"/>
                  </a:cubicBezTo>
                  <a:cubicBezTo>
                    <a:pt x="3124941" y="172625"/>
                    <a:pt x="3060544" y="242033"/>
                    <a:pt x="3060544" y="329345"/>
                  </a:cubicBezTo>
                  <a:lnTo>
                    <a:pt x="3060544" y="330778"/>
                  </a:lnTo>
                  <a:cubicBezTo>
                    <a:pt x="3060544" y="418798"/>
                    <a:pt x="3127096" y="488931"/>
                    <a:pt x="3210814" y="488931"/>
                  </a:cubicBezTo>
                  <a:cubicBezTo>
                    <a:pt x="3262357" y="488931"/>
                    <a:pt x="3302425" y="462446"/>
                    <a:pt x="3333205" y="428104"/>
                  </a:cubicBezTo>
                  <a:lnTo>
                    <a:pt x="3357534" y="449565"/>
                  </a:lnTo>
                  <a:cubicBezTo>
                    <a:pt x="3320304" y="491797"/>
                    <a:pt x="3275940" y="521857"/>
                    <a:pt x="3208674" y="521857"/>
                  </a:cubicBezTo>
                  <a:cubicBezTo>
                    <a:pt x="3103480" y="521857"/>
                    <a:pt x="3022600" y="434527"/>
                    <a:pt x="3022600" y="332211"/>
                  </a:cubicBezTo>
                  <a:lnTo>
                    <a:pt x="3022600" y="330778"/>
                  </a:lnTo>
                  <a:cubicBezTo>
                    <a:pt x="3022600" y="228427"/>
                    <a:pt x="3104194" y="139700"/>
                    <a:pt x="3208674" y="139700"/>
                  </a:cubicBezTo>
                  <a:close/>
                  <a:moveTo>
                    <a:pt x="2782946" y="139700"/>
                  </a:moveTo>
                  <a:cubicBezTo>
                    <a:pt x="2875274" y="139700"/>
                    <a:pt x="2928930" y="202687"/>
                    <a:pt x="2928930" y="289990"/>
                  </a:cubicBezTo>
                  <a:lnTo>
                    <a:pt x="2928930" y="513263"/>
                  </a:lnTo>
                  <a:lnTo>
                    <a:pt x="2893878" y="513263"/>
                  </a:lnTo>
                  <a:lnTo>
                    <a:pt x="2893878" y="296406"/>
                  </a:lnTo>
                  <a:cubicBezTo>
                    <a:pt x="2893878" y="221278"/>
                    <a:pt x="2851645" y="171902"/>
                    <a:pt x="2777936" y="171902"/>
                  </a:cubicBezTo>
                  <a:cubicBezTo>
                    <a:pt x="2706370" y="171902"/>
                    <a:pt x="2651281" y="226294"/>
                    <a:pt x="2651281" y="302148"/>
                  </a:cubicBezTo>
                  <a:lnTo>
                    <a:pt x="2651281" y="513263"/>
                  </a:lnTo>
                  <a:lnTo>
                    <a:pt x="2616200" y="513263"/>
                  </a:lnTo>
                  <a:cubicBezTo>
                    <a:pt x="2616200" y="513263"/>
                    <a:pt x="2616200" y="148278"/>
                    <a:pt x="2616200" y="148278"/>
                  </a:cubicBezTo>
                  <a:lnTo>
                    <a:pt x="2651281" y="148278"/>
                  </a:lnTo>
                  <a:lnTo>
                    <a:pt x="2651281" y="216263"/>
                  </a:lnTo>
                  <a:cubicBezTo>
                    <a:pt x="2675590" y="173338"/>
                    <a:pt x="2716404" y="139700"/>
                    <a:pt x="2782946" y="139700"/>
                  </a:cubicBezTo>
                  <a:close/>
                  <a:moveTo>
                    <a:pt x="2344893" y="139700"/>
                  </a:moveTo>
                  <a:cubicBezTo>
                    <a:pt x="2447228" y="139700"/>
                    <a:pt x="2512345" y="222713"/>
                    <a:pt x="2512345" y="330779"/>
                  </a:cubicBezTo>
                  <a:cubicBezTo>
                    <a:pt x="2512345" y="337219"/>
                    <a:pt x="2512345" y="339377"/>
                    <a:pt x="2511635" y="345074"/>
                  </a:cubicBezTo>
                  <a:lnTo>
                    <a:pt x="2208919" y="345074"/>
                  </a:lnTo>
                  <a:cubicBezTo>
                    <a:pt x="2215353" y="435960"/>
                    <a:pt x="2280470" y="488932"/>
                    <a:pt x="2352037" y="488932"/>
                  </a:cubicBezTo>
                  <a:cubicBezTo>
                    <a:pt x="2408590" y="488932"/>
                    <a:pt x="2447228" y="463879"/>
                    <a:pt x="2477287" y="431679"/>
                  </a:cubicBezTo>
                  <a:lnTo>
                    <a:pt x="2501621" y="453157"/>
                  </a:lnTo>
                  <a:cubicBezTo>
                    <a:pt x="2464402" y="493231"/>
                    <a:pt x="2420749" y="521857"/>
                    <a:pt x="2350602" y="521857"/>
                  </a:cubicBezTo>
                  <a:cubicBezTo>
                    <a:pt x="2254732" y="521857"/>
                    <a:pt x="2171700" y="445284"/>
                    <a:pt x="2171700" y="331486"/>
                  </a:cubicBezTo>
                  <a:lnTo>
                    <a:pt x="2171700" y="330053"/>
                  </a:lnTo>
                  <a:cubicBezTo>
                    <a:pt x="2171700" y="224146"/>
                    <a:pt x="2246137" y="139700"/>
                    <a:pt x="2344893" y="139700"/>
                  </a:cubicBezTo>
                  <a:close/>
                  <a:moveTo>
                    <a:pt x="2019300" y="139700"/>
                  </a:moveTo>
                  <a:lnTo>
                    <a:pt x="2054359" y="139700"/>
                  </a:lnTo>
                  <a:lnTo>
                    <a:pt x="2054359" y="504677"/>
                  </a:lnTo>
                  <a:lnTo>
                    <a:pt x="2019300" y="504677"/>
                  </a:lnTo>
                  <a:cubicBezTo>
                    <a:pt x="2019300" y="504677"/>
                    <a:pt x="2019300" y="139700"/>
                    <a:pt x="2019300" y="139700"/>
                  </a:cubicBezTo>
                  <a:close/>
                  <a:moveTo>
                    <a:pt x="1455892" y="139700"/>
                  </a:moveTo>
                  <a:cubicBezTo>
                    <a:pt x="1558227" y="139700"/>
                    <a:pt x="1623344" y="222713"/>
                    <a:pt x="1623344" y="330779"/>
                  </a:cubicBezTo>
                  <a:cubicBezTo>
                    <a:pt x="1623344" y="337219"/>
                    <a:pt x="1623344" y="339377"/>
                    <a:pt x="1622634" y="345074"/>
                  </a:cubicBezTo>
                  <a:lnTo>
                    <a:pt x="1319919" y="345074"/>
                  </a:lnTo>
                  <a:cubicBezTo>
                    <a:pt x="1326353" y="435960"/>
                    <a:pt x="1391470" y="488932"/>
                    <a:pt x="1463036" y="488932"/>
                  </a:cubicBezTo>
                  <a:cubicBezTo>
                    <a:pt x="1519590" y="488932"/>
                    <a:pt x="1558227" y="463879"/>
                    <a:pt x="1588286" y="431679"/>
                  </a:cubicBezTo>
                  <a:lnTo>
                    <a:pt x="1612620" y="453157"/>
                  </a:lnTo>
                  <a:cubicBezTo>
                    <a:pt x="1575402" y="493231"/>
                    <a:pt x="1531749" y="521857"/>
                    <a:pt x="1461601" y="521857"/>
                  </a:cubicBezTo>
                  <a:cubicBezTo>
                    <a:pt x="1365732" y="521857"/>
                    <a:pt x="1282700" y="445284"/>
                    <a:pt x="1282700" y="331486"/>
                  </a:cubicBezTo>
                  <a:lnTo>
                    <a:pt x="1282700" y="330053"/>
                  </a:lnTo>
                  <a:cubicBezTo>
                    <a:pt x="1282700" y="224146"/>
                    <a:pt x="1357137" y="139700"/>
                    <a:pt x="1455892" y="139700"/>
                  </a:cubicBezTo>
                  <a:close/>
                  <a:moveTo>
                    <a:pt x="1023545" y="139700"/>
                  </a:moveTo>
                  <a:cubicBezTo>
                    <a:pt x="1111582" y="139700"/>
                    <a:pt x="1201029" y="210538"/>
                    <a:pt x="1201029" y="329346"/>
                  </a:cubicBezTo>
                  <a:lnTo>
                    <a:pt x="1201029" y="330769"/>
                  </a:lnTo>
                  <a:cubicBezTo>
                    <a:pt x="1201029" y="449578"/>
                    <a:pt x="1111582" y="521861"/>
                    <a:pt x="1023545" y="521861"/>
                  </a:cubicBezTo>
                  <a:cubicBezTo>
                    <a:pt x="950559" y="521861"/>
                    <a:pt x="903324" y="480330"/>
                    <a:pt x="873273" y="434529"/>
                  </a:cubicBezTo>
                  <a:lnTo>
                    <a:pt x="873273" y="627767"/>
                  </a:lnTo>
                  <a:lnTo>
                    <a:pt x="838200" y="627767"/>
                  </a:lnTo>
                  <a:cubicBezTo>
                    <a:pt x="838200" y="627767"/>
                    <a:pt x="838200" y="148287"/>
                    <a:pt x="838200" y="148287"/>
                  </a:cubicBezTo>
                  <a:lnTo>
                    <a:pt x="873273" y="148287"/>
                  </a:lnTo>
                  <a:lnTo>
                    <a:pt x="873273" y="229857"/>
                  </a:lnTo>
                  <a:cubicBezTo>
                    <a:pt x="904752" y="181909"/>
                    <a:pt x="951265" y="139700"/>
                    <a:pt x="1023545" y="139700"/>
                  </a:cubicBezTo>
                  <a:close/>
                  <a:moveTo>
                    <a:pt x="399409" y="139700"/>
                  </a:moveTo>
                  <a:lnTo>
                    <a:pt x="443064" y="139700"/>
                  </a:lnTo>
                  <a:lnTo>
                    <a:pt x="565439" y="294274"/>
                  </a:lnTo>
                  <a:lnTo>
                    <a:pt x="689261" y="139700"/>
                  </a:lnTo>
                  <a:lnTo>
                    <a:pt x="731484" y="139700"/>
                  </a:lnTo>
                  <a:lnTo>
                    <a:pt x="587624" y="317896"/>
                  </a:lnTo>
                  <a:lnTo>
                    <a:pt x="737209" y="504677"/>
                  </a:lnTo>
                  <a:lnTo>
                    <a:pt x="693539" y="504677"/>
                  </a:lnTo>
                  <a:cubicBezTo>
                    <a:pt x="693539" y="504677"/>
                    <a:pt x="564723" y="342228"/>
                    <a:pt x="564723" y="342228"/>
                  </a:cubicBezTo>
                  <a:lnTo>
                    <a:pt x="435923" y="504677"/>
                  </a:lnTo>
                  <a:lnTo>
                    <a:pt x="393700" y="504677"/>
                  </a:lnTo>
                  <a:lnTo>
                    <a:pt x="542538" y="318606"/>
                  </a:lnTo>
                  <a:close/>
                  <a:moveTo>
                    <a:pt x="185893" y="139700"/>
                  </a:moveTo>
                  <a:cubicBezTo>
                    <a:pt x="288228" y="139700"/>
                    <a:pt x="353345" y="222713"/>
                    <a:pt x="353345" y="330779"/>
                  </a:cubicBezTo>
                  <a:cubicBezTo>
                    <a:pt x="353345" y="337219"/>
                    <a:pt x="353345" y="339377"/>
                    <a:pt x="352635" y="345074"/>
                  </a:cubicBezTo>
                  <a:lnTo>
                    <a:pt x="49919" y="345074"/>
                  </a:lnTo>
                  <a:cubicBezTo>
                    <a:pt x="56353" y="435960"/>
                    <a:pt x="121470" y="488932"/>
                    <a:pt x="193037" y="488932"/>
                  </a:cubicBezTo>
                  <a:cubicBezTo>
                    <a:pt x="249590" y="488932"/>
                    <a:pt x="288228" y="463879"/>
                    <a:pt x="318287" y="431679"/>
                  </a:cubicBezTo>
                  <a:lnTo>
                    <a:pt x="342621" y="453157"/>
                  </a:lnTo>
                  <a:cubicBezTo>
                    <a:pt x="305402" y="493231"/>
                    <a:pt x="261749" y="521857"/>
                    <a:pt x="191602" y="521857"/>
                  </a:cubicBezTo>
                  <a:cubicBezTo>
                    <a:pt x="95732" y="521857"/>
                    <a:pt x="12700" y="445284"/>
                    <a:pt x="12700" y="331486"/>
                  </a:cubicBezTo>
                  <a:lnTo>
                    <a:pt x="12700" y="330053"/>
                  </a:lnTo>
                  <a:cubicBezTo>
                    <a:pt x="12700" y="224146"/>
                    <a:pt x="87137" y="139700"/>
                    <a:pt x="185893" y="139700"/>
                  </a:cubicBezTo>
                  <a:close/>
                  <a:moveTo>
                    <a:pt x="2019300" y="0"/>
                  </a:moveTo>
                  <a:lnTo>
                    <a:pt x="2062954" y="0"/>
                  </a:lnTo>
                  <a:lnTo>
                    <a:pt x="2062954" y="47951"/>
                  </a:lnTo>
                  <a:lnTo>
                    <a:pt x="2019300" y="47951"/>
                  </a:lnTo>
                  <a:cubicBezTo>
                    <a:pt x="2019300" y="47951"/>
                    <a:pt x="2019300" y="0"/>
                    <a:pt x="2019300" y="0"/>
                  </a:cubicBezTo>
                  <a:close/>
                </a:path>
              </a:pathLst>
            </a:custGeom>
            <a:solidFill>
              <a:schemeClr val="tx2"/>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a:p>
          </p:txBody>
        </p:sp>
      </p:grpSp>
    </p:spTree>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5325" y="275282"/>
            <a:ext cx="9144000" cy="470898"/>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695325" y="1126273"/>
            <a:ext cx="10801350" cy="4642702"/>
          </a:xfrm>
          <a:prstGeom prst="rect">
            <a:avLst/>
          </a:prstGeom>
          <a:noFill/>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564459" y="6400800"/>
            <a:ext cx="1037063" cy="457200"/>
          </a:xfrm>
          <a:prstGeom prst="rect">
            <a:avLst/>
          </a:prstGeom>
        </p:spPr>
        <p:txBody>
          <a:bodyPr vert="horz" wrap="none" lIns="0" tIns="0" rIns="0" bIns="0" rtlCol="0" anchor="ctr">
            <a:noAutofit/>
          </a:bodyPr>
          <a:lstStyle>
            <a:lvl1pPr algn="ctr" fontAlgn="base">
              <a:defRPr sz="1000" b="0" i="0">
                <a:solidFill>
                  <a:schemeClr val="tx1">
                    <a:alpha val="50000"/>
                  </a:schemeClr>
                </a:solidFill>
                <a:latin typeface="+mn-lt"/>
                <a:ea typeface="Microsoft YaHei" charset="-122"/>
                <a:cs typeface="Microsoft YaHei" charset="-122"/>
              </a:defRPr>
            </a:lvl1pPr>
          </a:lstStyle>
          <a:p>
            <a:endParaRPr lang="en-US"/>
          </a:p>
        </p:txBody>
      </p:sp>
      <p:sp>
        <p:nvSpPr>
          <p:cNvPr id="5" name="Footer Placeholder 4"/>
          <p:cNvSpPr>
            <a:spLocks noGrp="1"/>
          </p:cNvSpPr>
          <p:nvPr>
            <p:ph type="ftr" sz="quarter" idx="3"/>
          </p:nvPr>
        </p:nvSpPr>
        <p:spPr>
          <a:xfrm>
            <a:off x="695324" y="6400800"/>
            <a:ext cx="1824851" cy="457200"/>
          </a:xfrm>
          <a:prstGeom prst="rect">
            <a:avLst/>
          </a:prstGeom>
        </p:spPr>
        <p:txBody>
          <a:bodyPr vert="horz" wrap="none" lIns="0" tIns="0" rIns="0" bIns="0" rtlCol="0" anchor="ctr">
            <a:noAutofit/>
          </a:bodyPr>
          <a:lstStyle>
            <a:lvl1pPr algn="l" fontAlgn="base">
              <a:defRPr sz="1000" b="0" i="0">
                <a:solidFill>
                  <a:schemeClr val="tx1">
                    <a:alpha val="50000"/>
                  </a:schemeClr>
                </a:solidFill>
                <a:latin typeface="+mn-lt"/>
                <a:ea typeface="Microsoft YaHei" charset="-122"/>
                <a:cs typeface="Microsoft YaHei" charset="-122"/>
              </a:defRPr>
            </a:lvl1pPr>
          </a:lstStyle>
          <a:p>
            <a:r>
              <a:rPr lang="en-US"/>
              <a:t>© 2019 PTP. All rights reserved.</a:t>
            </a:r>
          </a:p>
        </p:txBody>
      </p:sp>
      <p:sp>
        <p:nvSpPr>
          <p:cNvPr id="6" name="Slide Number Placeholder 5"/>
          <p:cNvSpPr>
            <a:spLocks noGrp="1"/>
          </p:cNvSpPr>
          <p:nvPr>
            <p:ph type="sldNum" sz="quarter" idx="4"/>
          </p:nvPr>
        </p:nvSpPr>
        <p:spPr>
          <a:xfrm>
            <a:off x="10776675" y="6400800"/>
            <a:ext cx="720000" cy="457200"/>
          </a:xfrm>
          <a:prstGeom prst="rect">
            <a:avLst/>
          </a:prstGeom>
        </p:spPr>
        <p:txBody>
          <a:bodyPr vert="horz" wrap="none" lIns="0" tIns="0" rIns="0" bIns="0" rtlCol="0" anchor="ctr">
            <a:noAutofit/>
          </a:bodyPr>
          <a:lstStyle>
            <a:lvl1pPr algn="r" fontAlgn="base">
              <a:defRPr sz="1000" b="0" i="0">
                <a:solidFill>
                  <a:schemeClr val="tx1">
                    <a:alpha val="50000"/>
                  </a:schemeClr>
                </a:solidFill>
                <a:latin typeface="+mn-lt"/>
                <a:ea typeface="Microsoft YaHei" charset="-122"/>
                <a:cs typeface="Microsoft YaHei" charset="-122"/>
              </a:defRPr>
            </a:lvl1pPr>
          </a:lstStyle>
          <a:p>
            <a:fld id="{EAFE7DC3-8061-DA4A-AC8E-F40965DD04F4}" type="slidenum">
              <a:rPr lang="en-US" smtClean="0"/>
              <a:pPr/>
              <a:t>‹#›</a:t>
            </a:fld>
            <a:endParaRPr lang="en-US"/>
          </a:p>
        </p:txBody>
      </p:sp>
      <p:pic>
        <p:nvPicPr>
          <p:cNvPr id="7" name="Picture 6"/>
          <p:cNvPicPr>
            <a:picLocks noChangeAspect="1"/>
          </p:cNvPicPr>
          <p:nvPr userDrawn="1"/>
        </p:nvPicPr>
        <p:blipFill>
          <a:blip r:embed="rId38">
            <a:extLst>
              <a:ext uri="{28A0092B-C50C-407E-A947-70E740481C1C}">
                <a14:useLocalDpi xmlns:a14="http://schemas.microsoft.com/office/drawing/2010/main" val="0"/>
              </a:ext>
            </a:extLst>
          </a:blip>
          <a:stretch>
            <a:fillRect/>
          </a:stretch>
        </p:blipFill>
        <p:spPr>
          <a:xfrm>
            <a:off x="11033153" y="275282"/>
            <a:ext cx="754636" cy="417718"/>
          </a:xfrm>
          <a:prstGeom prst="rect">
            <a:avLst/>
          </a:prstGeom>
        </p:spPr>
      </p:pic>
    </p:spTree>
    <p:extLst>
      <p:ext uri="{BB962C8B-B14F-4D97-AF65-F5344CB8AC3E}">
        <p14:creationId xmlns:p14="http://schemas.microsoft.com/office/powerpoint/2010/main" val="1306160213"/>
      </p:ext>
    </p:extLst>
  </p:cSld>
  <p:clrMap bg1="lt1" tx1="dk1" bg2="lt2" tx2="dk2" accent1="accent1" accent2="accent2" accent3="accent3" accent4="accent4" accent5="accent5" accent6="accent6" hlink="hlink" folHlink="folHlink"/>
  <p:sldLayoutIdLst>
    <p:sldLayoutId id="2147483680" r:id="rId1"/>
    <p:sldLayoutId id="2147483650" r:id="rId2"/>
    <p:sldLayoutId id="2147483719" r:id="rId3"/>
    <p:sldLayoutId id="2147483720" r:id="rId4"/>
    <p:sldLayoutId id="2147483717" r:id="rId5"/>
    <p:sldLayoutId id="2147483712" r:id="rId6"/>
    <p:sldLayoutId id="2147483713" r:id="rId7"/>
    <p:sldLayoutId id="2147483673" r:id="rId8"/>
    <p:sldLayoutId id="2147483660" r:id="rId9"/>
    <p:sldLayoutId id="2147483662" r:id="rId10"/>
    <p:sldLayoutId id="2147483661" r:id="rId11"/>
    <p:sldLayoutId id="2147483674" r:id="rId12"/>
    <p:sldLayoutId id="2147483666" r:id="rId13"/>
    <p:sldLayoutId id="2147483669" r:id="rId14"/>
    <p:sldLayoutId id="2147483681" r:id="rId15"/>
    <p:sldLayoutId id="2147483691" r:id="rId16"/>
    <p:sldLayoutId id="2147483692" r:id="rId17"/>
    <p:sldLayoutId id="2147483693" r:id="rId18"/>
    <p:sldLayoutId id="2147483675" r:id="rId19"/>
    <p:sldLayoutId id="2147483671" r:id="rId20"/>
    <p:sldLayoutId id="2147483672" r:id="rId21"/>
    <p:sldLayoutId id="2147483683" r:id="rId22"/>
    <p:sldLayoutId id="2147483705" r:id="rId23"/>
    <p:sldLayoutId id="2147483706" r:id="rId24"/>
    <p:sldLayoutId id="2147483708" r:id="rId25"/>
    <p:sldLayoutId id="2147483703" r:id="rId26"/>
    <p:sldLayoutId id="2147483714" r:id="rId27"/>
    <p:sldLayoutId id="2147483715" r:id="rId28"/>
    <p:sldLayoutId id="2147483682" r:id="rId29"/>
    <p:sldLayoutId id="2147483689" r:id="rId30"/>
    <p:sldLayoutId id="2147483688" r:id="rId31"/>
    <p:sldLayoutId id="2147483687" r:id="rId32"/>
    <p:sldLayoutId id="2147483678" r:id="rId33"/>
    <p:sldLayoutId id="2147483684" r:id="rId34"/>
    <p:sldLayoutId id="2147483686" r:id="rId35"/>
    <p:sldLayoutId id="2147483711" r:id="rId36"/>
  </p:sldLayoutIdLst>
  <p:hf hdr="0" dt="0"/>
  <p:txStyles>
    <p:titleStyle>
      <a:lvl1pPr algn="l" defTabSz="914400" rtl="0" eaLnBrk="1" fontAlgn="base" latinLnBrk="0" hangingPunct="1">
        <a:lnSpc>
          <a:spcPct val="90000"/>
        </a:lnSpc>
        <a:spcBef>
          <a:spcPct val="0"/>
        </a:spcBef>
        <a:buNone/>
        <a:defRPr sz="3400" b="0" i="0" kern="1200" cap="none" spc="0" baseline="0">
          <a:gradFill>
            <a:gsLst>
              <a:gs pos="99000">
                <a:schemeClr val="accent3"/>
              </a:gs>
              <a:gs pos="0">
                <a:schemeClr val="accent1"/>
              </a:gs>
            </a:gsLst>
            <a:lin ang="0" scaled="1"/>
          </a:gradFill>
          <a:latin typeface="+mj-lt"/>
          <a:ea typeface="Pernod Ricard" charset="0"/>
          <a:cs typeface="Pernod Ricard" charset="0"/>
        </a:defRPr>
      </a:lvl1pPr>
    </p:titleStyle>
    <p:bodyStyle>
      <a:lvl1pPr marL="180000" indent="-180000" algn="l" defTabSz="914400" rtl="0" eaLnBrk="1" fontAlgn="base" latinLnBrk="0" hangingPunct="1">
        <a:lnSpc>
          <a:spcPct val="100000"/>
        </a:lnSpc>
        <a:spcBef>
          <a:spcPts val="300"/>
        </a:spcBef>
        <a:spcAft>
          <a:spcPts val="600"/>
        </a:spcAft>
        <a:buClr>
          <a:schemeClr val="accent1"/>
        </a:buClr>
        <a:buFont typeface="Arial" charset="0"/>
        <a:buChar char="•"/>
        <a:defRPr sz="2400" b="0" i="0" kern="1200">
          <a:solidFill>
            <a:schemeClr val="tx1"/>
          </a:solidFill>
          <a:latin typeface="+mn-lt"/>
          <a:ea typeface="Microsoft YaHei" charset="-122"/>
          <a:cs typeface="Microsoft YaHei" charset="-122"/>
        </a:defRPr>
      </a:lvl1pPr>
      <a:lvl2pPr marL="465138" indent="-174625" algn="l" defTabSz="914400" rtl="0" eaLnBrk="1" fontAlgn="base" latinLnBrk="0" hangingPunct="1">
        <a:lnSpc>
          <a:spcPct val="100000"/>
        </a:lnSpc>
        <a:spcBef>
          <a:spcPts val="300"/>
        </a:spcBef>
        <a:spcAft>
          <a:spcPts val="600"/>
        </a:spcAft>
        <a:buClr>
          <a:schemeClr val="accent1"/>
        </a:buClr>
        <a:buFont typeface="AppleSymbols" charset="0"/>
        <a:buChar char="⎻"/>
        <a:tabLst/>
        <a:defRPr sz="2200" b="0" i="0" kern="1200">
          <a:solidFill>
            <a:schemeClr val="tx1"/>
          </a:solidFill>
          <a:latin typeface="+mn-lt"/>
          <a:ea typeface="Microsoft YaHei" charset="-122"/>
          <a:cs typeface="Microsoft YaHei" charset="-122"/>
        </a:defRPr>
      </a:lvl2pPr>
      <a:lvl3pPr marL="687388" indent="-187325" algn="l" defTabSz="914400" rtl="0" eaLnBrk="1" fontAlgn="base" latinLnBrk="0" hangingPunct="1">
        <a:lnSpc>
          <a:spcPct val="100000"/>
        </a:lnSpc>
        <a:spcBef>
          <a:spcPts val="300"/>
        </a:spcBef>
        <a:spcAft>
          <a:spcPts val="600"/>
        </a:spcAft>
        <a:buClr>
          <a:schemeClr val="accent1"/>
        </a:buClr>
        <a:buFont typeface="AppleSymbols" charset="0"/>
        <a:buChar char="⎻"/>
        <a:tabLst/>
        <a:defRPr sz="2000" b="0" i="0" kern="1200">
          <a:solidFill>
            <a:schemeClr val="tx1"/>
          </a:solidFill>
          <a:latin typeface="+mn-lt"/>
          <a:ea typeface="Microsoft YaHei" charset="-122"/>
          <a:cs typeface="Microsoft YaHei" charset="-122"/>
        </a:defRPr>
      </a:lvl3pPr>
      <a:lvl4pPr marL="862013" indent="-174625" algn="l" defTabSz="914400" rtl="0" eaLnBrk="1" fontAlgn="base" latinLnBrk="0" hangingPunct="1">
        <a:lnSpc>
          <a:spcPct val="100000"/>
        </a:lnSpc>
        <a:spcBef>
          <a:spcPts val="300"/>
        </a:spcBef>
        <a:spcAft>
          <a:spcPts val="600"/>
        </a:spcAft>
        <a:buClr>
          <a:schemeClr val="accent1"/>
        </a:buClr>
        <a:buFont typeface="AppleSymbols" charset="0"/>
        <a:buChar char="⎻"/>
        <a:tabLst/>
        <a:defRPr sz="1800" b="0" i="0" kern="1200">
          <a:solidFill>
            <a:schemeClr val="tx1"/>
          </a:solidFill>
          <a:latin typeface="+mn-lt"/>
          <a:ea typeface="Microsoft YaHei" charset="-122"/>
          <a:cs typeface="Microsoft YaHei" charset="-122"/>
        </a:defRPr>
      </a:lvl4pPr>
      <a:lvl5pPr marL="1093788" indent="-185738" algn="l" defTabSz="914400" rtl="0" eaLnBrk="1" fontAlgn="base" latinLnBrk="0" hangingPunct="1">
        <a:lnSpc>
          <a:spcPct val="100000"/>
        </a:lnSpc>
        <a:spcBef>
          <a:spcPts val="300"/>
        </a:spcBef>
        <a:spcAft>
          <a:spcPts val="600"/>
        </a:spcAft>
        <a:buClr>
          <a:schemeClr val="accent1"/>
        </a:buClr>
        <a:buFont typeface="AppleSymbols" charset="0"/>
        <a:buChar char="⎻"/>
        <a:tabLst/>
        <a:defRPr sz="1600" b="0" i="0" kern="1200">
          <a:solidFill>
            <a:schemeClr val="tx1"/>
          </a:solidFill>
          <a:latin typeface="+mn-lt"/>
          <a:ea typeface="Microsoft YaHei" charset="-122"/>
          <a:cs typeface="Microsoft YaHei" charset="-122"/>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34" userDrawn="1">
          <p15:clr>
            <a:srgbClr val="5ACBF0"/>
          </p15:clr>
        </p15:guide>
        <p15:guide id="3" pos="438" userDrawn="1">
          <p15:clr>
            <a:srgbClr val="5ACBF0"/>
          </p15:clr>
        </p15:guide>
        <p15:guide id="4" pos="7242" userDrawn="1">
          <p15:clr>
            <a:srgbClr val="5ACBF0"/>
          </p15:clr>
        </p15:guide>
        <p15:guide id="5" orient="horz" pos="459"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E0_4739CB2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E2_1AB399BE.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E5_E7F31F1A.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 name="Oval 1023">
            <a:extLst>
              <a:ext uri="{FF2B5EF4-FFF2-40B4-BE49-F238E27FC236}">
                <a16:creationId xmlns:a16="http://schemas.microsoft.com/office/drawing/2014/main" id="{958056C9-1484-83D6-0CDC-18A9191C635C}"/>
              </a:ext>
            </a:extLst>
          </p:cNvPr>
          <p:cNvSpPr/>
          <p:nvPr/>
        </p:nvSpPr>
        <p:spPr>
          <a:xfrm>
            <a:off x="3262109" y="3483169"/>
            <a:ext cx="5667782" cy="2737083"/>
          </a:xfrm>
          <a:prstGeom prst="ellipse">
            <a:avLst/>
          </a:prstGeom>
          <a:solidFill>
            <a:schemeClr val="tx1">
              <a:lumMod val="50000"/>
              <a:lumOff val="50000"/>
              <a:alpha val="10000"/>
            </a:schemeClr>
          </a:solid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sp>
        <p:nvSpPr>
          <p:cNvPr id="1035" name="Oval 1034">
            <a:extLst>
              <a:ext uri="{FF2B5EF4-FFF2-40B4-BE49-F238E27FC236}">
                <a16:creationId xmlns:a16="http://schemas.microsoft.com/office/drawing/2014/main" id="{F1C2C269-9661-F374-39FD-F027F3C9E766}"/>
              </a:ext>
            </a:extLst>
          </p:cNvPr>
          <p:cNvSpPr/>
          <p:nvPr/>
        </p:nvSpPr>
        <p:spPr>
          <a:xfrm>
            <a:off x="3163497" y="884060"/>
            <a:ext cx="5667782" cy="2644733"/>
          </a:xfrm>
          <a:prstGeom prst="ellipse">
            <a:avLst/>
          </a:prstGeom>
          <a:solidFill>
            <a:schemeClr val="tx1">
              <a:lumMod val="50000"/>
              <a:lumOff val="50000"/>
              <a:alpha val="10000"/>
            </a:schemeClr>
          </a:solid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sp>
        <p:nvSpPr>
          <p:cNvPr id="2" name="Title 1">
            <a:extLst>
              <a:ext uri="{FF2B5EF4-FFF2-40B4-BE49-F238E27FC236}">
                <a16:creationId xmlns:a16="http://schemas.microsoft.com/office/drawing/2014/main" id="{CA2E08C7-1ADE-C528-C954-969FDDA4B9DE}"/>
              </a:ext>
            </a:extLst>
          </p:cNvPr>
          <p:cNvSpPr>
            <a:spLocks noGrp="1"/>
          </p:cNvSpPr>
          <p:nvPr>
            <p:ph type="title"/>
          </p:nvPr>
        </p:nvSpPr>
        <p:spPr>
          <a:xfrm>
            <a:off x="695325" y="94350"/>
            <a:ext cx="9144000" cy="470898"/>
          </a:xfrm>
        </p:spPr>
        <p:txBody>
          <a:bodyPr/>
          <a:lstStyle/>
          <a:p>
            <a:r>
              <a:rPr lang="en-US"/>
              <a:t>Managing Generative Agent – Initial Phase</a:t>
            </a:r>
          </a:p>
        </p:txBody>
      </p:sp>
      <p:sp>
        <p:nvSpPr>
          <p:cNvPr id="3" name="Footer Placeholder 2">
            <a:extLst>
              <a:ext uri="{FF2B5EF4-FFF2-40B4-BE49-F238E27FC236}">
                <a16:creationId xmlns:a16="http://schemas.microsoft.com/office/drawing/2014/main" id="{DCF9E01F-6E22-0476-8EEF-70E52F2AA3EE}"/>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E46D754C-AC9A-D902-0707-7C2CB2E87F82}"/>
              </a:ext>
            </a:extLst>
          </p:cNvPr>
          <p:cNvSpPr>
            <a:spLocks noGrp="1"/>
          </p:cNvSpPr>
          <p:nvPr>
            <p:ph type="sldNum" sz="quarter" idx="12"/>
          </p:nvPr>
        </p:nvSpPr>
        <p:spPr/>
        <p:txBody>
          <a:bodyPr/>
          <a:lstStyle/>
          <a:p>
            <a:fld id="{EAFE7DC3-8061-DA4A-AC8E-F40965DD04F4}" type="slidenum">
              <a:rPr lang="en-US" smtClean="0"/>
              <a:pPr/>
              <a:t>1</a:t>
            </a:fld>
            <a:endParaRPr lang="en-US"/>
          </a:p>
        </p:txBody>
      </p:sp>
      <p:cxnSp>
        <p:nvCxnSpPr>
          <p:cNvPr id="62" name="Straight Connector 61">
            <a:extLst>
              <a:ext uri="{FF2B5EF4-FFF2-40B4-BE49-F238E27FC236}">
                <a16:creationId xmlns:a16="http://schemas.microsoft.com/office/drawing/2014/main" id="{1A6B4BAF-83E9-7F14-8070-6404B83DDB6C}"/>
              </a:ext>
            </a:extLst>
          </p:cNvPr>
          <p:cNvCxnSpPr>
            <a:stCxn id="13" idx="4"/>
            <a:endCxn id="19" idx="0"/>
          </p:cNvCxnSpPr>
          <p:nvPr/>
        </p:nvCxnSpPr>
        <p:spPr>
          <a:xfrm>
            <a:off x="5948535" y="2162646"/>
            <a:ext cx="48852" cy="2379642"/>
          </a:xfrm>
          <a:prstGeom prst="line">
            <a:avLst/>
          </a:prstGeom>
          <a:ln w="28575">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D18129EE-B497-5FD0-480F-B8A757C9178A}"/>
              </a:ext>
            </a:extLst>
          </p:cNvPr>
          <p:cNvGrpSpPr/>
          <p:nvPr/>
        </p:nvGrpSpPr>
        <p:grpSpPr>
          <a:xfrm>
            <a:off x="3432671" y="1841990"/>
            <a:ext cx="914400" cy="914400"/>
            <a:chOff x="2756064" y="984802"/>
            <a:chExt cx="2133739" cy="2133739"/>
          </a:xfrm>
          <a:solidFill>
            <a:schemeClr val="accent4"/>
          </a:solidFill>
        </p:grpSpPr>
        <p:sp>
          <p:nvSpPr>
            <p:cNvPr id="10" name="Oval 9">
              <a:extLst>
                <a:ext uri="{FF2B5EF4-FFF2-40B4-BE49-F238E27FC236}">
                  <a16:creationId xmlns:a16="http://schemas.microsoft.com/office/drawing/2014/main" id="{A06CD476-894F-3E08-E6F7-6A63F51D0891}"/>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11" name="Oval 4">
              <a:extLst>
                <a:ext uri="{FF2B5EF4-FFF2-40B4-BE49-F238E27FC236}">
                  <a16:creationId xmlns:a16="http://schemas.microsoft.com/office/drawing/2014/main" id="{7430796F-B104-0C85-92F7-7AC065C45A78}"/>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000" b="1"/>
                <a:t>Internal</a:t>
              </a:r>
              <a:r>
                <a:rPr lang="en-US" sz="1000" b="1" kern="1200"/>
                <a:t> Audit</a:t>
              </a:r>
            </a:p>
          </p:txBody>
        </p:sp>
      </p:grpSp>
      <p:grpSp>
        <p:nvGrpSpPr>
          <p:cNvPr id="12" name="Group 11">
            <a:extLst>
              <a:ext uri="{FF2B5EF4-FFF2-40B4-BE49-F238E27FC236}">
                <a16:creationId xmlns:a16="http://schemas.microsoft.com/office/drawing/2014/main" id="{92E4F300-7946-9D5C-7145-BC82B730A4C2}"/>
              </a:ext>
            </a:extLst>
          </p:cNvPr>
          <p:cNvGrpSpPr/>
          <p:nvPr/>
        </p:nvGrpSpPr>
        <p:grpSpPr>
          <a:xfrm>
            <a:off x="5491335" y="1248246"/>
            <a:ext cx="914400" cy="914400"/>
            <a:chOff x="2756064" y="984802"/>
            <a:chExt cx="2133739" cy="2133739"/>
          </a:xfrm>
          <a:solidFill>
            <a:schemeClr val="accent4"/>
          </a:solidFill>
        </p:grpSpPr>
        <p:sp>
          <p:nvSpPr>
            <p:cNvPr id="13" name="Oval 12">
              <a:extLst>
                <a:ext uri="{FF2B5EF4-FFF2-40B4-BE49-F238E27FC236}">
                  <a16:creationId xmlns:a16="http://schemas.microsoft.com/office/drawing/2014/main" id="{1E8D2039-B9F5-A7D8-0648-393C66DA0644}"/>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14" name="Oval 4">
              <a:extLst>
                <a:ext uri="{FF2B5EF4-FFF2-40B4-BE49-F238E27FC236}">
                  <a16:creationId xmlns:a16="http://schemas.microsoft.com/office/drawing/2014/main" id="{77BAF7E4-7D34-AB52-316F-51E821811386}"/>
                </a:ext>
              </a:extLst>
            </p:cNvPr>
            <p:cNvSpPr txBox="1"/>
            <p:nvPr/>
          </p:nvSpPr>
          <p:spPr>
            <a:xfrm>
              <a:off x="3068541" y="1231003"/>
              <a:ext cx="1591152" cy="1641336"/>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000" b="1"/>
                <a:t>AI Supervisor</a:t>
              </a:r>
              <a:endParaRPr lang="en-US" sz="1000" b="1" kern="1200"/>
            </a:p>
          </p:txBody>
        </p:sp>
      </p:grpSp>
      <p:grpSp>
        <p:nvGrpSpPr>
          <p:cNvPr id="15" name="Group 14">
            <a:extLst>
              <a:ext uri="{FF2B5EF4-FFF2-40B4-BE49-F238E27FC236}">
                <a16:creationId xmlns:a16="http://schemas.microsoft.com/office/drawing/2014/main" id="{B25EE09E-FB7D-FFEE-47BD-D5F502400ADA}"/>
              </a:ext>
            </a:extLst>
          </p:cNvPr>
          <p:cNvGrpSpPr/>
          <p:nvPr/>
        </p:nvGrpSpPr>
        <p:grpSpPr>
          <a:xfrm>
            <a:off x="4374262" y="1364482"/>
            <a:ext cx="900396" cy="914400"/>
            <a:chOff x="2642664" y="984802"/>
            <a:chExt cx="2133739" cy="2133739"/>
          </a:xfrm>
          <a:solidFill>
            <a:schemeClr val="accent4"/>
          </a:solidFill>
        </p:grpSpPr>
        <p:sp>
          <p:nvSpPr>
            <p:cNvPr id="16" name="Oval 15">
              <a:extLst>
                <a:ext uri="{FF2B5EF4-FFF2-40B4-BE49-F238E27FC236}">
                  <a16:creationId xmlns:a16="http://schemas.microsoft.com/office/drawing/2014/main" id="{7C76E9D0-FCE5-267D-5208-FF6F1BA7FCA8}"/>
                </a:ext>
              </a:extLst>
            </p:cNvPr>
            <p:cNvSpPr/>
            <p:nvPr/>
          </p:nvSpPr>
          <p:spPr>
            <a:xfrm>
              <a:off x="26426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17" name="Oval 4">
              <a:extLst>
                <a:ext uri="{FF2B5EF4-FFF2-40B4-BE49-F238E27FC236}">
                  <a16:creationId xmlns:a16="http://schemas.microsoft.com/office/drawing/2014/main" id="{105E03EA-1E25-26D8-031B-862381CBD58D}"/>
                </a:ext>
              </a:extLst>
            </p:cNvPr>
            <p:cNvSpPr txBox="1"/>
            <p:nvPr/>
          </p:nvSpPr>
          <p:spPr>
            <a:xfrm>
              <a:off x="2771537" y="1209006"/>
              <a:ext cx="1973313" cy="1641339"/>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Quality</a:t>
              </a:r>
              <a:r>
                <a:rPr lang="en-US" sz="1000" b="1" kern="1200"/>
                <a:t> Management</a:t>
              </a:r>
            </a:p>
          </p:txBody>
        </p:sp>
      </p:grpSp>
      <p:grpSp>
        <p:nvGrpSpPr>
          <p:cNvPr id="18" name="Group 17">
            <a:extLst>
              <a:ext uri="{FF2B5EF4-FFF2-40B4-BE49-F238E27FC236}">
                <a16:creationId xmlns:a16="http://schemas.microsoft.com/office/drawing/2014/main" id="{E1A7EA05-A63A-39D6-07DB-197C541E6EF1}"/>
              </a:ext>
            </a:extLst>
          </p:cNvPr>
          <p:cNvGrpSpPr/>
          <p:nvPr/>
        </p:nvGrpSpPr>
        <p:grpSpPr>
          <a:xfrm>
            <a:off x="5491335" y="4542288"/>
            <a:ext cx="1012104" cy="988736"/>
            <a:chOff x="2756064" y="984802"/>
            <a:chExt cx="2133739" cy="2133739"/>
          </a:xfrm>
          <a:solidFill>
            <a:srgbClr val="F6636C"/>
          </a:solidFill>
        </p:grpSpPr>
        <p:sp>
          <p:nvSpPr>
            <p:cNvPr id="19" name="Oval 18">
              <a:extLst>
                <a:ext uri="{FF2B5EF4-FFF2-40B4-BE49-F238E27FC236}">
                  <a16:creationId xmlns:a16="http://schemas.microsoft.com/office/drawing/2014/main" id="{557BB70D-E7B2-6A49-7873-C8AB54CF1922}"/>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20" name="Oval 4">
              <a:extLst>
                <a:ext uri="{FF2B5EF4-FFF2-40B4-BE49-F238E27FC236}">
                  <a16:creationId xmlns:a16="http://schemas.microsoft.com/office/drawing/2014/main" id="{ED69CEE0-3017-745A-7A0C-244B38F4106C}"/>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Product Owner</a:t>
              </a:r>
            </a:p>
          </p:txBody>
        </p:sp>
      </p:grpSp>
      <p:grpSp>
        <p:nvGrpSpPr>
          <p:cNvPr id="21" name="Group 20">
            <a:extLst>
              <a:ext uri="{FF2B5EF4-FFF2-40B4-BE49-F238E27FC236}">
                <a16:creationId xmlns:a16="http://schemas.microsoft.com/office/drawing/2014/main" id="{620CD1D2-72DE-80EF-A811-2CAF3C1AE723}"/>
              </a:ext>
            </a:extLst>
          </p:cNvPr>
          <p:cNvGrpSpPr/>
          <p:nvPr/>
        </p:nvGrpSpPr>
        <p:grpSpPr>
          <a:xfrm>
            <a:off x="4178615" y="4185637"/>
            <a:ext cx="1012104" cy="988736"/>
            <a:chOff x="2756064" y="984802"/>
            <a:chExt cx="2133739" cy="2133739"/>
          </a:xfrm>
          <a:solidFill>
            <a:srgbClr val="F6636C"/>
          </a:solidFill>
        </p:grpSpPr>
        <p:sp>
          <p:nvSpPr>
            <p:cNvPr id="22" name="Oval 21">
              <a:extLst>
                <a:ext uri="{FF2B5EF4-FFF2-40B4-BE49-F238E27FC236}">
                  <a16:creationId xmlns:a16="http://schemas.microsoft.com/office/drawing/2014/main" id="{FAB4B8A6-394E-E231-2BDF-69A3241CB459}"/>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23" name="Oval 4">
              <a:extLst>
                <a:ext uri="{FF2B5EF4-FFF2-40B4-BE49-F238E27FC236}">
                  <a16:creationId xmlns:a16="http://schemas.microsoft.com/office/drawing/2014/main" id="{BC49EAEF-3156-8FD1-FE3D-C89963180005}"/>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Convo. Designer</a:t>
              </a:r>
            </a:p>
          </p:txBody>
        </p:sp>
      </p:grpSp>
      <p:grpSp>
        <p:nvGrpSpPr>
          <p:cNvPr id="24" name="Group 23">
            <a:extLst>
              <a:ext uri="{FF2B5EF4-FFF2-40B4-BE49-F238E27FC236}">
                <a16:creationId xmlns:a16="http://schemas.microsoft.com/office/drawing/2014/main" id="{98D5309D-D217-6FB0-2BEB-D910E85E605D}"/>
              </a:ext>
            </a:extLst>
          </p:cNvPr>
          <p:cNvGrpSpPr/>
          <p:nvPr/>
        </p:nvGrpSpPr>
        <p:grpSpPr>
          <a:xfrm>
            <a:off x="6877563" y="4167707"/>
            <a:ext cx="1012104" cy="988736"/>
            <a:chOff x="2756064" y="984802"/>
            <a:chExt cx="2133739" cy="2133739"/>
          </a:xfrm>
          <a:solidFill>
            <a:srgbClr val="F6636C"/>
          </a:solidFill>
        </p:grpSpPr>
        <p:sp>
          <p:nvSpPr>
            <p:cNvPr id="25" name="Oval 24">
              <a:extLst>
                <a:ext uri="{FF2B5EF4-FFF2-40B4-BE49-F238E27FC236}">
                  <a16:creationId xmlns:a16="http://schemas.microsoft.com/office/drawing/2014/main" id="{52ACBCEC-8EEF-616C-169A-84588BEA368F}"/>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26" name="Oval 4">
              <a:extLst>
                <a:ext uri="{FF2B5EF4-FFF2-40B4-BE49-F238E27FC236}">
                  <a16:creationId xmlns:a16="http://schemas.microsoft.com/office/drawing/2014/main" id="{4E4BF344-C21D-0D67-1DC8-7340470A0526}"/>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GA Engineer</a:t>
              </a:r>
            </a:p>
          </p:txBody>
        </p:sp>
      </p:grpSp>
      <p:cxnSp>
        <p:nvCxnSpPr>
          <p:cNvPr id="34" name="Straight Connector 33">
            <a:extLst>
              <a:ext uri="{FF2B5EF4-FFF2-40B4-BE49-F238E27FC236}">
                <a16:creationId xmlns:a16="http://schemas.microsoft.com/office/drawing/2014/main" id="{90437E90-5BFB-DA2E-5285-0377E712B4F1}"/>
              </a:ext>
            </a:extLst>
          </p:cNvPr>
          <p:cNvCxnSpPr>
            <a:stCxn id="22" idx="7"/>
            <a:endCxn id="7" idx="3"/>
          </p:cNvCxnSpPr>
          <p:nvPr/>
        </p:nvCxnSpPr>
        <p:spPr>
          <a:xfrm flipV="1">
            <a:off x="5042500" y="4127607"/>
            <a:ext cx="310789" cy="202827"/>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45F7253-AB4E-4CCF-4742-55F280E00CF7}"/>
              </a:ext>
            </a:extLst>
          </p:cNvPr>
          <p:cNvCxnSpPr>
            <a:cxnSpLocks/>
            <a:stCxn id="7" idx="5"/>
            <a:endCxn id="25" idx="1"/>
          </p:cNvCxnSpPr>
          <p:nvPr/>
        </p:nvCxnSpPr>
        <p:spPr>
          <a:xfrm>
            <a:off x="6641486" y="4127607"/>
            <a:ext cx="384296" cy="184897"/>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A68CE42-1A88-AB4B-5184-E5BD8FA6DF89}"/>
              </a:ext>
            </a:extLst>
          </p:cNvPr>
          <p:cNvCxnSpPr>
            <a:cxnSpLocks/>
            <a:stCxn id="22" idx="5"/>
            <a:endCxn id="19" idx="2"/>
          </p:cNvCxnSpPr>
          <p:nvPr/>
        </p:nvCxnSpPr>
        <p:spPr>
          <a:xfrm>
            <a:off x="5042500" y="5029576"/>
            <a:ext cx="448835" cy="7080"/>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6FB5978-6FF5-065C-9D8E-5AEAD7B933FD}"/>
              </a:ext>
            </a:extLst>
          </p:cNvPr>
          <p:cNvCxnSpPr>
            <a:cxnSpLocks/>
            <a:stCxn id="25" idx="3"/>
            <a:endCxn id="19" idx="6"/>
          </p:cNvCxnSpPr>
          <p:nvPr/>
        </p:nvCxnSpPr>
        <p:spPr>
          <a:xfrm flipH="1">
            <a:off x="6503439" y="5011646"/>
            <a:ext cx="522343" cy="25010"/>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39B502-BA87-5D51-B049-DCB5565FDF68}"/>
              </a:ext>
            </a:extLst>
          </p:cNvPr>
          <p:cNvCxnSpPr>
            <a:cxnSpLocks/>
            <a:endCxn id="7" idx="1"/>
          </p:cNvCxnSpPr>
          <p:nvPr/>
        </p:nvCxnSpPr>
        <p:spPr>
          <a:xfrm>
            <a:off x="5003597" y="2234930"/>
            <a:ext cx="349692" cy="634223"/>
          </a:xfrm>
          <a:prstGeom prst="line">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426B0DB-93E2-226F-1C86-A73ADC4BE0D3}"/>
              </a:ext>
            </a:extLst>
          </p:cNvPr>
          <p:cNvGrpSpPr/>
          <p:nvPr/>
        </p:nvGrpSpPr>
        <p:grpSpPr>
          <a:xfrm>
            <a:off x="5086494" y="2608518"/>
            <a:ext cx="1821787" cy="1779724"/>
            <a:chOff x="2756064" y="984802"/>
            <a:chExt cx="2133739" cy="2133739"/>
          </a:xfrm>
          <a:solidFill>
            <a:srgbClr val="00B050"/>
          </a:solidFill>
        </p:grpSpPr>
        <p:sp>
          <p:nvSpPr>
            <p:cNvPr id="7" name="Oval 6">
              <a:extLst>
                <a:ext uri="{FF2B5EF4-FFF2-40B4-BE49-F238E27FC236}">
                  <a16:creationId xmlns:a16="http://schemas.microsoft.com/office/drawing/2014/main" id="{DA18AD43-C05A-2B93-615E-B69091AD4543}"/>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sp>
          <p:nvSpPr>
            <p:cNvPr id="8" name="Oval 4">
              <a:extLst>
                <a:ext uri="{FF2B5EF4-FFF2-40B4-BE49-F238E27FC236}">
                  <a16:creationId xmlns:a16="http://schemas.microsoft.com/office/drawing/2014/main" id="{662A31F1-5CC6-3BA1-65F3-1121E2A83E9F}"/>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200" b="1" kern="1200"/>
                <a:t>Generative Agent</a:t>
              </a:r>
            </a:p>
          </p:txBody>
        </p:sp>
      </p:grpSp>
      <p:sp>
        <p:nvSpPr>
          <p:cNvPr id="1029" name="TextBox 1028">
            <a:extLst>
              <a:ext uri="{FF2B5EF4-FFF2-40B4-BE49-F238E27FC236}">
                <a16:creationId xmlns:a16="http://schemas.microsoft.com/office/drawing/2014/main" id="{A2C07AB0-46FE-0580-C592-98BEE455F48C}"/>
              </a:ext>
            </a:extLst>
          </p:cNvPr>
          <p:cNvSpPr txBox="1"/>
          <p:nvPr/>
        </p:nvSpPr>
        <p:spPr>
          <a:xfrm>
            <a:off x="5025972" y="1148611"/>
            <a:ext cx="2070559" cy="317497"/>
          </a:xfrm>
          <a:prstGeom prst="rect">
            <a:avLst/>
          </a:prstGeom>
          <a:noFill/>
        </p:spPr>
        <p:txBody>
          <a:bodyPr wrap="none" lIns="0" tIns="0" rIns="0" bIns="0" rtlCol="0">
            <a:prstTxWarp prst="textArchUp">
              <a:avLst/>
            </a:prstTxWarp>
            <a:noAutofit/>
          </a:bodyPr>
          <a:lstStyle/>
          <a:p>
            <a:pPr fontAlgn="base">
              <a:lnSpc>
                <a:spcPct val="120000"/>
              </a:lnSpc>
              <a:spcAft>
                <a:spcPts val="600"/>
              </a:spcAft>
            </a:pPr>
            <a:r>
              <a:rPr lang="en-US" sz="2000">
                <a:ea typeface="Microsoft YaHei" charset="-122"/>
                <a:cs typeface="Microsoft YaHei" charset="-122"/>
              </a:rPr>
              <a:t>Business </a:t>
            </a:r>
            <a:r>
              <a:rPr lang="en-US">
                <a:ea typeface="Microsoft YaHei" charset="-122"/>
                <a:cs typeface="Microsoft YaHei" charset="-122"/>
              </a:rPr>
              <a:t>Governance</a:t>
            </a:r>
          </a:p>
        </p:txBody>
      </p:sp>
      <p:grpSp>
        <p:nvGrpSpPr>
          <p:cNvPr id="1031" name="Group 1030">
            <a:extLst>
              <a:ext uri="{FF2B5EF4-FFF2-40B4-BE49-F238E27FC236}">
                <a16:creationId xmlns:a16="http://schemas.microsoft.com/office/drawing/2014/main" id="{36F08EA2-7A92-2AF7-876B-ADF0B4D2E780}"/>
              </a:ext>
            </a:extLst>
          </p:cNvPr>
          <p:cNvGrpSpPr/>
          <p:nvPr/>
        </p:nvGrpSpPr>
        <p:grpSpPr>
          <a:xfrm>
            <a:off x="6933878" y="5171977"/>
            <a:ext cx="691224" cy="644301"/>
            <a:chOff x="2756064" y="984802"/>
            <a:chExt cx="2133739" cy="2133739"/>
          </a:xfrm>
          <a:solidFill>
            <a:srgbClr val="00B050"/>
          </a:solidFill>
        </p:grpSpPr>
        <p:sp>
          <p:nvSpPr>
            <p:cNvPr id="1032" name="Oval 1031">
              <a:extLst>
                <a:ext uri="{FF2B5EF4-FFF2-40B4-BE49-F238E27FC236}">
                  <a16:creationId xmlns:a16="http://schemas.microsoft.com/office/drawing/2014/main" id="{1476FF8C-7955-508B-3834-24D4733ECFFC}"/>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1033" name="Oval 4">
              <a:extLst>
                <a:ext uri="{FF2B5EF4-FFF2-40B4-BE49-F238E27FC236}">
                  <a16:creationId xmlns:a16="http://schemas.microsoft.com/office/drawing/2014/main" id="{9EC7DF6A-D994-FF56-E127-1D881DC27559}"/>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700" b="1" kern="1200"/>
                <a:t>Sierra Platform</a:t>
              </a:r>
            </a:p>
          </p:txBody>
        </p:sp>
      </p:grpSp>
      <p:cxnSp>
        <p:nvCxnSpPr>
          <p:cNvPr id="1037" name="Straight Connector 1036">
            <a:extLst>
              <a:ext uri="{FF2B5EF4-FFF2-40B4-BE49-F238E27FC236}">
                <a16:creationId xmlns:a16="http://schemas.microsoft.com/office/drawing/2014/main" id="{F6C8800B-A27A-91D5-14D4-1783F428B724}"/>
              </a:ext>
            </a:extLst>
          </p:cNvPr>
          <p:cNvCxnSpPr>
            <a:endCxn id="19" idx="5"/>
          </p:cNvCxnSpPr>
          <p:nvPr/>
        </p:nvCxnSpPr>
        <p:spPr>
          <a:xfrm flipH="1" flipV="1">
            <a:off x="6355220" y="5386227"/>
            <a:ext cx="560391" cy="107900"/>
          </a:xfrm>
          <a:prstGeom prst="line">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9" name="Connector: Curved 1048">
            <a:extLst>
              <a:ext uri="{FF2B5EF4-FFF2-40B4-BE49-F238E27FC236}">
                <a16:creationId xmlns:a16="http://schemas.microsoft.com/office/drawing/2014/main" id="{60CE7FF8-5F9D-0C53-2AFE-8BDD0338F7E5}"/>
              </a:ext>
            </a:extLst>
          </p:cNvPr>
          <p:cNvCxnSpPr>
            <a:cxnSpLocks/>
            <a:stCxn id="1035" idx="2"/>
            <a:endCxn id="1024" idx="2"/>
          </p:cNvCxnSpPr>
          <p:nvPr/>
        </p:nvCxnSpPr>
        <p:spPr>
          <a:xfrm rot="10800000" flipH="1" flipV="1">
            <a:off x="3163497" y="2206427"/>
            <a:ext cx="98612" cy="2645284"/>
          </a:xfrm>
          <a:prstGeom prst="curvedConnector3">
            <a:avLst>
              <a:gd name="adj1" fmla="val -895453"/>
            </a:avLst>
          </a:prstGeom>
          <a:ln w="12700">
            <a:solidFill>
              <a:schemeClr val="tx1">
                <a:lumMod val="25000"/>
                <a:lumOff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DD01F47-F620-CDC3-C5B0-AD552C7E3F0C}"/>
              </a:ext>
            </a:extLst>
          </p:cNvPr>
          <p:cNvSpPr txBox="1"/>
          <p:nvPr/>
        </p:nvSpPr>
        <p:spPr>
          <a:xfrm>
            <a:off x="5248694" y="5785809"/>
            <a:ext cx="1723299" cy="317497"/>
          </a:xfrm>
          <a:prstGeom prst="rect">
            <a:avLst/>
          </a:prstGeom>
          <a:noFill/>
        </p:spPr>
        <p:txBody>
          <a:bodyPr wrap="none" lIns="0" tIns="0" rIns="0" bIns="0" rtlCol="0">
            <a:prstTxWarp prst="textArchDown">
              <a:avLst>
                <a:gd name="adj" fmla="val 448349"/>
              </a:avLst>
            </a:prstTxWarp>
            <a:noAutofit/>
          </a:bodyPr>
          <a:lstStyle/>
          <a:p>
            <a:pPr fontAlgn="base">
              <a:lnSpc>
                <a:spcPct val="120000"/>
              </a:lnSpc>
              <a:spcAft>
                <a:spcPts val="600"/>
              </a:spcAft>
            </a:pPr>
            <a:r>
              <a:rPr lang="en-US" sz="2000">
                <a:ea typeface="Microsoft YaHei" charset="-122"/>
                <a:cs typeface="Microsoft YaHei" charset="-122"/>
              </a:rPr>
              <a:t>Product &amp; Delivery</a:t>
            </a:r>
            <a:endParaRPr lang="en-US">
              <a:ea typeface="Microsoft YaHei" charset="-122"/>
              <a:cs typeface="Microsoft YaHei" charset="-122"/>
            </a:endParaRPr>
          </a:p>
        </p:txBody>
      </p:sp>
      <p:sp>
        <p:nvSpPr>
          <p:cNvPr id="31" name="TextBox 30">
            <a:extLst>
              <a:ext uri="{FF2B5EF4-FFF2-40B4-BE49-F238E27FC236}">
                <a16:creationId xmlns:a16="http://schemas.microsoft.com/office/drawing/2014/main" id="{49DCA612-583C-5E83-DA8D-7DE863975E94}"/>
              </a:ext>
            </a:extLst>
          </p:cNvPr>
          <p:cNvSpPr txBox="1"/>
          <p:nvPr/>
        </p:nvSpPr>
        <p:spPr>
          <a:xfrm rot="5400000">
            <a:off x="1790876" y="3339630"/>
            <a:ext cx="1723299" cy="317497"/>
          </a:xfrm>
          <a:prstGeom prst="rect">
            <a:avLst/>
          </a:prstGeom>
          <a:noFill/>
        </p:spPr>
        <p:txBody>
          <a:bodyPr wrap="none" lIns="0" tIns="0" rIns="0" bIns="0" rtlCol="0">
            <a:prstTxWarp prst="textArchDown">
              <a:avLst>
                <a:gd name="adj" fmla="val 448349"/>
              </a:avLst>
            </a:prstTxWarp>
            <a:noAutofit/>
          </a:bodyPr>
          <a:lstStyle/>
          <a:p>
            <a:pPr fontAlgn="base">
              <a:lnSpc>
                <a:spcPct val="120000"/>
              </a:lnSpc>
              <a:spcAft>
                <a:spcPts val="600"/>
              </a:spcAft>
            </a:pPr>
            <a:r>
              <a:rPr lang="en-US" sz="2000"/>
              <a:t>CX AI Strategy Lead</a:t>
            </a:r>
            <a:endParaRPr lang="en-US" sz="2000">
              <a:ea typeface="Microsoft YaHei" charset="-122"/>
              <a:cs typeface="Microsoft YaHei" charset="-122"/>
            </a:endParaRPr>
          </a:p>
          <a:p>
            <a:pPr fontAlgn="base">
              <a:lnSpc>
                <a:spcPct val="120000"/>
              </a:lnSpc>
              <a:spcAft>
                <a:spcPts val="600"/>
              </a:spcAft>
            </a:pPr>
            <a:endParaRPr lang="en-US">
              <a:ea typeface="Microsoft YaHei" charset="-122"/>
              <a:cs typeface="Microsoft YaHei" charset="-122"/>
            </a:endParaRPr>
          </a:p>
        </p:txBody>
      </p:sp>
      <p:grpSp>
        <p:nvGrpSpPr>
          <p:cNvPr id="32" name="Group 31">
            <a:extLst>
              <a:ext uri="{FF2B5EF4-FFF2-40B4-BE49-F238E27FC236}">
                <a16:creationId xmlns:a16="http://schemas.microsoft.com/office/drawing/2014/main" id="{483E9CA0-A1F4-7444-C41E-2E3E3F7F1DF6}"/>
              </a:ext>
            </a:extLst>
          </p:cNvPr>
          <p:cNvGrpSpPr/>
          <p:nvPr/>
        </p:nvGrpSpPr>
        <p:grpSpPr>
          <a:xfrm>
            <a:off x="6822290" y="1504640"/>
            <a:ext cx="914400" cy="914400"/>
            <a:chOff x="2756064" y="984802"/>
            <a:chExt cx="2133739" cy="2133739"/>
          </a:xfrm>
          <a:solidFill>
            <a:schemeClr val="accent4"/>
          </a:solidFill>
        </p:grpSpPr>
        <p:sp>
          <p:nvSpPr>
            <p:cNvPr id="33" name="Oval 32">
              <a:extLst>
                <a:ext uri="{FF2B5EF4-FFF2-40B4-BE49-F238E27FC236}">
                  <a16:creationId xmlns:a16="http://schemas.microsoft.com/office/drawing/2014/main" id="{9EF4398A-A9EC-8835-6048-C61A74E71A5F}"/>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35" name="Oval 4">
              <a:extLst>
                <a:ext uri="{FF2B5EF4-FFF2-40B4-BE49-F238E27FC236}">
                  <a16:creationId xmlns:a16="http://schemas.microsoft.com/office/drawing/2014/main" id="{C7F978E3-89AC-870B-BA9F-555CC9902F9B}"/>
                </a:ext>
              </a:extLst>
            </p:cNvPr>
            <p:cNvSpPr txBox="1"/>
            <p:nvPr/>
          </p:nvSpPr>
          <p:spPr>
            <a:xfrm>
              <a:off x="3184423" y="1282202"/>
              <a:ext cx="1277021" cy="1641337"/>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a:t>Business Analysts</a:t>
              </a:r>
              <a:endParaRPr lang="en-US" sz="900" b="1" kern="1200"/>
            </a:p>
          </p:txBody>
        </p:sp>
      </p:grpSp>
      <p:cxnSp>
        <p:nvCxnSpPr>
          <p:cNvPr id="45" name="Straight Arrow Connector 44">
            <a:extLst>
              <a:ext uri="{FF2B5EF4-FFF2-40B4-BE49-F238E27FC236}">
                <a16:creationId xmlns:a16="http://schemas.microsoft.com/office/drawing/2014/main" id="{B59BA1BC-B895-9F53-B6DF-648542A29D84}"/>
              </a:ext>
            </a:extLst>
          </p:cNvPr>
          <p:cNvCxnSpPr>
            <a:stCxn id="13" idx="6"/>
            <a:endCxn id="33" idx="2"/>
          </p:cNvCxnSpPr>
          <p:nvPr/>
        </p:nvCxnSpPr>
        <p:spPr>
          <a:xfrm>
            <a:off x="6405735" y="1705446"/>
            <a:ext cx="416555" cy="256394"/>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2EF1719-E3B0-B454-147B-2A6586E459FD}"/>
              </a:ext>
            </a:extLst>
          </p:cNvPr>
          <p:cNvCxnSpPr>
            <a:stCxn id="33" idx="3"/>
            <a:endCxn id="7" idx="7"/>
          </p:cNvCxnSpPr>
          <p:nvPr/>
        </p:nvCxnSpPr>
        <p:spPr>
          <a:xfrm flipH="1">
            <a:off x="6641486" y="2285129"/>
            <a:ext cx="314715" cy="584024"/>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EAA690F-CB88-9F8C-3260-02FB70AC7729}"/>
              </a:ext>
            </a:extLst>
          </p:cNvPr>
          <p:cNvCxnSpPr>
            <a:stCxn id="7" idx="1"/>
            <a:endCxn id="10" idx="6"/>
          </p:cNvCxnSpPr>
          <p:nvPr/>
        </p:nvCxnSpPr>
        <p:spPr>
          <a:xfrm flipH="1" flipV="1">
            <a:off x="4347071" y="2299190"/>
            <a:ext cx="1006218" cy="56996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FCEE833-9BDF-D3A3-79EF-F68FDDBF15A9}"/>
              </a:ext>
            </a:extLst>
          </p:cNvPr>
          <p:cNvCxnSpPr>
            <a:endCxn id="13" idx="2"/>
          </p:cNvCxnSpPr>
          <p:nvPr/>
        </p:nvCxnSpPr>
        <p:spPr>
          <a:xfrm flipV="1">
            <a:off x="5274658" y="1705446"/>
            <a:ext cx="216677" cy="106809"/>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718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34122-8CA6-75AA-8224-E807C28A081B}"/>
              </a:ext>
            </a:extLst>
          </p:cNvPr>
          <p:cNvSpPr>
            <a:spLocks noGrp="1"/>
          </p:cNvSpPr>
          <p:nvPr>
            <p:ph type="title"/>
          </p:nvPr>
        </p:nvSpPr>
        <p:spPr/>
        <p:txBody>
          <a:bodyPr/>
          <a:lstStyle/>
          <a:p>
            <a:r>
              <a:rPr lang="en-US"/>
              <a:t>Generative Agent and Business Governance</a:t>
            </a:r>
          </a:p>
        </p:txBody>
      </p:sp>
      <p:sp>
        <p:nvSpPr>
          <p:cNvPr id="3" name="Footer Placeholder 2">
            <a:extLst>
              <a:ext uri="{FF2B5EF4-FFF2-40B4-BE49-F238E27FC236}">
                <a16:creationId xmlns:a16="http://schemas.microsoft.com/office/drawing/2014/main" id="{3B9CF56C-C2F7-7640-20DB-50BBD2AA6410}"/>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DE9D79B2-32E6-DA9F-60AF-30DA1E03E411}"/>
              </a:ext>
            </a:extLst>
          </p:cNvPr>
          <p:cNvSpPr>
            <a:spLocks noGrp="1"/>
          </p:cNvSpPr>
          <p:nvPr>
            <p:ph type="sldNum" sz="quarter" idx="12"/>
          </p:nvPr>
        </p:nvSpPr>
        <p:spPr/>
        <p:txBody>
          <a:bodyPr/>
          <a:lstStyle/>
          <a:p>
            <a:fld id="{EAFE7DC3-8061-DA4A-AC8E-F40965DD04F4}" type="slidenum">
              <a:rPr lang="en-US" smtClean="0"/>
              <a:pPr/>
              <a:t>2</a:t>
            </a:fld>
            <a:endParaRPr lang="en-US"/>
          </a:p>
        </p:txBody>
      </p:sp>
      <p:sp>
        <p:nvSpPr>
          <p:cNvPr id="23" name="TextBox 22">
            <a:extLst>
              <a:ext uri="{FF2B5EF4-FFF2-40B4-BE49-F238E27FC236}">
                <a16:creationId xmlns:a16="http://schemas.microsoft.com/office/drawing/2014/main" id="{8D7E27D9-CB15-E5D0-628D-0ECA4BEE45EB}"/>
              </a:ext>
            </a:extLst>
          </p:cNvPr>
          <p:cNvSpPr txBox="1"/>
          <p:nvPr/>
        </p:nvSpPr>
        <p:spPr>
          <a:xfrm>
            <a:off x="237537" y="4331143"/>
            <a:ext cx="4565276" cy="1938992"/>
          </a:xfrm>
          <a:prstGeom prst="rect">
            <a:avLst/>
          </a:prstGeom>
          <a:noFill/>
        </p:spPr>
        <p:txBody>
          <a:bodyPr wrap="square">
            <a:spAutoFit/>
          </a:bodyPr>
          <a:lstStyle/>
          <a:p>
            <a:r>
              <a:rPr lang="en-US" sz="1200" b="1"/>
              <a:t>Quality Management </a:t>
            </a:r>
            <a:r>
              <a:rPr lang="en-US" sz="1200"/>
              <a:t>(AI QA / Compliance)</a:t>
            </a:r>
            <a:br>
              <a:rPr lang="en-US" sz="1200"/>
            </a:br>
            <a:r>
              <a:rPr lang="en-US" sz="1200"/>
              <a:t>Samples interactions to ensure accuracy, compliance, and policy adherence. Identifies risk, misinformation, or inconsistent responses. Provides structured feedback to both the Team Manager and Conversational Designer to protect brand and regulatory standards.</a:t>
            </a:r>
          </a:p>
          <a:p>
            <a:endParaRPr lang="en-US" sz="1200"/>
          </a:p>
          <a:p>
            <a:r>
              <a:rPr lang="en-US" sz="1200" b="1"/>
              <a:t>Tools: </a:t>
            </a:r>
            <a:r>
              <a:rPr lang="en-US" sz="1200"/>
              <a:t>Insights Dashboard, Conversations</a:t>
            </a:r>
          </a:p>
          <a:p>
            <a:endParaRPr lang="en-US" sz="1200"/>
          </a:p>
          <a:p>
            <a:r>
              <a:rPr lang="en-US" sz="1200" b="1"/>
              <a:t>Commitment:  </a:t>
            </a:r>
            <a:r>
              <a:rPr lang="en-US" sz="1200"/>
              <a:t>Current QA Cycles for live agents</a:t>
            </a:r>
          </a:p>
        </p:txBody>
      </p:sp>
      <p:sp>
        <p:nvSpPr>
          <p:cNvPr id="24" name="TextBox 23">
            <a:extLst>
              <a:ext uri="{FF2B5EF4-FFF2-40B4-BE49-F238E27FC236}">
                <a16:creationId xmlns:a16="http://schemas.microsoft.com/office/drawing/2014/main" id="{B655363B-25DA-3833-D574-3417A94C00A9}"/>
              </a:ext>
            </a:extLst>
          </p:cNvPr>
          <p:cNvSpPr txBox="1"/>
          <p:nvPr/>
        </p:nvSpPr>
        <p:spPr>
          <a:xfrm>
            <a:off x="337447" y="1263906"/>
            <a:ext cx="3294602" cy="2492990"/>
          </a:xfrm>
          <a:prstGeom prst="rect">
            <a:avLst/>
          </a:prstGeom>
          <a:noFill/>
        </p:spPr>
        <p:txBody>
          <a:bodyPr wrap="square">
            <a:spAutoFit/>
          </a:bodyPr>
          <a:lstStyle/>
          <a:p>
            <a:r>
              <a:rPr lang="en-US" sz="1200" b="1"/>
              <a:t>AI Supervisor</a:t>
            </a:r>
            <a:r>
              <a:rPr lang="en-US" sz="1200"/>
              <a:t> (AI Operations Lead) Oversees day-to-day performance of the AI agent in production. Monitors interaction quality, reviews escalations, tracks containment and resolution metrics, and manages tuning requests. Ensures alignment between live agents and the AI experience and drives operational accountability.</a:t>
            </a:r>
          </a:p>
          <a:p>
            <a:endParaRPr lang="en-US" sz="1200"/>
          </a:p>
          <a:p>
            <a:r>
              <a:rPr lang="en-US" sz="1200" b="1"/>
              <a:t>Tools: </a:t>
            </a:r>
            <a:r>
              <a:rPr lang="en-US" sz="1200"/>
              <a:t>Insights Dashboard, Conversations, Issues Logging, Manual Simulations</a:t>
            </a:r>
          </a:p>
          <a:p>
            <a:endParaRPr lang="en-US" sz="1200"/>
          </a:p>
          <a:p>
            <a:r>
              <a:rPr lang="en-US" sz="1200" b="1"/>
              <a:t>Commitment:  </a:t>
            </a:r>
            <a:r>
              <a:rPr lang="en-US" sz="1200"/>
              <a:t>Est. 5 </a:t>
            </a:r>
            <a:r>
              <a:rPr lang="en-US" sz="1200" err="1"/>
              <a:t>hrs</a:t>
            </a:r>
            <a:r>
              <a:rPr lang="en-US" sz="1200"/>
              <a:t> a week </a:t>
            </a:r>
          </a:p>
        </p:txBody>
      </p:sp>
      <p:sp>
        <p:nvSpPr>
          <p:cNvPr id="25" name="TextBox 24">
            <a:extLst>
              <a:ext uri="{FF2B5EF4-FFF2-40B4-BE49-F238E27FC236}">
                <a16:creationId xmlns:a16="http://schemas.microsoft.com/office/drawing/2014/main" id="{A1F04EF7-3AF6-BCD4-C050-28D6EC0EF46D}"/>
              </a:ext>
            </a:extLst>
          </p:cNvPr>
          <p:cNvSpPr txBox="1"/>
          <p:nvPr/>
        </p:nvSpPr>
        <p:spPr>
          <a:xfrm>
            <a:off x="8595304" y="1256284"/>
            <a:ext cx="3259250" cy="2123658"/>
          </a:xfrm>
          <a:prstGeom prst="rect">
            <a:avLst/>
          </a:prstGeom>
          <a:noFill/>
        </p:spPr>
        <p:txBody>
          <a:bodyPr wrap="square">
            <a:spAutoFit/>
          </a:bodyPr>
          <a:lstStyle/>
          <a:p>
            <a:r>
              <a:rPr lang="en-US" sz="1200" b="1"/>
              <a:t>Internal Audit </a:t>
            </a:r>
            <a:r>
              <a:rPr lang="en-US" sz="1200"/>
              <a:t>(Assoc. Benchmarks)</a:t>
            </a:r>
            <a:br>
              <a:rPr lang="en-US" sz="1200"/>
            </a:br>
            <a:r>
              <a:rPr lang="en-US" sz="1200"/>
              <a:t>Samples interactions to ensure accuracy, compliance, and policy adherence. Identifies risk, misinformation, or inconsistent responses. Provides structured feedback the AI Supervisor.</a:t>
            </a:r>
          </a:p>
          <a:p>
            <a:endParaRPr lang="en-US" sz="1200"/>
          </a:p>
          <a:p>
            <a:r>
              <a:rPr lang="en-US" sz="1200" b="1"/>
              <a:t>Tools:</a:t>
            </a:r>
            <a:r>
              <a:rPr lang="en-US" sz="1200"/>
              <a:t> SFTP Exports</a:t>
            </a:r>
          </a:p>
          <a:p>
            <a:endParaRPr lang="en-US" sz="1200"/>
          </a:p>
          <a:p>
            <a:r>
              <a:rPr lang="en-US" sz="1200" b="1"/>
              <a:t>Commitment:  </a:t>
            </a:r>
            <a:r>
              <a:rPr lang="en-US" sz="1200"/>
              <a:t>Current QA Cycles for live agents</a:t>
            </a:r>
          </a:p>
        </p:txBody>
      </p:sp>
      <p:sp>
        <p:nvSpPr>
          <p:cNvPr id="26" name="TextBox 25">
            <a:extLst>
              <a:ext uri="{FF2B5EF4-FFF2-40B4-BE49-F238E27FC236}">
                <a16:creationId xmlns:a16="http://schemas.microsoft.com/office/drawing/2014/main" id="{ECCEFA81-D373-0777-B734-1A7D78822890}"/>
              </a:ext>
            </a:extLst>
          </p:cNvPr>
          <p:cNvSpPr txBox="1"/>
          <p:nvPr/>
        </p:nvSpPr>
        <p:spPr>
          <a:xfrm>
            <a:off x="7600950" y="3951744"/>
            <a:ext cx="4063104" cy="2677656"/>
          </a:xfrm>
          <a:prstGeom prst="rect">
            <a:avLst/>
          </a:prstGeom>
          <a:noFill/>
        </p:spPr>
        <p:txBody>
          <a:bodyPr wrap="square">
            <a:spAutoFit/>
          </a:bodyPr>
          <a:lstStyle/>
          <a:p>
            <a:r>
              <a:rPr lang="en-US" sz="1200" b="1"/>
              <a:t>BA Role </a:t>
            </a:r>
            <a:r>
              <a:rPr lang="en-US" sz="1200"/>
              <a:t>(AI Improvement and Testing )</a:t>
            </a:r>
            <a:br>
              <a:rPr lang="en-US" sz="1200"/>
            </a:br>
            <a:r>
              <a:rPr lang="en-US" sz="1200"/>
              <a:t>Translates insights into items for tuning or new capabilities. Analyzes interaction data and findings to document improvement opportunities, knowledge gaps, and new requirements. Coordinates testing and post-production review of the AI agent. Defines test cases, organizes testing cycles, and captures structured feedback from operations, QA, and business stakeholders. </a:t>
            </a:r>
          </a:p>
          <a:p>
            <a:endParaRPr lang="en-US" sz="1200" b="1"/>
          </a:p>
          <a:p>
            <a:r>
              <a:rPr lang="en-US" sz="1200" b="1"/>
              <a:t>Tools:</a:t>
            </a:r>
            <a:r>
              <a:rPr lang="en-US" sz="1200"/>
              <a:t> Insights Dashboard, Conversations, Explore &amp; Monitors</a:t>
            </a:r>
          </a:p>
          <a:p>
            <a:endParaRPr lang="en-US" sz="1200"/>
          </a:p>
          <a:p>
            <a:r>
              <a:rPr lang="en-US" sz="1200" b="1"/>
              <a:t>Commitment:  </a:t>
            </a:r>
            <a:r>
              <a:rPr lang="en-US" sz="1200"/>
              <a:t>Current QA Cycles for live agents</a:t>
            </a:r>
          </a:p>
        </p:txBody>
      </p:sp>
      <p:grpSp>
        <p:nvGrpSpPr>
          <p:cNvPr id="70" name="Group 69">
            <a:extLst>
              <a:ext uri="{FF2B5EF4-FFF2-40B4-BE49-F238E27FC236}">
                <a16:creationId xmlns:a16="http://schemas.microsoft.com/office/drawing/2014/main" id="{BC69521B-D794-A052-06B8-B89F5E8CD2D1}"/>
              </a:ext>
            </a:extLst>
          </p:cNvPr>
          <p:cNvGrpSpPr/>
          <p:nvPr/>
        </p:nvGrpSpPr>
        <p:grpSpPr>
          <a:xfrm>
            <a:off x="3279976" y="1285267"/>
            <a:ext cx="5279977" cy="2450267"/>
            <a:chOff x="3054398" y="1061818"/>
            <a:chExt cx="5667782" cy="2644733"/>
          </a:xfrm>
        </p:grpSpPr>
        <p:grpSp>
          <p:nvGrpSpPr>
            <p:cNvPr id="19" name="Group 18">
              <a:extLst>
                <a:ext uri="{FF2B5EF4-FFF2-40B4-BE49-F238E27FC236}">
                  <a16:creationId xmlns:a16="http://schemas.microsoft.com/office/drawing/2014/main" id="{F8F67466-D00C-0675-7DC0-5CAB071601EB}"/>
                </a:ext>
              </a:extLst>
            </p:cNvPr>
            <p:cNvGrpSpPr/>
            <p:nvPr/>
          </p:nvGrpSpPr>
          <p:grpSpPr>
            <a:xfrm>
              <a:off x="5393640" y="2523673"/>
              <a:ext cx="1143000" cy="1143000"/>
              <a:chOff x="2756064" y="984802"/>
              <a:chExt cx="2133739" cy="2133739"/>
            </a:xfrm>
            <a:solidFill>
              <a:srgbClr val="00B050"/>
            </a:solidFill>
          </p:grpSpPr>
          <p:sp>
            <p:nvSpPr>
              <p:cNvPr id="20" name="Oval 19">
                <a:extLst>
                  <a:ext uri="{FF2B5EF4-FFF2-40B4-BE49-F238E27FC236}">
                    <a16:creationId xmlns:a16="http://schemas.microsoft.com/office/drawing/2014/main" id="{3E771C8F-6ECB-4F06-73FB-441EE9A70CCD}"/>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sp>
            <p:nvSpPr>
              <p:cNvPr id="21" name="Oval 4">
                <a:extLst>
                  <a:ext uri="{FF2B5EF4-FFF2-40B4-BE49-F238E27FC236}">
                    <a16:creationId xmlns:a16="http://schemas.microsoft.com/office/drawing/2014/main" id="{F98E502B-ED22-EDCD-F49B-F0F61B5B8B16}"/>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Generative Agent</a:t>
                </a:r>
              </a:p>
            </p:txBody>
          </p:sp>
        </p:grpSp>
        <p:sp>
          <p:nvSpPr>
            <p:cNvPr id="47" name="Oval 46">
              <a:extLst>
                <a:ext uri="{FF2B5EF4-FFF2-40B4-BE49-F238E27FC236}">
                  <a16:creationId xmlns:a16="http://schemas.microsoft.com/office/drawing/2014/main" id="{E9CDCC7E-F67B-4478-6958-973734B35924}"/>
                </a:ext>
              </a:extLst>
            </p:cNvPr>
            <p:cNvSpPr/>
            <p:nvPr/>
          </p:nvSpPr>
          <p:spPr>
            <a:xfrm>
              <a:off x="3054398" y="1061818"/>
              <a:ext cx="5667782" cy="2644733"/>
            </a:xfrm>
            <a:prstGeom prst="ellipse">
              <a:avLst/>
            </a:prstGeom>
            <a:solidFill>
              <a:schemeClr val="tx1">
                <a:lumMod val="50000"/>
                <a:lumOff val="50000"/>
                <a:alpha val="10000"/>
              </a:schemeClr>
            </a:solid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grpSp>
          <p:nvGrpSpPr>
            <p:cNvPr id="48" name="Group 47">
              <a:extLst>
                <a:ext uri="{FF2B5EF4-FFF2-40B4-BE49-F238E27FC236}">
                  <a16:creationId xmlns:a16="http://schemas.microsoft.com/office/drawing/2014/main" id="{16885A8E-C6D8-0C2C-55DC-8E89AC33E7D7}"/>
                </a:ext>
              </a:extLst>
            </p:cNvPr>
            <p:cNvGrpSpPr/>
            <p:nvPr/>
          </p:nvGrpSpPr>
          <p:grpSpPr>
            <a:xfrm>
              <a:off x="3432671" y="1841990"/>
              <a:ext cx="914400" cy="914400"/>
              <a:chOff x="2756064" y="984802"/>
              <a:chExt cx="2133739" cy="2133739"/>
            </a:xfrm>
            <a:solidFill>
              <a:schemeClr val="accent4"/>
            </a:solidFill>
          </p:grpSpPr>
          <p:sp>
            <p:nvSpPr>
              <p:cNvPr id="49" name="Oval 48">
                <a:extLst>
                  <a:ext uri="{FF2B5EF4-FFF2-40B4-BE49-F238E27FC236}">
                    <a16:creationId xmlns:a16="http://schemas.microsoft.com/office/drawing/2014/main" id="{E1A1D1A6-8B44-23C6-64D4-057F9D46924A}"/>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50" name="Oval 4">
                <a:extLst>
                  <a:ext uri="{FF2B5EF4-FFF2-40B4-BE49-F238E27FC236}">
                    <a16:creationId xmlns:a16="http://schemas.microsoft.com/office/drawing/2014/main" id="{F51A5667-D63C-F318-8481-E01DC147DC30}"/>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000" b="1"/>
                  <a:t>Internal</a:t>
                </a:r>
                <a:r>
                  <a:rPr lang="en-US" sz="1000" b="1" kern="1200"/>
                  <a:t> Audit</a:t>
                </a:r>
              </a:p>
            </p:txBody>
          </p:sp>
        </p:grpSp>
        <p:grpSp>
          <p:nvGrpSpPr>
            <p:cNvPr id="51" name="Group 50">
              <a:extLst>
                <a:ext uri="{FF2B5EF4-FFF2-40B4-BE49-F238E27FC236}">
                  <a16:creationId xmlns:a16="http://schemas.microsoft.com/office/drawing/2014/main" id="{7E800569-1210-64B1-607F-6BC3E2A7F694}"/>
                </a:ext>
              </a:extLst>
            </p:cNvPr>
            <p:cNvGrpSpPr/>
            <p:nvPr/>
          </p:nvGrpSpPr>
          <p:grpSpPr>
            <a:xfrm>
              <a:off x="5491335" y="1248246"/>
              <a:ext cx="914400" cy="914400"/>
              <a:chOff x="2756064" y="984802"/>
              <a:chExt cx="2133739" cy="2133739"/>
            </a:xfrm>
            <a:solidFill>
              <a:schemeClr val="accent4"/>
            </a:solidFill>
          </p:grpSpPr>
          <p:sp>
            <p:nvSpPr>
              <p:cNvPr id="52" name="Oval 51">
                <a:extLst>
                  <a:ext uri="{FF2B5EF4-FFF2-40B4-BE49-F238E27FC236}">
                    <a16:creationId xmlns:a16="http://schemas.microsoft.com/office/drawing/2014/main" id="{B8B5300C-34C7-6498-AE2A-52D97E7BD3AD}"/>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53" name="Oval 4">
                <a:extLst>
                  <a:ext uri="{FF2B5EF4-FFF2-40B4-BE49-F238E27FC236}">
                    <a16:creationId xmlns:a16="http://schemas.microsoft.com/office/drawing/2014/main" id="{AE8832BF-EE33-D0C5-2A28-5718957046CB}"/>
                  </a:ext>
                </a:extLst>
              </p:cNvPr>
              <p:cNvSpPr txBox="1"/>
              <p:nvPr/>
            </p:nvSpPr>
            <p:spPr>
              <a:xfrm>
                <a:off x="3068541" y="1231003"/>
                <a:ext cx="1591152" cy="1641336"/>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000" b="1"/>
                  <a:t>AI Supervisor</a:t>
                </a:r>
                <a:endParaRPr lang="en-US" sz="1000" b="1" kern="1200"/>
              </a:p>
            </p:txBody>
          </p:sp>
        </p:grpSp>
        <p:grpSp>
          <p:nvGrpSpPr>
            <p:cNvPr id="54" name="Group 53">
              <a:extLst>
                <a:ext uri="{FF2B5EF4-FFF2-40B4-BE49-F238E27FC236}">
                  <a16:creationId xmlns:a16="http://schemas.microsoft.com/office/drawing/2014/main" id="{EA7E4A44-2E28-C75F-CF53-6FC0FF42E89F}"/>
                </a:ext>
              </a:extLst>
            </p:cNvPr>
            <p:cNvGrpSpPr/>
            <p:nvPr/>
          </p:nvGrpSpPr>
          <p:grpSpPr>
            <a:xfrm>
              <a:off x="4374262" y="1364482"/>
              <a:ext cx="900396" cy="914400"/>
              <a:chOff x="2642664" y="984802"/>
              <a:chExt cx="2133739" cy="2133739"/>
            </a:xfrm>
            <a:solidFill>
              <a:schemeClr val="accent4"/>
            </a:solidFill>
          </p:grpSpPr>
          <p:sp>
            <p:nvSpPr>
              <p:cNvPr id="55" name="Oval 54">
                <a:extLst>
                  <a:ext uri="{FF2B5EF4-FFF2-40B4-BE49-F238E27FC236}">
                    <a16:creationId xmlns:a16="http://schemas.microsoft.com/office/drawing/2014/main" id="{D98A05BB-2F2F-8596-5892-A23AA87A9ED9}"/>
                  </a:ext>
                </a:extLst>
              </p:cNvPr>
              <p:cNvSpPr/>
              <p:nvPr/>
            </p:nvSpPr>
            <p:spPr>
              <a:xfrm>
                <a:off x="26426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56" name="Oval 4">
                <a:extLst>
                  <a:ext uri="{FF2B5EF4-FFF2-40B4-BE49-F238E27FC236}">
                    <a16:creationId xmlns:a16="http://schemas.microsoft.com/office/drawing/2014/main" id="{3E60B22A-63F5-8931-9C0C-E8E7B4E0A48B}"/>
                  </a:ext>
                </a:extLst>
              </p:cNvPr>
              <p:cNvSpPr txBox="1"/>
              <p:nvPr/>
            </p:nvSpPr>
            <p:spPr>
              <a:xfrm>
                <a:off x="2771537" y="1209006"/>
                <a:ext cx="1973313" cy="1641339"/>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Quality</a:t>
                </a:r>
                <a:r>
                  <a:rPr lang="en-US" sz="1000" b="1" kern="1200"/>
                  <a:t> Management</a:t>
                </a:r>
              </a:p>
            </p:txBody>
          </p:sp>
        </p:grpSp>
        <p:cxnSp>
          <p:nvCxnSpPr>
            <p:cNvPr id="57" name="Straight Connector 56">
              <a:extLst>
                <a:ext uri="{FF2B5EF4-FFF2-40B4-BE49-F238E27FC236}">
                  <a16:creationId xmlns:a16="http://schemas.microsoft.com/office/drawing/2014/main" id="{705CB34D-88A7-D20B-9960-65743A865CE0}"/>
                </a:ext>
              </a:extLst>
            </p:cNvPr>
            <p:cNvCxnSpPr>
              <a:cxnSpLocks/>
            </p:cNvCxnSpPr>
            <p:nvPr/>
          </p:nvCxnSpPr>
          <p:spPr>
            <a:xfrm>
              <a:off x="5178283" y="2078848"/>
              <a:ext cx="374865" cy="638234"/>
            </a:xfrm>
            <a:prstGeom prst="line">
              <a:avLst/>
            </a:prstGeom>
            <a:ln w="12700">
              <a:solidFill>
                <a:schemeClr val="tx1">
                  <a:lumMod val="50000"/>
                  <a:lumOff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F3C2911-2ACD-5EDA-EEBC-82C9E0517D30}"/>
                </a:ext>
              </a:extLst>
            </p:cNvPr>
            <p:cNvSpPr txBox="1"/>
            <p:nvPr/>
          </p:nvSpPr>
          <p:spPr>
            <a:xfrm>
              <a:off x="4967459" y="1254652"/>
              <a:ext cx="2070559" cy="317497"/>
            </a:xfrm>
            <a:prstGeom prst="rect">
              <a:avLst/>
            </a:prstGeom>
            <a:noFill/>
          </p:spPr>
          <p:txBody>
            <a:bodyPr wrap="none" lIns="0" tIns="0" rIns="0" bIns="0" rtlCol="0">
              <a:prstTxWarp prst="textArchUp">
                <a:avLst/>
              </a:prstTxWarp>
              <a:noAutofit/>
            </a:bodyPr>
            <a:lstStyle/>
            <a:p>
              <a:pPr fontAlgn="base">
                <a:lnSpc>
                  <a:spcPct val="120000"/>
                </a:lnSpc>
                <a:spcAft>
                  <a:spcPts val="600"/>
                </a:spcAft>
              </a:pPr>
              <a:r>
                <a:rPr lang="en-US" sz="2000">
                  <a:ea typeface="Microsoft YaHei" charset="-122"/>
                  <a:cs typeface="Microsoft YaHei" charset="-122"/>
                </a:rPr>
                <a:t>Business </a:t>
              </a:r>
              <a:r>
                <a:rPr lang="en-US">
                  <a:ea typeface="Microsoft YaHei" charset="-122"/>
                  <a:cs typeface="Microsoft YaHei" charset="-122"/>
                </a:rPr>
                <a:t>Governance</a:t>
              </a:r>
            </a:p>
          </p:txBody>
        </p:sp>
        <p:grpSp>
          <p:nvGrpSpPr>
            <p:cNvPr id="60" name="Group 59">
              <a:extLst>
                <a:ext uri="{FF2B5EF4-FFF2-40B4-BE49-F238E27FC236}">
                  <a16:creationId xmlns:a16="http://schemas.microsoft.com/office/drawing/2014/main" id="{9476FE1D-C1F3-062C-C66A-71A6DCF60D80}"/>
                </a:ext>
              </a:extLst>
            </p:cNvPr>
            <p:cNvGrpSpPr/>
            <p:nvPr/>
          </p:nvGrpSpPr>
          <p:grpSpPr>
            <a:xfrm>
              <a:off x="6822290" y="1504640"/>
              <a:ext cx="914400" cy="914400"/>
              <a:chOff x="2756064" y="984802"/>
              <a:chExt cx="2133739" cy="2133739"/>
            </a:xfrm>
            <a:solidFill>
              <a:schemeClr val="accent4"/>
            </a:solidFill>
          </p:grpSpPr>
          <p:sp>
            <p:nvSpPr>
              <p:cNvPr id="61" name="Oval 60">
                <a:extLst>
                  <a:ext uri="{FF2B5EF4-FFF2-40B4-BE49-F238E27FC236}">
                    <a16:creationId xmlns:a16="http://schemas.microsoft.com/office/drawing/2014/main" id="{C50F71E4-D209-0931-33D0-4FDE9B7D2CF5}"/>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62" name="Oval 4">
                <a:extLst>
                  <a:ext uri="{FF2B5EF4-FFF2-40B4-BE49-F238E27FC236}">
                    <a16:creationId xmlns:a16="http://schemas.microsoft.com/office/drawing/2014/main" id="{A37D2B5A-1E48-527E-BD6B-ACB6E63397C4}"/>
                  </a:ext>
                </a:extLst>
              </p:cNvPr>
              <p:cNvSpPr txBox="1"/>
              <p:nvPr/>
            </p:nvSpPr>
            <p:spPr>
              <a:xfrm>
                <a:off x="3184423" y="1282202"/>
                <a:ext cx="1277021" cy="1641337"/>
              </a:xfrm>
              <a:prstGeom prst="rect">
                <a:avLst/>
              </a:prstGeom>
              <a:no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a:t>Business Analysts</a:t>
                </a:r>
                <a:endParaRPr lang="en-US" sz="900" b="1" kern="1200"/>
              </a:p>
            </p:txBody>
          </p:sp>
        </p:grpSp>
        <p:cxnSp>
          <p:nvCxnSpPr>
            <p:cNvPr id="63" name="Straight Arrow Connector 62">
              <a:extLst>
                <a:ext uri="{FF2B5EF4-FFF2-40B4-BE49-F238E27FC236}">
                  <a16:creationId xmlns:a16="http://schemas.microsoft.com/office/drawing/2014/main" id="{D129F8FA-BF26-872D-34A3-DA35D4EBE21A}"/>
                </a:ext>
              </a:extLst>
            </p:cNvPr>
            <p:cNvCxnSpPr>
              <a:stCxn id="52" idx="6"/>
              <a:endCxn id="61" idx="2"/>
            </p:cNvCxnSpPr>
            <p:nvPr/>
          </p:nvCxnSpPr>
          <p:spPr>
            <a:xfrm>
              <a:off x="6405735" y="1705446"/>
              <a:ext cx="416555" cy="256394"/>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857017C-D746-A993-DCA1-339BC90366F7}"/>
                </a:ext>
              </a:extLst>
            </p:cNvPr>
            <p:cNvCxnSpPr>
              <a:cxnSpLocks/>
              <a:stCxn id="61" idx="3"/>
            </p:cNvCxnSpPr>
            <p:nvPr/>
          </p:nvCxnSpPr>
          <p:spPr>
            <a:xfrm flipH="1">
              <a:off x="6471068" y="2285129"/>
              <a:ext cx="485133" cy="471261"/>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0F23273-DC49-BAB1-E02D-098CCBF2128B}"/>
                </a:ext>
              </a:extLst>
            </p:cNvPr>
            <p:cNvCxnSpPr>
              <a:cxnSpLocks/>
              <a:endCxn id="49" idx="6"/>
            </p:cNvCxnSpPr>
            <p:nvPr/>
          </p:nvCxnSpPr>
          <p:spPr>
            <a:xfrm flipH="1" flipV="1">
              <a:off x="4347071" y="2299190"/>
              <a:ext cx="1144264" cy="496457"/>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5E80E580-43C0-5524-05A6-AA266B0736F0}"/>
                </a:ext>
              </a:extLst>
            </p:cNvPr>
            <p:cNvCxnSpPr>
              <a:endCxn id="52" idx="2"/>
            </p:cNvCxnSpPr>
            <p:nvPr/>
          </p:nvCxnSpPr>
          <p:spPr>
            <a:xfrm flipV="1">
              <a:off x="5274658" y="1705446"/>
              <a:ext cx="216677" cy="106809"/>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733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CEED-E92D-D59B-D6BA-B54161935DD2}"/>
              </a:ext>
            </a:extLst>
          </p:cNvPr>
          <p:cNvSpPr>
            <a:spLocks noGrp="1"/>
          </p:cNvSpPr>
          <p:nvPr>
            <p:ph type="title"/>
          </p:nvPr>
        </p:nvSpPr>
        <p:spPr/>
        <p:txBody>
          <a:bodyPr/>
          <a:lstStyle/>
          <a:p>
            <a:r>
              <a:rPr lang="en-US"/>
              <a:t>Product Management and Delivery</a:t>
            </a:r>
          </a:p>
        </p:txBody>
      </p:sp>
      <p:sp>
        <p:nvSpPr>
          <p:cNvPr id="3" name="Footer Placeholder 2">
            <a:extLst>
              <a:ext uri="{FF2B5EF4-FFF2-40B4-BE49-F238E27FC236}">
                <a16:creationId xmlns:a16="http://schemas.microsoft.com/office/drawing/2014/main" id="{BE32C7BF-5D9F-2716-6F95-75413F93EA38}"/>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47E4437D-3D45-0CE5-849F-4C9DF694C1B0}"/>
              </a:ext>
            </a:extLst>
          </p:cNvPr>
          <p:cNvSpPr>
            <a:spLocks noGrp="1"/>
          </p:cNvSpPr>
          <p:nvPr>
            <p:ph type="sldNum" sz="quarter" idx="12"/>
          </p:nvPr>
        </p:nvSpPr>
        <p:spPr/>
        <p:txBody>
          <a:bodyPr/>
          <a:lstStyle/>
          <a:p>
            <a:fld id="{EAFE7DC3-8061-DA4A-AC8E-F40965DD04F4}" type="slidenum">
              <a:rPr lang="en-US" smtClean="0"/>
              <a:pPr/>
              <a:t>3</a:t>
            </a:fld>
            <a:endParaRPr lang="en-US"/>
          </a:p>
        </p:txBody>
      </p:sp>
      <p:sp>
        <p:nvSpPr>
          <p:cNvPr id="1042" name="TextBox 1041">
            <a:extLst>
              <a:ext uri="{FF2B5EF4-FFF2-40B4-BE49-F238E27FC236}">
                <a16:creationId xmlns:a16="http://schemas.microsoft.com/office/drawing/2014/main" id="{62FEE867-1C33-E686-2340-E126E2F771F5}"/>
              </a:ext>
            </a:extLst>
          </p:cNvPr>
          <p:cNvSpPr txBox="1"/>
          <p:nvPr/>
        </p:nvSpPr>
        <p:spPr>
          <a:xfrm>
            <a:off x="420969" y="1403017"/>
            <a:ext cx="2540845" cy="1938992"/>
          </a:xfrm>
          <a:prstGeom prst="rect">
            <a:avLst/>
          </a:prstGeom>
          <a:noFill/>
        </p:spPr>
        <p:txBody>
          <a:bodyPr wrap="square">
            <a:spAutoFit/>
          </a:bodyPr>
          <a:lstStyle/>
          <a:p>
            <a:r>
              <a:rPr lang="en-US" sz="1200" b="1"/>
              <a:t>Conversational Designer </a:t>
            </a:r>
            <a:r>
              <a:rPr lang="en-US" sz="1200"/>
              <a:t>- Designs and refines how the AI communicates. Improves prompts, flow logic, tone, and clarity based on feedback and interaction data. Translates business requirements and QA findings into conversational updates that improve accuracy and member experience.</a:t>
            </a:r>
          </a:p>
        </p:txBody>
      </p:sp>
      <p:sp>
        <p:nvSpPr>
          <p:cNvPr id="1043" name="TextBox 1042">
            <a:extLst>
              <a:ext uri="{FF2B5EF4-FFF2-40B4-BE49-F238E27FC236}">
                <a16:creationId xmlns:a16="http://schemas.microsoft.com/office/drawing/2014/main" id="{29C5D75A-C35E-1F7B-F050-CF3237B4237B}"/>
              </a:ext>
            </a:extLst>
          </p:cNvPr>
          <p:cNvSpPr txBox="1"/>
          <p:nvPr/>
        </p:nvSpPr>
        <p:spPr>
          <a:xfrm>
            <a:off x="9048726" y="1360316"/>
            <a:ext cx="2682890" cy="1754326"/>
          </a:xfrm>
          <a:prstGeom prst="rect">
            <a:avLst/>
          </a:prstGeom>
          <a:noFill/>
        </p:spPr>
        <p:txBody>
          <a:bodyPr wrap="square">
            <a:spAutoFit/>
          </a:bodyPr>
          <a:lstStyle/>
          <a:p>
            <a:r>
              <a:rPr lang="en-US" sz="1200" b="1"/>
              <a:t>Product Manager </a:t>
            </a:r>
            <a:r>
              <a:rPr lang="en-US" sz="1200"/>
              <a:t>(AI Program) Defines vision, roadmap, and success metrics for the AI program. Prioritizes investments based on business value, risk, and ROI. Aligns stakeholders across business, technology, and operations to ensure the AI capability delivers measurable outcomes.</a:t>
            </a:r>
          </a:p>
        </p:txBody>
      </p:sp>
      <p:sp>
        <p:nvSpPr>
          <p:cNvPr id="1044" name="TextBox 1043">
            <a:extLst>
              <a:ext uri="{FF2B5EF4-FFF2-40B4-BE49-F238E27FC236}">
                <a16:creationId xmlns:a16="http://schemas.microsoft.com/office/drawing/2014/main" id="{F2827BBF-F1FC-62D9-C581-3FB5600BE500}"/>
              </a:ext>
            </a:extLst>
          </p:cNvPr>
          <p:cNvSpPr txBox="1"/>
          <p:nvPr/>
        </p:nvSpPr>
        <p:spPr>
          <a:xfrm>
            <a:off x="384799" y="4431681"/>
            <a:ext cx="2887480" cy="1754326"/>
          </a:xfrm>
          <a:prstGeom prst="rect">
            <a:avLst/>
          </a:prstGeom>
          <a:noFill/>
        </p:spPr>
        <p:txBody>
          <a:bodyPr wrap="square">
            <a:spAutoFit/>
          </a:bodyPr>
          <a:lstStyle/>
          <a:p>
            <a:r>
              <a:rPr lang="en-US" sz="1200" b="1"/>
              <a:t>GA Engineer </a:t>
            </a:r>
            <a:r>
              <a:rPr lang="en-US" sz="1200"/>
              <a:t>(Platform &amp; Integration) Owns the technical configuration, integrations, and platform stability of the Generative Agent. Manages API connections, data sources, authentication, routing, and deployment processes. Ensures the AI operates reliably within the broader CX and contact center ecosystem.</a:t>
            </a:r>
          </a:p>
        </p:txBody>
      </p:sp>
      <p:sp>
        <p:nvSpPr>
          <p:cNvPr id="5" name="Oval 4">
            <a:extLst>
              <a:ext uri="{FF2B5EF4-FFF2-40B4-BE49-F238E27FC236}">
                <a16:creationId xmlns:a16="http://schemas.microsoft.com/office/drawing/2014/main" id="{62265EEA-F0AA-00F1-E83B-487A883E76C1}"/>
              </a:ext>
            </a:extLst>
          </p:cNvPr>
          <p:cNvSpPr/>
          <p:nvPr/>
        </p:nvSpPr>
        <p:spPr>
          <a:xfrm>
            <a:off x="3262109" y="1851590"/>
            <a:ext cx="5667782" cy="2737083"/>
          </a:xfrm>
          <a:prstGeom prst="ellipse">
            <a:avLst/>
          </a:prstGeom>
          <a:solidFill>
            <a:schemeClr val="tx1">
              <a:lumMod val="50000"/>
              <a:lumOff val="50000"/>
              <a:alpha val="10000"/>
            </a:schemeClr>
          </a:solid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200" b="1"/>
          </a:p>
        </p:txBody>
      </p:sp>
      <p:grpSp>
        <p:nvGrpSpPr>
          <p:cNvPr id="6" name="Group 5">
            <a:extLst>
              <a:ext uri="{FF2B5EF4-FFF2-40B4-BE49-F238E27FC236}">
                <a16:creationId xmlns:a16="http://schemas.microsoft.com/office/drawing/2014/main" id="{D0BC286D-C3DA-8041-68A3-D6D7FA9923FB}"/>
              </a:ext>
            </a:extLst>
          </p:cNvPr>
          <p:cNvGrpSpPr/>
          <p:nvPr/>
        </p:nvGrpSpPr>
        <p:grpSpPr>
          <a:xfrm>
            <a:off x="5491335" y="2910709"/>
            <a:ext cx="1012104" cy="988736"/>
            <a:chOff x="2756064" y="984802"/>
            <a:chExt cx="2133739" cy="2133739"/>
          </a:xfrm>
          <a:solidFill>
            <a:srgbClr val="F6636C"/>
          </a:solidFill>
        </p:grpSpPr>
        <p:sp>
          <p:nvSpPr>
            <p:cNvPr id="7" name="Oval 6">
              <a:extLst>
                <a:ext uri="{FF2B5EF4-FFF2-40B4-BE49-F238E27FC236}">
                  <a16:creationId xmlns:a16="http://schemas.microsoft.com/office/drawing/2014/main" id="{E5ADAF9E-203F-168E-ADC1-2CD29C56EEE2}"/>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8" name="Oval 4">
              <a:extLst>
                <a:ext uri="{FF2B5EF4-FFF2-40B4-BE49-F238E27FC236}">
                  <a16:creationId xmlns:a16="http://schemas.microsoft.com/office/drawing/2014/main" id="{D5457D22-940A-AB8A-D292-DB6FF6594C0D}"/>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Product Owner</a:t>
              </a:r>
            </a:p>
          </p:txBody>
        </p:sp>
      </p:grpSp>
      <p:grpSp>
        <p:nvGrpSpPr>
          <p:cNvPr id="9" name="Group 8">
            <a:extLst>
              <a:ext uri="{FF2B5EF4-FFF2-40B4-BE49-F238E27FC236}">
                <a16:creationId xmlns:a16="http://schemas.microsoft.com/office/drawing/2014/main" id="{B83180ED-C956-7479-C51B-6D27184F04EA}"/>
              </a:ext>
            </a:extLst>
          </p:cNvPr>
          <p:cNvGrpSpPr/>
          <p:nvPr/>
        </p:nvGrpSpPr>
        <p:grpSpPr>
          <a:xfrm>
            <a:off x="4178615" y="2554058"/>
            <a:ext cx="1012104" cy="988736"/>
            <a:chOff x="2756064" y="984802"/>
            <a:chExt cx="2133739" cy="2133739"/>
          </a:xfrm>
          <a:solidFill>
            <a:srgbClr val="F6636C"/>
          </a:solidFill>
        </p:grpSpPr>
        <p:sp>
          <p:nvSpPr>
            <p:cNvPr id="10" name="Oval 9">
              <a:extLst>
                <a:ext uri="{FF2B5EF4-FFF2-40B4-BE49-F238E27FC236}">
                  <a16:creationId xmlns:a16="http://schemas.microsoft.com/office/drawing/2014/main" id="{7E278066-0D3B-A501-D377-94D7F3E6FB1E}"/>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11" name="Oval 4">
              <a:extLst>
                <a:ext uri="{FF2B5EF4-FFF2-40B4-BE49-F238E27FC236}">
                  <a16:creationId xmlns:a16="http://schemas.microsoft.com/office/drawing/2014/main" id="{577222E6-9076-411F-57BB-6ACE2F907458}"/>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Convo. Designer</a:t>
              </a:r>
            </a:p>
          </p:txBody>
        </p:sp>
      </p:grpSp>
      <p:grpSp>
        <p:nvGrpSpPr>
          <p:cNvPr id="12" name="Group 11">
            <a:extLst>
              <a:ext uri="{FF2B5EF4-FFF2-40B4-BE49-F238E27FC236}">
                <a16:creationId xmlns:a16="http://schemas.microsoft.com/office/drawing/2014/main" id="{3535EA84-AC81-22B5-66AF-09D09DF4205F}"/>
              </a:ext>
            </a:extLst>
          </p:cNvPr>
          <p:cNvGrpSpPr/>
          <p:nvPr/>
        </p:nvGrpSpPr>
        <p:grpSpPr>
          <a:xfrm>
            <a:off x="6877563" y="2536128"/>
            <a:ext cx="1012104" cy="988736"/>
            <a:chOff x="2756064" y="984802"/>
            <a:chExt cx="2133739" cy="2133739"/>
          </a:xfrm>
          <a:solidFill>
            <a:srgbClr val="F6636C"/>
          </a:solidFill>
        </p:grpSpPr>
        <p:sp>
          <p:nvSpPr>
            <p:cNvPr id="13" name="Oval 12">
              <a:extLst>
                <a:ext uri="{FF2B5EF4-FFF2-40B4-BE49-F238E27FC236}">
                  <a16:creationId xmlns:a16="http://schemas.microsoft.com/office/drawing/2014/main" id="{4C1E0EF0-A368-448F-5DE7-E6C8FD32669D}"/>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14" name="Oval 4">
              <a:extLst>
                <a:ext uri="{FF2B5EF4-FFF2-40B4-BE49-F238E27FC236}">
                  <a16:creationId xmlns:a16="http://schemas.microsoft.com/office/drawing/2014/main" id="{35DBD924-ED03-4C37-F5D4-A1BE50113430}"/>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GA Engineer</a:t>
              </a:r>
            </a:p>
          </p:txBody>
        </p:sp>
      </p:grpSp>
      <p:cxnSp>
        <p:nvCxnSpPr>
          <p:cNvPr id="15" name="Straight Connector 14">
            <a:extLst>
              <a:ext uri="{FF2B5EF4-FFF2-40B4-BE49-F238E27FC236}">
                <a16:creationId xmlns:a16="http://schemas.microsoft.com/office/drawing/2014/main" id="{B5087BAB-B8A3-8A99-5D39-E4A9502F9A60}"/>
              </a:ext>
            </a:extLst>
          </p:cNvPr>
          <p:cNvCxnSpPr>
            <a:stCxn id="10" idx="7"/>
          </p:cNvCxnSpPr>
          <p:nvPr/>
        </p:nvCxnSpPr>
        <p:spPr>
          <a:xfrm flipV="1">
            <a:off x="5042500" y="2496028"/>
            <a:ext cx="310789" cy="202827"/>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B75B63-AFCD-D108-D17B-3DC2EB9108B6}"/>
              </a:ext>
            </a:extLst>
          </p:cNvPr>
          <p:cNvCxnSpPr>
            <a:cxnSpLocks/>
            <a:endCxn id="13" idx="1"/>
          </p:cNvCxnSpPr>
          <p:nvPr/>
        </p:nvCxnSpPr>
        <p:spPr>
          <a:xfrm>
            <a:off x="6641486" y="2496028"/>
            <a:ext cx="384296" cy="184897"/>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870B0ED-8509-2F34-2989-70647E556948}"/>
              </a:ext>
            </a:extLst>
          </p:cNvPr>
          <p:cNvCxnSpPr>
            <a:cxnSpLocks/>
            <a:stCxn id="10" idx="5"/>
            <a:endCxn id="7" idx="2"/>
          </p:cNvCxnSpPr>
          <p:nvPr/>
        </p:nvCxnSpPr>
        <p:spPr>
          <a:xfrm>
            <a:off x="5042500" y="3397997"/>
            <a:ext cx="448835" cy="7080"/>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9CA23CD-5343-36D4-0A2A-78FAAF487843}"/>
              </a:ext>
            </a:extLst>
          </p:cNvPr>
          <p:cNvCxnSpPr>
            <a:cxnSpLocks/>
            <a:stCxn id="13" idx="3"/>
            <a:endCxn id="7" idx="6"/>
          </p:cNvCxnSpPr>
          <p:nvPr/>
        </p:nvCxnSpPr>
        <p:spPr>
          <a:xfrm flipH="1">
            <a:off x="6503439" y="3380067"/>
            <a:ext cx="522343" cy="25010"/>
          </a:xfrm>
          <a:prstGeom prst="line">
            <a:avLst/>
          </a:prstGeom>
          <a:ln w="127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1CF1A8D-C4DB-7E11-94F4-C520B5AC807C}"/>
              </a:ext>
            </a:extLst>
          </p:cNvPr>
          <p:cNvSpPr txBox="1"/>
          <p:nvPr/>
        </p:nvSpPr>
        <p:spPr>
          <a:xfrm>
            <a:off x="5302483" y="4221866"/>
            <a:ext cx="1723299" cy="317497"/>
          </a:xfrm>
          <a:prstGeom prst="rect">
            <a:avLst/>
          </a:prstGeom>
          <a:noFill/>
        </p:spPr>
        <p:txBody>
          <a:bodyPr wrap="none" lIns="0" tIns="0" rIns="0" bIns="0" rtlCol="0">
            <a:prstTxWarp prst="textArchDown">
              <a:avLst>
                <a:gd name="adj" fmla="val 448349"/>
              </a:avLst>
            </a:prstTxWarp>
            <a:noAutofit/>
          </a:bodyPr>
          <a:lstStyle/>
          <a:p>
            <a:pPr fontAlgn="base">
              <a:lnSpc>
                <a:spcPct val="120000"/>
              </a:lnSpc>
              <a:spcAft>
                <a:spcPts val="600"/>
              </a:spcAft>
            </a:pPr>
            <a:r>
              <a:rPr lang="en-US" sz="2000">
                <a:ea typeface="Microsoft YaHei" charset="-122"/>
                <a:cs typeface="Microsoft YaHei" charset="-122"/>
              </a:rPr>
              <a:t>Product &amp; Delivery</a:t>
            </a:r>
            <a:endParaRPr lang="en-US">
              <a:ea typeface="Microsoft YaHei" charset="-122"/>
              <a:cs typeface="Microsoft YaHei" charset="-122"/>
            </a:endParaRPr>
          </a:p>
        </p:txBody>
      </p:sp>
      <p:grpSp>
        <p:nvGrpSpPr>
          <p:cNvPr id="20" name="Group 19">
            <a:extLst>
              <a:ext uri="{FF2B5EF4-FFF2-40B4-BE49-F238E27FC236}">
                <a16:creationId xmlns:a16="http://schemas.microsoft.com/office/drawing/2014/main" id="{EDC9CC62-09AF-F337-E4DC-C865AA32E5AF}"/>
              </a:ext>
            </a:extLst>
          </p:cNvPr>
          <p:cNvGrpSpPr/>
          <p:nvPr/>
        </p:nvGrpSpPr>
        <p:grpSpPr>
          <a:xfrm>
            <a:off x="6933878" y="3540398"/>
            <a:ext cx="691224" cy="644301"/>
            <a:chOff x="2756064" y="984802"/>
            <a:chExt cx="2133739" cy="2133739"/>
          </a:xfrm>
          <a:solidFill>
            <a:srgbClr val="00B050"/>
          </a:solidFill>
        </p:grpSpPr>
        <p:sp>
          <p:nvSpPr>
            <p:cNvPr id="21" name="Oval 20">
              <a:extLst>
                <a:ext uri="{FF2B5EF4-FFF2-40B4-BE49-F238E27FC236}">
                  <a16:creationId xmlns:a16="http://schemas.microsoft.com/office/drawing/2014/main" id="{8C98B9F9-A2DA-FBEC-669E-FBD3ADDF5A87}"/>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1000" b="1"/>
            </a:p>
          </p:txBody>
        </p:sp>
        <p:sp>
          <p:nvSpPr>
            <p:cNvPr id="22" name="Oval 4">
              <a:extLst>
                <a:ext uri="{FF2B5EF4-FFF2-40B4-BE49-F238E27FC236}">
                  <a16:creationId xmlns:a16="http://schemas.microsoft.com/office/drawing/2014/main" id="{8E6773E6-63C0-15BE-E68D-F2028A987485}"/>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700" b="1" kern="1200"/>
                <a:t>Sierra Platform</a:t>
              </a:r>
            </a:p>
          </p:txBody>
        </p:sp>
      </p:grpSp>
      <p:cxnSp>
        <p:nvCxnSpPr>
          <p:cNvPr id="23" name="Straight Connector 22">
            <a:extLst>
              <a:ext uri="{FF2B5EF4-FFF2-40B4-BE49-F238E27FC236}">
                <a16:creationId xmlns:a16="http://schemas.microsoft.com/office/drawing/2014/main" id="{BE2DB000-7FA9-1BDF-8F17-6715AFAD9351}"/>
              </a:ext>
            </a:extLst>
          </p:cNvPr>
          <p:cNvCxnSpPr>
            <a:endCxn id="7" idx="5"/>
          </p:cNvCxnSpPr>
          <p:nvPr/>
        </p:nvCxnSpPr>
        <p:spPr>
          <a:xfrm flipH="1" flipV="1">
            <a:off x="6355220" y="3754648"/>
            <a:ext cx="560391" cy="107900"/>
          </a:xfrm>
          <a:prstGeom prst="line">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0231BE96-38E6-F63A-0F68-5AAAC0481263}"/>
              </a:ext>
            </a:extLst>
          </p:cNvPr>
          <p:cNvGrpSpPr/>
          <p:nvPr/>
        </p:nvGrpSpPr>
        <p:grpSpPr>
          <a:xfrm>
            <a:off x="5472124" y="1668676"/>
            <a:ext cx="1143000" cy="1143000"/>
            <a:chOff x="2756064" y="984802"/>
            <a:chExt cx="2133739" cy="2133739"/>
          </a:xfrm>
          <a:solidFill>
            <a:srgbClr val="00B050"/>
          </a:solidFill>
        </p:grpSpPr>
        <p:sp>
          <p:nvSpPr>
            <p:cNvPr id="25" name="Oval 24">
              <a:extLst>
                <a:ext uri="{FF2B5EF4-FFF2-40B4-BE49-F238E27FC236}">
                  <a16:creationId xmlns:a16="http://schemas.microsoft.com/office/drawing/2014/main" id="{DF2A34EA-DA98-4903-F8BA-175F398126FD}"/>
                </a:ext>
              </a:extLst>
            </p:cNvPr>
            <p:cNvSpPr/>
            <p:nvPr/>
          </p:nvSpPr>
          <p:spPr>
            <a:xfrm>
              <a:off x="2756064" y="984802"/>
              <a:ext cx="2133739" cy="2133739"/>
            </a:xfrm>
            <a:prstGeom prst="ellipse">
              <a:avLst/>
            </a:pr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a:lstStyle/>
            <a:p>
              <a:endParaRPr lang="en-US" sz="900" b="1"/>
            </a:p>
          </p:txBody>
        </p:sp>
        <p:sp>
          <p:nvSpPr>
            <p:cNvPr id="26" name="Oval 4">
              <a:extLst>
                <a:ext uri="{FF2B5EF4-FFF2-40B4-BE49-F238E27FC236}">
                  <a16:creationId xmlns:a16="http://schemas.microsoft.com/office/drawing/2014/main" id="{C253CC74-722F-1F67-8CA4-AB051CBB015B}"/>
                </a:ext>
              </a:extLst>
            </p:cNvPr>
            <p:cNvSpPr txBox="1"/>
            <p:nvPr/>
          </p:nvSpPr>
          <p:spPr>
            <a:xfrm>
              <a:off x="3258157" y="1231002"/>
              <a:ext cx="1145475" cy="1641338"/>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900" b="1" kern="1200"/>
                <a:t>Generative Agent</a:t>
              </a:r>
            </a:p>
          </p:txBody>
        </p:sp>
      </p:grpSp>
      <p:sp>
        <p:nvSpPr>
          <p:cNvPr id="27" name="TextBox 26">
            <a:extLst>
              <a:ext uri="{FF2B5EF4-FFF2-40B4-BE49-F238E27FC236}">
                <a16:creationId xmlns:a16="http://schemas.microsoft.com/office/drawing/2014/main" id="{785433B5-6EB8-74B8-9643-0261D8016EF9}"/>
              </a:ext>
            </a:extLst>
          </p:cNvPr>
          <p:cNvSpPr txBox="1"/>
          <p:nvPr/>
        </p:nvSpPr>
        <p:spPr>
          <a:xfrm>
            <a:off x="3960439" y="5126356"/>
            <a:ext cx="4271122" cy="1384995"/>
          </a:xfrm>
          <a:prstGeom prst="rect">
            <a:avLst/>
          </a:prstGeom>
          <a:noFill/>
        </p:spPr>
        <p:txBody>
          <a:bodyPr wrap="square">
            <a:spAutoFit/>
          </a:bodyPr>
          <a:lstStyle/>
          <a:p>
            <a:r>
              <a:rPr lang="en-US" sz="1200" b="1"/>
              <a:t>CX AI Strategy Lead </a:t>
            </a:r>
            <a:r>
              <a:rPr lang="en-US" sz="1200"/>
              <a:t>(Inside Out  Outside In, Industry Best Practices) Looks across performance, QA insights, and business goals to identify what to scale next. Prioritizes new use cases, ROI opportunities, and backlog investments. Ensures the AI program continues to evolve strategically, and leading-edge cross industry best practices are considered </a:t>
            </a:r>
          </a:p>
        </p:txBody>
      </p:sp>
      <p:sp>
        <p:nvSpPr>
          <p:cNvPr id="28" name="TextBox 27">
            <a:extLst>
              <a:ext uri="{FF2B5EF4-FFF2-40B4-BE49-F238E27FC236}">
                <a16:creationId xmlns:a16="http://schemas.microsoft.com/office/drawing/2014/main" id="{09542C06-B827-0169-1282-2362890C36FA}"/>
              </a:ext>
            </a:extLst>
          </p:cNvPr>
          <p:cNvSpPr txBox="1"/>
          <p:nvPr/>
        </p:nvSpPr>
        <p:spPr>
          <a:xfrm>
            <a:off x="8722414" y="3855213"/>
            <a:ext cx="3320376" cy="2492990"/>
          </a:xfrm>
          <a:prstGeom prst="rect">
            <a:avLst/>
          </a:prstGeom>
          <a:noFill/>
        </p:spPr>
        <p:txBody>
          <a:bodyPr wrap="square" lIns="91440" tIns="45720" rIns="91440" bIns="45720" anchor="t">
            <a:spAutoFit/>
          </a:bodyPr>
          <a:lstStyle/>
          <a:p>
            <a:r>
              <a:rPr lang="en-US" sz="1200" b="1"/>
              <a:t>Product Owner </a:t>
            </a:r>
            <a:r>
              <a:rPr lang="en-US" sz="1200"/>
              <a:t>(AI Program) Defines vision and roadmap for the platform.  Acts as the member advocate and bridge between all stakeholders and the development teams, maximizing value to all with each release.  Key duties working with the business teams for input, feedback and aligning priorities with their outcomes and needs which defines the product vision. Manages and prioritizes the product backlog, defining user stories, and making final decisions on features and release timing and success metrics for specific AI Platform</a:t>
            </a:r>
          </a:p>
        </p:txBody>
      </p:sp>
      <p:sp>
        <p:nvSpPr>
          <p:cNvPr id="29" name="TextBox 28">
            <a:extLst>
              <a:ext uri="{FF2B5EF4-FFF2-40B4-BE49-F238E27FC236}">
                <a16:creationId xmlns:a16="http://schemas.microsoft.com/office/drawing/2014/main" id="{F746D5F3-48EF-15F2-8DA4-A503EAF36729}"/>
              </a:ext>
            </a:extLst>
          </p:cNvPr>
          <p:cNvSpPr txBox="1"/>
          <p:nvPr/>
        </p:nvSpPr>
        <p:spPr>
          <a:xfrm rot="16200000">
            <a:off x="2896388" y="2902222"/>
            <a:ext cx="1653428" cy="341018"/>
          </a:xfrm>
          <a:prstGeom prst="rect">
            <a:avLst/>
          </a:prstGeom>
          <a:noFill/>
        </p:spPr>
        <p:txBody>
          <a:bodyPr wrap="none" lIns="0" tIns="0" rIns="0" bIns="0" rtlCol="0">
            <a:noAutofit/>
          </a:bodyPr>
          <a:lstStyle/>
          <a:p>
            <a:pPr fontAlgn="base">
              <a:lnSpc>
                <a:spcPct val="120000"/>
              </a:lnSpc>
              <a:spcAft>
                <a:spcPts val="600"/>
              </a:spcAft>
            </a:pPr>
            <a:endParaRPr lang="en-US" sz="1400">
              <a:ea typeface="Microsoft YaHei" charset="-122"/>
              <a:cs typeface="Microsoft YaHei" charset="-122"/>
            </a:endParaRPr>
          </a:p>
        </p:txBody>
      </p:sp>
    </p:spTree>
    <p:extLst>
      <p:ext uri="{BB962C8B-B14F-4D97-AF65-F5344CB8AC3E}">
        <p14:creationId xmlns:p14="http://schemas.microsoft.com/office/powerpoint/2010/main" val="4048176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867A-92E5-9B7C-A6B1-C26FB837385D}"/>
              </a:ext>
            </a:extLst>
          </p:cNvPr>
          <p:cNvSpPr>
            <a:spLocks noGrp="1"/>
          </p:cNvSpPr>
          <p:nvPr>
            <p:ph type="title"/>
          </p:nvPr>
        </p:nvSpPr>
        <p:spPr/>
        <p:txBody>
          <a:bodyPr/>
          <a:lstStyle/>
          <a:p>
            <a:r>
              <a:rPr lang="en-US">
                <a:gradFill>
                  <a:gsLst>
                    <a:gs pos="0">
                      <a:srgbClr val="FF4B00"/>
                    </a:gs>
                    <a:gs pos="99000">
                      <a:srgbClr val="FF7D00"/>
                    </a:gs>
                  </a:gsLst>
                  <a:lin ang="0" scaled="1"/>
                </a:gradFill>
              </a:rPr>
              <a:t>Tuning and Iterations - Recommendations</a:t>
            </a:r>
          </a:p>
        </p:txBody>
      </p:sp>
      <p:sp>
        <p:nvSpPr>
          <p:cNvPr id="3" name="Footer Placeholder 2">
            <a:extLst>
              <a:ext uri="{FF2B5EF4-FFF2-40B4-BE49-F238E27FC236}">
                <a16:creationId xmlns:a16="http://schemas.microsoft.com/office/drawing/2014/main" id="{39C4E5B7-0EA6-2F76-6997-BA17C0EB0318}"/>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9745E5DA-402D-DFC7-E8C9-F1A911B9F1B7}"/>
              </a:ext>
            </a:extLst>
          </p:cNvPr>
          <p:cNvSpPr>
            <a:spLocks noGrp="1"/>
          </p:cNvSpPr>
          <p:nvPr>
            <p:ph type="sldNum" sz="quarter" idx="12"/>
          </p:nvPr>
        </p:nvSpPr>
        <p:spPr/>
        <p:txBody>
          <a:bodyPr/>
          <a:lstStyle/>
          <a:p>
            <a:fld id="{EAFE7DC3-8061-DA4A-AC8E-F40965DD04F4}" type="slidenum">
              <a:rPr lang="en-US" smtClean="0"/>
              <a:pPr/>
              <a:t>4</a:t>
            </a:fld>
            <a:endParaRPr lang="en-US"/>
          </a:p>
        </p:txBody>
      </p:sp>
      <p:sp>
        <p:nvSpPr>
          <p:cNvPr id="5" name="Rectangle: Rounded Corners 4">
            <a:extLst>
              <a:ext uri="{FF2B5EF4-FFF2-40B4-BE49-F238E27FC236}">
                <a16:creationId xmlns:a16="http://schemas.microsoft.com/office/drawing/2014/main" id="{3369655F-CC4A-EBE0-D0CA-D1CEC5F61A94}"/>
              </a:ext>
            </a:extLst>
          </p:cNvPr>
          <p:cNvSpPr/>
          <p:nvPr/>
        </p:nvSpPr>
        <p:spPr>
          <a:xfrm>
            <a:off x="3216483" y="3088328"/>
            <a:ext cx="1099593"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AI Manager</a:t>
            </a:r>
          </a:p>
        </p:txBody>
      </p:sp>
      <p:sp>
        <p:nvSpPr>
          <p:cNvPr id="6" name="Rectangle: Rounded Corners 5">
            <a:extLst>
              <a:ext uri="{FF2B5EF4-FFF2-40B4-BE49-F238E27FC236}">
                <a16:creationId xmlns:a16="http://schemas.microsoft.com/office/drawing/2014/main" id="{B6E0364E-DC58-CF66-59CB-E97D35F3696D}"/>
              </a:ext>
            </a:extLst>
          </p:cNvPr>
          <p:cNvSpPr/>
          <p:nvPr/>
        </p:nvSpPr>
        <p:spPr>
          <a:xfrm>
            <a:off x="1797995" y="2865281"/>
            <a:ext cx="1072700"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Internal Audit QA</a:t>
            </a:r>
          </a:p>
        </p:txBody>
      </p:sp>
      <p:sp>
        <p:nvSpPr>
          <p:cNvPr id="7" name="Rectangle: Rounded Corners 6">
            <a:extLst>
              <a:ext uri="{FF2B5EF4-FFF2-40B4-BE49-F238E27FC236}">
                <a16:creationId xmlns:a16="http://schemas.microsoft.com/office/drawing/2014/main" id="{BD0AE568-6601-421A-D9D9-C2ED41D04FA8}"/>
              </a:ext>
            </a:extLst>
          </p:cNvPr>
          <p:cNvSpPr/>
          <p:nvPr/>
        </p:nvSpPr>
        <p:spPr>
          <a:xfrm>
            <a:off x="1797994" y="3410414"/>
            <a:ext cx="1072701"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Assoc. QA</a:t>
            </a:r>
          </a:p>
        </p:txBody>
      </p:sp>
      <p:sp>
        <p:nvSpPr>
          <p:cNvPr id="8" name="Rectangle: Rounded Corners 7">
            <a:extLst>
              <a:ext uri="{FF2B5EF4-FFF2-40B4-BE49-F238E27FC236}">
                <a16:creationId xmlns:a16="http://schemas.microsoft.com/office/drawing/2014/main" id="{DD9ADD83-6673-1D35-CD02-39904568533D}"/>
              </a:ext>
            </a:extLst>
          </p:cNvPr>
          <p:cNvSpPr/>
          <p:nvPr/>
        </p:nvSpPr>
        <p:spPr>
          <a:xfrm>
            <a:off x="4664838" y="3021077"/>
            <a:ext cx="1243722"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Conversational Designer</a:t>
            </a:r>
          </a:p>
        </p:txBody>
      </p:sp>
      <p:sp>
        <p:nvSpPr>
          <p:cNvPr id="9" name="Rectangle: Rounded Corners 8">
            <a:extLst>
              <a:ext uri="{FF2B5EF4-FFF2-40B4-BE49-F238E27FC236}">
                <a16:creationId xmlns:a16="http://schemas.microsoft.com/office/drawing/2014/main" id="{58E66535-7B8A-126C-3EBB-594271572AF2}"/>
              </a:ext>
            </a:extLst>
          </p:cNvPr>
          <p:cNvSpPr/>
          <p:nvPr/>
        </p:nvSpPr>
        <p:spPr>
          <a:xfrm>
            <a:off x="6182929" y="3018727"/>
            <a:ext cx="914401"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Product Owner</a:t>
            </a:r>
          </a:p>
        </p:txBody>
      </p:sp>
      <p:cxnSp>
        <p:nvCxnSpPr>
          <p:cNvPr id="11" name="Connector: Elbow 10">
            <a:extLst>
              <a:ext uri="{FF2B5EF4-FFF2-40B4-BE49-F238E27FC236}">
                <a16:creationId xmlns:a16="http://schemas.microsoft.com/office/drawing/2014/main" id="{05564D31-AA9A-C321-2A29-BAA3A0BD7B72}"/>
              </a:ext>
            </a:extLst>
          </p:cNvPr>
          <p:cNvCxnSpPr>
            <a:stCxn id="6" idx="3"/>
            <a:endCxn id="5" idx="1"/>
          </p:cNvCxnSpPr>
          <p:nvPr/>
        </p:nvCxnSpPr>
        <p:spPr>
          <a:xfrm>
            <a:off x="2870695" y="3031128"/>
            <a:ext cx="345788" cy="223047"/>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468B1089-9E1F-BC92-6D1A-0F3D1FD718F0}"/>
              </a:ext>
            </a:extLst>
          </p:cNvPr>
          <p:cNvCxnSpPr>
            <a:stCxn id="7" idx="3"/>
            <a:endCxn id="5" idx="1"/>
          </p:cNvCxnSpPr>
          <p:nvPr/>
        </p:nvCxnSpPr>
        <p:spPr>
          <a:xfrm flipV="1">
            <a:off x="2870695" y="3254175"/>
            <a:ext cx="345788" cy="322086"/>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65B5206-25F1-CF41-69CA-C2A0D142B01B}"/>
              </a:ext>
            </a:extLst>
          </p:cNvPr>
          <p:cNvCxnSpPr>
            <a:cxnSpLocks/>
            <a:stCxn id="5" idx="3"/>
            <a:endCxn id="8" idx="1"/>
          </p:cNvCxnSpPr>
          <p:nvPr/>
        </p:nvCxnSpPr>
        <p:spPr>
          <a:xfrm>
            <a:off x="4316076" y="3254175"/>
            <a:ext cx="348762" cy="2351"/>
          </a:xfrm>
          <a:prstGeom prst="straightConnector1">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75A91BD-6322-4F82-4B9B-667349E1A046}"/>
              </a:ext>
            </a:extLst>
          </p:cNvPr>
          <p:cNvCxnSpPr>
            <a:cxnSpLocks/>
            <a:stCxn id="8" idx="3"/>
            <a:endCxn id="9" idx="1"/>
          </p:cNvCxnSpPr>
          <p:nvPr/>
        </p:nvCxnSpPr>
        <p:spPr>
          <a:xfrm flipV="1">
            <a:off x="5908560" y="3254176"/>
            <a:ext cx="274369" cy="2350"/>
          </a:xfrm>
          <a:prstGeom prst="straightConnector1">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43B4F70B-241F-E974-5DB9-09098AA1A40C}"/>
              </a:ext>
            </a:extLst>
          </p:cNvPr>
          <p:cNvSpPr/>
          <p:nvPr/>
        </p:nvSpPr>
        <p:spPr>
          <a:xfrm>
            <a:off x="290793" y="2599768"/>
            <a:ext cx="11205882" cy="1407460"/>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Document 18">
            <a:extLst>
              <a:ext uri="{FF2B5EF4-FFF2-40B4-BE49-F238E27FC236}">
                <a16:creationId xmlns:a16="http://schemas.microsoft.com/office/drawing/2014/main" id="{D02814AF-FE00-9B88-6B0F-4D9CD571C9C5}"/>
              </a:ext>
            </a:extLst>
          </p:cNvPr>
          <p:cNvSpPr/>
          <p:nvPr/>
        </p:nvSpPr>
        <p:spPr>
          <a:xfrm>
            <a:off x="7385663" y="2968158"/>
            <a:ext cx="914400" cy="572035"/>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Back Log</a:t>
            </a:r>
          </a:p>
        </p:txBody>
      </p:sp>
      <p:sp>
        <p:nvSpPr>
          <p:cNvPr id="20" name="Flowchart: Document 19">
            <a:extLst>
              <a:ext uri="{FF2B5EF4-FFF2-40B4-BE49-F238E27FC236}">
                <a16:creationId xmlns:a16="http://schemas.microsoft.com/office/drawing/2014/main" id="{12B53571-C4F0-7414-D982-D60DFBBAA8ED}"/>
              </a:ext>
            </a:extLst>
          </p:cNvPr>
          <p:cNvSpPr/>
          <p:nvPr/>
        </p:nvSpPr>
        <p:spPr>
          <a:xfrm>
            <a:off x="8550819" y="2968158"/>
            <a:ext cx="914400" cy="572035"/>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Change Control</a:t>
            </a:r>
          </a:p>
        </p:txBody>
      </p:sp>
      <p:cxnSp>
        <p:nvCxnSpPr>
          <p:cNvPr id="22" name="Straight Arrow Connector 21">
            <a:extLst>
              <a:ext uri="{FF2B5EF4-FFF2-40B4-BE49-F238E27FC236}">
                <a16:creationId xmlns:a16="http://schemas.microsoft.com/office/drawing/2014/main" id="{16391323-DE20-46F2-5D30-80FA0D3C980D}"/>
              </a:ext>
            </a:extLst>
          </p:cNvPr>
          <p:cNvCxnSpPr>
            <a:cxnSpLocks/>
            <a:stCxn id="9" idx="3"/>
            <a:endCxn id="19" idx="1"/>
          </p:cNvCxnSpPr>
          <p:nvPr/>
        </p:nvCxnSpPr>
        <p:spPr>
          <a:xfrm>
            <a:off x="7097330" y="3254176"/>
            <a:ext cx="288333"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64C9454-0C3D-C21D-CABF-19772EED0B20}"/>
              </a:ext>
            </a:extLst>
          </p:cNvPr>
          <p:cNvCxnSpPr>
            <a:stCxn id="19" idx="3"/>
            <a:endCxn id="20" idx="1"/>
          </p:cNvCxnSpPr>
          <p:nvPr/>
        </p:nvCxnSpPr>
        <p:spPr>
          <a:xfrm>
            <a:off x="8300063" y="3254176"/>
            <a:ext cx="250756"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Flowchart: Terminator 25">
            <a:extLst>
              <a:ext uri="{FF2B5EF4-FFF2-40B4-BE49-F238E27FC236}">
                <a16:creationId xmlns:a16="http://schemas.microsoft.com/office/drawing/2014/main" id="{228CC778-1E7F-7C7F-A99B-E1B058B70A54}"/>
              </a:ext>
            </a:extLst>
          </p:cNvPr>
          <p:cNvSpPr/>
          <p:nvPr/>
        </p:nvSpPr>
        <p:spPr>
          <a:xfrm>
            <a:off x="9715975" y="3053527"/>
            <a:ext cx="914400" cy="401296"/>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GA Release</a:t>
            </a:r>
          </a:p>
        </p:txBody>
      </p:sp>
      <p:cxnSp>
        <p:nvCxnSpPr>
          <p:cNvPr id="28" name="Straight Arrow Connector 27">
            <a:extLst>
              <a:ext uri="{FF2B5EF4-FFF2-40B4-BE49-F238E27FC236}">
                <a16:creationId xmlns:a16="http://schemas.microsoft.com/office/drawing/2014/main" id="{B5FC2D5C-6F38-A6D0-F468-AA8562CE123B}"/>
              </a:ext>
            </a:extLst>
          </p:cNvPr>
          <p:cNvCxnSpPr>
            <a:stCxn id="20" idx="3"/>
            <a:endCxn id="26" idx="1"/>
          </p:cNvCxnSpPr>
          <p:nvPr/>
        </p:nvCxnSpPr>
        <p:spPr>
          <a:xfrm flipV="1">
            <a:off x="9465219" y="3254175"/>
            <a:ext cx="250756" cy="1"/>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5C89982-3B80-84B1-27F9-AFF2145ABFD8}"/>
              </a:ext>
            </a:extLst>
          </p:cNvPr>
          <p:cNvSpPr txBox="1"/>
          <p:nvPr/>
        </p:nvSpPr>
        <p:spPr>
          <a:xfrm>
            <a:off x="695325" y="2318954"/>
            <a:ext cx="2707342" cy="318247"/>
          </a:xfrm>
          <a:prstGeom prst="rect">
            <a:avLst/>
          </a:prstGeom>
          <a:noFill/>
        </p:spPr>
        <p:txBody>
          <a:bodyPr wrap="none" lIns="0" tIns="0" rIns="0" bIns="0" rtlCol="0" anchor="t">
            <a:noAutofit/>
          </a:bodyPr>
          <a:lstStyle/>
          <a:p>
            <a:pPr fontAlgn="base">
              <a:lnSpc>
                <a:spcPct val="120000"/>
              </a:lnSpc>
              <a:spcAft>
                <a:spcPts val="600"/>
              </a:spcAft>
            </a:pPr>
            <a:r>
              <a:rPr lang="en-US" sz="1400">
                <a:ea typeface="Microsoft YaHei"/>
                <a:cs typeface="Microsoft YaHei" charset="-122"/>
              </a:rPr>
              <a:t>Tuning Opportunities – Experience Enhancements</a:t>
            </a:r>
          </a:p>
        </p:txBody>
      </p:sp>
      <p:sp>
        <p:nvSpPr>
          <p:cNvPr id="31" name="Rectangle: Rounded Corners 30">
            <a:extLst>
              <a:ext uri="{FF2B5EF4-FFF2-40B4-BE49-F238E27FC236}">
                <a16:creationId xmlns:a16="http://schemas.microsoft.com/office/drawing/2014/main" id="{617D0CC6-AE93-BDBB-EBCF-746391A929A0}"/>
              </a:ext>
            </a:extLst>
          </p:cNvPr>
          <p:cNvSpPr/>
          <p:nvPr/>
        </p:nvSpPr>
        <p:spPr>
          <a:xfrm>
            <a:off x="2196353" y="4784813"/>
            <a:ext cx="1290977"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AI Manager</a:t>
            </a:r>
          </a:p>
        </p:txBody>
      </p:sp>
      <p:sp>
        <p:nvSpPr>
          <p:cNvPr id="32" name="Rectangle: Rounded Corners 31">
            <a:extLst>
              <a:ext uri="{FF2B5EF4-FFF2-40B4-BE49-F238E27FC236}">
                <a16:creationId xmlns:a16="http://schemas.microsoft.com/office/drawing/2014/main" id="{4BBE188E-AB0D-36EE-0982-0A39B29896DB}"/>
              </a:ext>
            </a:extLst>
          </p:cNvPr>
          <p:cNvSpPr/>
          <p:nvPr/>
        </p:nvSpPr>
        <p:spPr>
          <a:xfrm>
            <a:off x="2196353" y="5204436"/>
            <a:ext cx="1290977"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Conversational Designer</a:t>
            </a:r>
          </a:p>
        </p:txBody>
      </p:sp>
      <p:sp>
        <p:nvSpPr>
          <p:cNvPr id="34" name="Rectangle: Rounded Corners 33">
            <a:extLst>
              <a:ext uri="{FF2B5EF4-FFF2-40B4-BE49-F238E27FC236}">
                <a16:creationId xmlns:a16="http://schemas.microsoft.com/office/drawing/2014/main" id="{16FAD2D4-3201-916A-1031-6753662507B5}"/>
              </a:ext>
            </a:extLst>
          </p:cNvPr>
          <p:cNvSpPr/>
          <p:nvPr/>
        </p:nvSpPr>
        <p:spPr>
          <a:xfrm>
            <a:off x="4307441" y="5031319"/>
            <a:ext cx="141828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Product Owner</a:t>
            </a:r>
          </a:p>
        </p:txBody>
      </p:sp>
      <p:cxnSp>
        <p:nvCxnSpPr>
          <p:cNvPr id="35" name="Connector: Elbow 34">
            <a:extLst>
              <a:ext uri="{FF2B5EF4-FFF2-40B4-BE49-F238E27FC236}">
                <a16:creationId xmlns:a16="http://schemas.microsoft.com/office/drawing/2014/main" id="{EB4191CA-16C7-5E17-7E7B-E81E5DED5956}"/>
              </a:ext>
            </a:extLst>
          </p:cNvPr>
          <p:cNvCxnSpPr>
            <a:cxnSpLocks/>
            <a:stCxn id="31" idx="3"/>
            <a:endCxn id="34" idx="1"/>
          </p:cNvCxnSpPr>
          <p:nvPr/>
        </p:nvCxnSpPr>
        <p:spPr>
          <a:xfrm>
            <a:off x="3487330" y="4950660"/>
            <a:ext cx="820111" cy="316108"/>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FABD5C98-BF75-134A-A15A-2135FB702D44}"/>
              </a:ext>
            </a:extLst>
          </p:cNvPr>
          <p:cNvCxnSpPr>
            <a:cxnSpLocks/>
            <a:stCxn id="32" idx="3"/>
            <a:endCxn id="34" idx="1"/>
          </p:cNvCxnSpPr>
          <p:nvPr/>
        </p:nvCxnSpPr>
        <p:spPr>
          <a:xfrm flipV="1">
            <a:off x="3487330" y="5266768"/>
            <a:ext cx="820111" cy="103515"/>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EFE79DF6-3441-1DFF-3FD5-55566225DED3}"/>
              </a:ext>
            </a:extLst>
          </p:cNvPr>
          <p:cNvSpPr/>
          <p:nvPr/>
        </p:nvSpPr>
        <p:spPr>
          <a:xfrm>
            <a:off x="290793" y="4639255"/>
            <a:ext cx="11205882" cy="1407460"/>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Document 39">
            <a:extLst>
              <a:ext uri="{FF2B5EF4-FFF2-40B4-BE49-F238E27FC236}">
                <a16:creationId xmlns:a16="http://schemas.microsoft.com/office/drawing/2014/main" id="{3667AF62-E8D5-59FE-B1B9-8DB2378A0533}"/>
              </a:ext>
            </a:extLst>
          </p:cNvPr>
          <p:cNvSpPr/>
          <p:nvPr/>
        </p:nvSpPr>
        <p:spPr>
          <a:xfrm>
            <a:off x="6058595" y="4987597"/>
            <a:ext cx="914400" cy="572035"/>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Back Log</a:t>
            </a:r>
          </a:p>
        </p:txBody>
      </p:sp>
      <p:sp>
        <p:nvSpPr>
          <p:cNvPr id="41" name="Flowchart: Document 40">
            <a:extLst>
              <a:ext uri="{FF2B5EF4-FFF2-40B4-BE49-F238E27FC236}">
                <a16:creationId xmlns:a16="http://schemas.microsoft.com/office/drawing/2014/main" id="{3216E721-2456-5E93-1016-F73EB214EC7C}"/>
              </a:ext>
            </a:extLst>
          </p:cNvPr>
          <p:cNvSpPr/>
          <p:nvPr/>
        </p:nvSpPr>
        <p:spPr>
          <a:xfrm>
            <a:off x="8353591" y="4980750"/>
            <a:ext cx="914400" cy="572035"/>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Change Control</a:t>
            </a:r>
          </a:p>
        </p:txBody>
      </p:sp>
      <p:cxnSp>
        <p:nvCxnSpPr>
          <p:cNvPr id="42" name="Straight Arrow Connector 41">
            <a:extLst>
              <a:ext uri="{FF2B5EF4-FFF2-40B4-BE49-F238E27FC236}">
                <a16:creationId xmlns:a16="http://schemas.microsoft.com/office/drawing/2014/main" id="{27D921BB-6828-934E-98D1-362852826112}"/>
              </a:ext>
            </a:extLst>
          </p:cNvPr>
          <p:cNvCxnSpPr>
            <a:stCxn id="34" idx="3"/>
            <a:endCxn id="40" idx="1"/>
          </p:cNvCxnSpPr>
          <p:nvPr/>
        </p:nvCxnSpPr>
        <p:spPr>
          <a:xfrm>
            <a:off x="5725721" y="5266768"/>
            <a:ext cx="332874" cy="6847"/>
          </a:xfrm>
          <a:prstGeom prst="straightConnector1">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lowchart: Terminator 43">
            <a:extLst>
              <a:ext uri="{FF2B5EF4-FFF2-40B4-BE49-F238E27FC236}">
                <a16:creationId xmlns:a16="http://schemas.microsoft.com/office/drawing/2014/main" id="{C83559BC-7960-C399-9A48-1D32FD1E0EEE}"/>
              </a:ext>
            </a:extLst>
          </p:cNvPr>
          <p:cNvSpPr/>
          <p:nvPr/>
        </p:nvSpPr>
        <p:spPr>
          <a:xfrm>
            <a:off x="9590597" y="5073276"/>
            <a:ext cx="914400" cy="401296"/>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GA Release</a:t>
            </a:r>
          </a:p>
        </p:txBody>
      </p:sp>
      <p:cxnSp>
        <p:nvCxnSpPr>
          <p:cNvPr id="45" name="Straight Arrow Connector 44">
            <a:extLst>
              <a:ext uri="{FF2B5EF4-FFF2-40B4-BE49-F238E27FC236}">
                <a16:creationId xmlns:a16="http://schemas.microsoft.com/office/drawing/2014/main" id="{A9354B82-E9F5-747A-ACB4-2E22BD9A3ACB}"/>
              </a:ext>
            </a:extLst>
          </p:cNvPr>
          <p:cNvCxnSpPr>
            <a:stCxn id="41" idx="3"/>
            <a:endCxn id="44" idx="1"/>
          </p:cNvCxnSpPr>
          <p:nvPr/>
        </p:nvCxnSpPr>
        <p:spPr>
          <a:xfrm>
            <a:off x="9267991" y="5266768"/>
            <a:ext cx="322606" cy="7156"/>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B673F702-5003-9A1C-4957-F2DA0ABE09C9}"/>
              </a:ext>
            </a:extLst>
          </p:cNvPr>
          <p:cNvSpPr txBox="1"/>
          <p:nvPr/>
        </p:nvSpPr>
        <p:spPr>
          <a:xfrm>
            <a:off x="695325" y="4331546"/>
            <a:ext cx="2707342" cy="318247"/>
          </a:xfrm>
          <a:prstGeom prst="rect">
            <a:avLst/>
          </a:prstGeom>
          <a:noFill/>
        </p:spPr>
        <p:txBody>
          <a:bodyPr wrap="none" lIns="0" tIns="0" rIns="0" bIns="0" rtlCol="0">
            <a:noAutofit/>
          </a:bodyPr>
          <a:lstStyle/>
          <a:p>
            <a:pPr fontAlgn="base">
              <a:lnSpc>
                <a:spcPct val="120000"/>
              </a:lnSpc>
              <a:spcAft>
                <a:spcPts val="600"/>
              </a:spcAft>
            </a:pPr>
            <a:r>
              <a:rPr lang="en-US" sz="1400">
                <a:ea typeface="Microsoft YaHei" charset="-122"/>
                <a:cs typeface="Microsoft YaHei" charset="-122"/>
              </a:rPr>
              <a:t>Iterations – New Functions, Expanded Knowledge</a:t>
            </a:r>
          </a:p>
        </p:txBody>
      </p:sp>
      <p:sp>
        <p:nvSpPr>
          <p:cNvPr id="47" name="Rectangle: Rounded Corners 46">
            <a:extLst>
              <a:ext uri="{FF2B5EF4-FFF2-40B4-BE49-F238E27FC236}">
                <a16:creationId xmlns:a16="http://schemas.microsoft.com/office/drawing/2014/main" id="{17A29089-7CC8-D30B-E143-DC500928ED9E}"/>
              </a:ext>
            </a:extLst>
          </p:cNvPr>
          <p:cNvSpPr/>
          <p:nvPr/>
        </p:nvSpPr>
        <p:spPr>
          <a:xfrm>
            <a:off x="401326" y="4931715"/>
            <a:ext cx="1439028" cy="696998"/>
          </a:xfrm>
          <a:prstGeom prst="roundRect">
            <a:avLst/>
          </a:prstGeom>
          <a:gradFill>
            <a:gsLst>
              <a:gs pos="99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Stakeholder </a:t>
            </a:r>
            <a:r>
              <a:rPr lang="en-US" sz="1000" err="1"/>
              <a:t>rqst</a:t>
            </a:r>
            <a:endParaRPr lang="en-US" sz="1000"/>
          </a:p>
          <a:p>
            <a:pPr algn="ctr"/>
            <a:r>
              <a:rPr lang="en-US" sz="1000"/>
              <a:t>Plan Changes</a:t>
            </a:r>
          </a:p>
          <a:p>
            <a:pPr algn="ctr"/>
            <a:r>
              <a:rPr lang="en-US" sz="1000"/>
              <a:t>New features</a:t>
            </a:r>
          </a:p>
          <a:p>
            <a:pPr algn="ctr"/>
            <a:r>
              <a:rPr lang="en-US" sz="1000"/>
              <a:t>Branding Changes </a:t>
            </a:r>
          </a:p>
        </p:txBody>
      </p:sp>
      <p:sp>
        <p:nvSpPr>
          <p:cNvPr id="82" name="Rectangle: Rounded Corners 81">
            <a:extLst>
              <a:ext uri="{FF2B5EF4-FFF2-40B4-BE49-F238E27FC236}">
                <a16:creationId xmlns:a16="http://schemas.microsoft.com/office/drawing/2014/main" id="{F19F9276-A227-055A-3E6A-EBADAF59862D}"/>
              </a:ext>
            </a:extLst>
          </p:cNvPr>
          <p:cNvSpPr/>
          <p:nvPr/>
        </p:nvSpPr>
        <p:spPr>
          <a:xfrm>
            <a:off x="2196354" y="5616064"/>
            <a:ext cx="1290976"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Product Manger</a:t>
            </a:r>
          </a:p>
        </p:txBody>
      </p:sp>
      <p:cxnSp>
        <p:nvCxnSpPr>
          <p:cNvPr id="83" name="Connector: Elbow 82">
            <a:extLst>
              <a:ext uri="{FF2B5EF4-FFF2-40B4-BE49-F238E27FC236}">
                <a16:creationId xmlns:a16="http://schemas.microsoft.com/office/drawing/2014/main" id="{535B5C2E-CC28-DE1D-1723-51B8025E5A3A}"/>
              </a:ext>
            </a:extLst>
          </p:cNvPr>
          <p:cNvCxnSpPr>
            <a:cxnSpLocks/>
            <a:stCxn id="82" idx="3"/>
            <a:endCxn id="34" idx="1"/>
          </p:cNvCxnSpPr>
          <p:nvPr/>
        </p:nvCxnSpPr>
        <p:spPr>
          <a:xfrm flipV="1">
            <a:off x="3487330" y="5266768"/>
            <a:ext cx="820111" cy="515143"/>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 name="Flowchart: Document 92">
            <a:extLst>
              <a:ext uri="{FF2B5EF4-FFF2-40B4-BE49-F238E27FC236}">
                <a16:creationId xmlns:a16="http://schemas.microsoft.com/office/drawing/2014/main" id="{7DE90BF5-8FCC-E2BC-1BE6-815C3CAA73C3}"/>
              </a:ext>
            </a:extLst>
          </p:cNvPr>
          <p:cNvSpPr/>
          <p:nvPr/>
        </p:nvSpPr>
        <p:spPr>
          <a:xfrm>
            <a:off x="7206809" y="4994196"/>
            <a:ext cx="914400" cy="572035"/>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Release Planning</a:t>
            </a:r>
          </a:p>
        </p:txBody>
      </p:sp>
      <p:cxnSp>
        <p:nvCxnSpPr>
          <p:cNvPr id="95" name="Straight Arrow Connector 94">
            <a:extLst>
              <a:ext uri="{FF2B5EF4-FFF2-40B4-BE49-F238E27FC236}">
                <a16:creationId xmlns:a16="http://schemas.microsoft.com/office/drawing/2014/main" id="{542E5422-9AF9-F466-73F1-6E3739C88CA1}"/>
              </a:ext>
            </a:extLst>
          </p:cNvPr>
          <p:cNvCxnSpPr>
            <a:stCxn id="40" idx="3"/>
            <a:endCxn id="93" idx="1"/>
          </p:cNvCxnSpPr>
          <p:nvPr/>
        </p:nvCxnSpPr>
        <p:spPr>
          <a:xfrm>
            <a:off x="6972995" y="5273615"/>
            <a:ext cx="233814" cy="6599"/>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E2399748-3936-AF72-4D20-095A764BA482}"/>
              </a:ext>
            </a:extLst>
          </p:cNvPr>
          <p:cNvCxnSpPr>
            <a:stCxn id="93" idx="3"/>
            <a:endCxn id="41" idx="1"/>
          </p:cNvCxnSpPr>
          <p:nvPr/>
        </p:nvCxnSpPr>
        <p:spPr>
          <a:xfrm flipV="1">
            <a:off x="8121209" y="5266768"/>
            <a:ext cx="232382" cy="13446"/>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F66A5249-E452-AA7B-55AC-838D71E6B97B}"/>
              </a:ext>
            </a:extLst>
          </p:cNvPr>
          <p:cNvSpPr txBox="1"/>
          <p:nvPr/>
        </p:nvSpPr>
        <p:spPr>
          <a:xfrm>
            <a:off x="10702544" y="5193421"/>
            <a:ext cx="76592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Reg QA</a:t>
            </a:r>
          </a:p>
        </p:txBody>
      </p:sp>
      <p:sp>
        <p:nvSpPr>
          <p:cNvPr id="100" name="TextBox 99">
            <a:extLst>
              <a:ext uri="{FF2B5EF4-FFF2-40B4-BE49-F238E27FC236}">
                <a16:creationId xmlns:a16="http://schemas.microsoft.com/office/drawing/2014/main" id="{4EA64870-F604-03FF-C46A-3BBC4BA1A43D}"/>
              </a:ext>
            </a:extLst>
          </p:cNvPr>
          <p:cNvSpPr txBox="1"/>
          <p:nvPr/>
        </p:nvSpPr>
        <p:spPr>
          <a:xfrm>
            <a:off x="7738248" y="5737532"/>
            <a:ext cx="76592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QA/Regression Testing</a:t>
            </a:r>
          </a:p>
        </p:txBody>
      </p:sp>
      <p:sp>
        <p:nvSpPr>
          <p:cNvPr id="101" name="TextBox 100">
            <a:extLst>
              <a:ext uri="{FF2B5EF4-FFF2-40B4-BE49-F238E27FC236}">
                <a16:creationId xmlns:a16="http://schemas.microsoft.com/office/drawing/2014/main" id="{F5E75A5E-B6B9-95CD-6B8A-0CB1D6D61C24}"/>
              </a:ext>
            </a:extLst>
          </p:cNvPr>
          <p:cNvSpPr txBox="1"/>
          <p:nvPr/>
        </p:nvSpPr>
        <p:spPr>
          <a:xfrm>
            <a:off x="9429294" y="5745008"/>
            <a:ext cx="394447"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UAT</a:t>
            </a:r>
          </a:p>
        </p:txBody>
      </p:sp>
      <p:sp>
        <p:nvSpPr>
          <p:cNvPr id="102" name="TextBox 101">
            <a:extLst>
              <a:ext uri="{FF2B5EF4-FFF2-40B4-BE49-F238E27FC236}">
                <a16:creationId xmlns:a16="http://schemas.microsoft.com/office/drawing/2014/main" id="{6191C561-5A9F-6FFA-A3EC-36E9C202F511}"/>
              </a:ext>
            </a:extLst>
          </p:cNvPr>
          <p:cNvSpPr txBox="1"/>
          <p:nvPr/>
        </p:nvSpPr>
        <p:spPr>
          <a:xfrm>
            <a:off x="9979989" y="4806291"/>
            <a:ext cx="73503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Post Prod</a:t>
            </a:r>
          </a:p>
        </p:txBody>
      </p:sp>
      <p:sp>
        <p:nvSpPr>
          <p:cNvPr id="103" name="TextBox 102">
            <a:extLst>
              <a:ext uri="{FF2B5EF4-FFF2-40B4-BE49-F238E27FC236}">
                <a16:creationId xmlns:a16="http://schemas.microsoft.com/office/drawing/2014/main" id="{96DA44D7-F89B-4370-6FD3-C28F1229FD45}"/>
              </a:ext>
            </a:extLst>
          </p:cNvPr>
          <p:cNvSpPr txBox="1"/>
          <p:nvPr/>
        </p:nvSpPr>
        <p:spPr>
          <a:xfrm>
            <a:off x="10776675" y="3115111"/>
            <a:ext cx="76592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Reg QA</a:t>
            </a:r>
          </a:p>
        </p:txBody>
      </p:sp>
      <p:sp>
        <p:nvSpPr>
          <p:cNvPr id="104" name="TextBox 103">
            <a:extLst>
              <a:ext uri="{FF2B5EF4-FFF2-40B4-BE49-F238E27FC236}">
                <a16:creationId xmlns:a16="http://schemas.microsoft.com/office/drawing/2014/main" id="{23B63A87-BA17-7056-FE6F-F7F4BF4FBE21}"/>
              </a:ext>
            </a:extLst>
          </p:cNvPr>
          <p:cNvSpPr txBox="1"/>
          <p:nvPr/>
        </p:nvSpPr>
        <p:spPr>
          <a:xfrm>
            <a:off x="10054120" y="2727981"/>
            <a:ext cx="73503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Post Prod</a:t>
            </a:r>
          </a:p>
        </p:txBody>
      </p:sp>
      <p:sp>
        <p:nvSpPr>
          <p:cNvPr id="105" name="TextBox 104">
            <a:extLst>
              <a:ext uri="{FF2B5EF4-FFF2-40B4-BE49-F238E27FC236}">
                <a16:creationId xmlns:a16="http://schemas.microsoft.com/office/drawing/2014/main" id="{9E18C1E2-6DA8-D11B-16C5-7CCD4E4DB1EE}"/>
              </a:ext>
            </a:extLst>
          </p:cNvPr>
          <p:cNvSpPr txBox="1"/>
          <p:nvPr/>
        </p:nvSpPr>
        <p:spPr>
          <a:xfrm>
            <a:off x="7827705" y="3728161"/>
            <a:ext cx="765922"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QA/Regression Testing</a:t>
            </a:r>
          </a:p>
        </p:txBody>
      </p:sp>
      <p:sp>
        <p:nvSpPr>
          <p:cNvPr id="106" name="TextBox 105">
            <a:extLst>
              <a:ext uri="{FF2B5EF4-FFF2-40B4-BE49-F238E27FC236}">
                <a16:creationId xmlns:a16="http://schemas.microsoft.com/office/drawing/2014/main" id="{C96A798E-0A18-F357-1ACE-15170FFD1E81}"/>
              </a:ext>
            </a:extLst>
          </p:cNvPr>
          <p:cNvSpPr txBox="1"/>
          <p:nvPr/>
        </p:nvSpPr>
        <p:spPr>
          <a:xfrm>
            <a:off x="9518751" y="3735637"/>
            <a:ext cx="394447" cy="233082"/>
          </a:xfrm>
          <a:prstGeom prst="rect">
            <a:avLst/>
          </a:prstGeom>
          <a:noFill/>
        </p:spPr>
        <p:txBody>
          <a:bodyPr wrap="none" lIns="0" tIns="0" rIns="0" bIns="0" rtlCol="0">
            <a:noAutofit/>
          </a:bodyPr>
          <a:lstStyle/>
          <a:p>
            <a:pPr fontAlgn="base">
              <a:lnSpc>
                <a:spcPct val="120000"/>
              </a:lnSpc>
              <a:spcAft>
                <a:spcPts val="600"/>
              </a:spcAft>
            </a:pPr>
            <a:r>
              <a:rPr lang="en-US" sz="1000" i="1">
                <a:ea typeface="Microsoft YaHei" charset="-122"/>
                <a:cs typeface="Microsoft YaHei" charset="-122"/>
              </a:rPr>
              <a:t>UAT</a:t>
            </a:r>
          </a:p>
        </p:txBody>
      </p:sp>
      <p:sp>
        <p:nvSpPr>
          <p:cNvPr id="110" name="TextBox 109">
            <a:extLst>
              <a:ext uri="{FF2B5EF4-FFF2-40B4-BE49-F238E27FC236}">
                <a16:creationId xmlns:a16="http://schemas.microsoft.com/office/drawing/2014/main" id="{1284F129-B43A-7649-9D17-7894F36944EF}"/>
              </a:ext>
            </a:extLst>
          </p:cNvPr>
          <p:cNvSpPr txBox="1"/>
          <p:nvPr/>
        </p:nvSpPr>
        <p:spPr>
          <a:xfrm>
            <a:off x="475129" y="1193132"/>
            <a:ext cx="10993337" cy="731895"/>
          </a:xfrm>
          <a:prstGeom prst="rect">
            <a:avLst/>
          </a:prstGeom>
          <a:noFill/>
        </p:spPr>
        <p:txBody>
          <a:bodyPr wrap="square" lIns="0" tIns="0" rIns="0" bIns="0" rtlCol="0" anchor="t">
            <a:noAutofit/>
          </a:bodyPr>
          <a:lstStyle/>
          <a:p>
            <a:pPr fontAlgn="base">
              <a:lnSpc>
                <a:spcPct val="120000"/>
              </a:lnSpc>
              <a:spcAft>
                <a:spcPts val="600"/>
              </a:spcAft>
            </a:pPr>
            <a:r>
              <a:rPr lang="en-US" sz="1200">
                <a:ea typeface="Microsoft YaHei"/>
                <a:cs typeface="Microsoft YaHei" charset="-122"/>
              </a:rPr>
              <a:t>Business feedback, change requests, and new requirements are collected through the AI Manager and Product Owner. After business approval, the Product Owner, working with the Conversational Designer and GA Engineer, evaluates the request to determine whether it requires tuning or new functionality. Approved items are prioritized and added to the product backlog for upcoming releases.</a:t>
            </a:r>
          </a:p>
        </p:txBody>
      </p:sp>
      <p:sp>
        <p:nvSpPr>
          <p:cNvPr id="115" name="Rectangle: Rounded Corners 114">
            <a:extLst>
              <a:ext uri="{FF2B5EF4-FFF2-40B4-BE49-F238E27FC236}">
                <a16:creationId xmlns:a16="http://schemas.microsoft.com/office/drawing/2014/main" id="{D6FA8B44-B292-2238-23C0-BC34803007E1}"/>
              </a:ext>
            </a:extLst>
          </p:cNvPr>
          <p:cNvSpPr/>
          <p:nvPr/>
        </p:nvSpPr>
        <p:spPr>
          <a:xfrm>
            <a:off x="357006" y="2748576"/>
            <a:ext cx="1374775" cy="1075490"/>
          </a:xfrm>
          <a:prstGeom prst="roundRect">
            <a:avLst/>
          </a:prstGeom>
          <a:gradFill>
            <a:gsLst>
              <a:gs pos="99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Experience Improvement Conversation Flow </a:t>
            </a:r>
          </a:p>
          <a:p>
            <a:pPr algn="ctr"/>
            <a:r>
              <a:rPr lang="en-US" sz="1000"/>
              <a:t>Style updates</a:t>
            </a:r>
          </a:p>
          <a:p>
            <a:pPr algn="ctr"/>
            <a:r>
              <a:rPr lang="en-US" sz="1000"/>
              <a:t>Agent Direction</a:t>
            </a:r>
          </a:p>
          <a:p>
            <a:pPr algn="ctr"/>
            <a:r>
              <a:rPr lang="en-US" sz="1000"/>
              <a:t>Legal/compliance</a:t>
            </a:r>
          </a:p>
          <a:p>
            <a:pPr algn="ctr"/>
            <a:endParaRPr lang="en-US" sz="1000"/>
          </a:p>
        </p:txBody>
      </p:sp>
      <p:sp>
        <p:nvSpPr>
          <p:cNvPr id="116" name="TextBox 115">
            <a:extLst>
              <a:ext uri="{FF2B5EF4-FFF2-40B4-BE49-F238E27FC236}">
                <a16:creationId xmlns:a16="http://schemas.microsoft.com/office/drawing/2014/main" id="{1B2523D2-1213-920F-0B05-AE4ACCBD16BD}"/>
              </a:ext>
            </a:extLst>
          </p:cNvPr>
          <p:cNvSpPr txBox="1"/>
          <p:nvPr/>
        </p:nvSpPr>
        <p:spPr>
          <a:xfrm>
            <a:off x="2870695" y="6159412"/>
            <a:ext cx="5727768" cy="279367"/>
          </a:xfrm>
          <a:prstGeom prst="rect">
            <a:avLst/>
          </a:prstGeom>
          <a:noFill/>
        </p:spPr>
        <p:txBody>
          <a:bodyPr wrap="none" lIns="0" tIns="0" rIns="0" bIns="0" rtlCol="0">
            <a:noAutofit/>
          </a:bodyPr>
          <a:lstStyle/>
          <a:p>
            <a:pPr algn="ctr" fontAlgn="base">
              <a:lnSpc>
                <a:spcPct val="120000"/>
              </a:lnSpc>
              <a:spcAft>
                <a:spcPts val="600"/>
              </a:spcAft>
            </a:pPr>
            <a:r>
              <a:rPr lang="en-US" sz="1200" i="1">
                <a:ea typeface="Microsoft YaHei" charset="-122"/>
                <a:cs typeface="Microsoft YaHei" charset="-122"/>
              </a:rPr>
              <a:t>The does not define the entire process merely illustrates the flow of information</a:t>
            </a:r>
          </a:p>
        </p:txBody>
      </p:sp>
      <p:cxnSp>
        <p:nvCxnSpPr>
          <p:cNvPr id="118" name="Connector: Elbow 117">
            <a:extLst>
              <a:ext uri="{FF2B5EF4-FFF2-40B4-BE49-F238E27FC236}">
                <a16:creationId xmlns:a16="http://schemas.microsoft.com/office/drawing/2014/main" id="{32BF076E-B6D2-E399-5277-BA154B70A9F8}"/>
              </a:ext>
            </a:extLst>
          </p:cNvPr>
          <p:cNvCxnSpPr>
            <a:stCxn id="5" idx="2"/>
            <a:endCxn id="9" idx="2"/>
          </p:cNvCxnSpPr>
          <p:nvPr/>
        </p:nvCxnSpPr>
        <p:spPr>
          <a:xfrm rot="16200000" flipH="1">
            <a:off x="5168404" y="2017898"/>
            <a:ext cx="69602" cy="2873850"/>
          </a:xfrm>
          <a:prstGeom prst="bentConnector3">
            <a:avLst>
              <a:gd name="adj1" fmla="val 428439"/>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9" name="Flowchart: Connector 118">
            <a:extLst>
              <a:ext uri="{FF2B5EF4-FFF2-40B4-BE49-F238E27FC236}">
                <a16:creationId xmlns:a16="http://schemas.microsoft.com/office/drawing/2014/main" id="{23517168-2A69-FDA8-8ADF-D2A5ECC84ABA}"/>
              </a:ext>
            </a:extLst>
          </p:cNvPr>
          <p:cNvSpPr/>
          <p:nvPr/>
        </p:nvSpPr>
        <p:spPr>
          <a:xfrm>
            <a:off x="3055529" y="2691266"/>
            <a:ext cx="457200" cy="457200"/>
          </a:xfrm>
          <a:prstGeom prst="flowChartConnector">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T</a:t>
            </a:r>
          </a:p>
        </p:txBody>
      </p:sp>
      <p:sp>
        <p:nvSpPr>
          <p:cNvPr id="120" name="Flowchart: Connector 119">
            <a:extLst>
              <a:ext uri="{FF2B5EF4-FFF2-40B4-BE49-F238E27FC236}">
                <a16:creationId xmlns:a16="http://schemas.microsoft.com/office/drawing/2014/main" id="{814DD6BD-39AE-87E4-3511-0495565A3E39}"/>
              </a:ext>
            </a:extLst>
          </p:cNvPr>
          <p:cNvSpPr/>
          <p:nvPr/>
        </p:nvSpPr>
        <p:spPr>
          <a:xfrm>
            <a:off x="4134080" y="4651514"/>
            <a:ext cx="457200" cy="457200"/>
          </a:xfrm>
          <a:prstGeom prst="flowChartConnector">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T</a:t>
            </a:r>
          </a:p>
        </p:txBody>
      </p:sp>
    </p:spTree>
    <p:extLst>
      <p:ext uri="{BB962C8B-B14F-4D97-AF65-F5344CB8AC3E}">
        <p14:creationId xmlns:p14="http://schemas.microsoft.com/office/powerpoint/2010/main" val="119496988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E3CA0-4C27-BAFE-41FA-88357DF0C190}"/>
              </a:ext>
            </a:extLst>
          </p:cNvPr>
          <p:cNvSpPr>
            <a:spLocks noGrp="1"/>
          </p:cNvSpPr>
          <p:nvPr>
            <p:ph type="title"/>
          </p:nvPr>
        </p:nvSpPr>
        <p:spPr/>
        <p:txBody>
          <a:bodyPr/>
          <a:lstStyle/>
          <a:p>
            <a:r>
              <a:rPr lang="en-US"/>
              <a:t>Pre and Post Release - Gen Agent Monitoring</a:t>
            </a:r>
          </a:p>
        </p:txBody>
      </p:sp>
      <p:sp>
        <p:nvSpPr>
          <p:cNvPr id="3" name="Footer Placeholder 2">
            <a:extLst>
              <a:ext uri="{FF2B5EF4-FFF2-40B4-BE49-F238E27FC236}">
                <a16:creationId xmlns:a16="http://schemas.microsoft.com/office/drawing/2014/main" id="{8DF3B463-7FBD-49A8-149A-BE43BF7263C6}"/>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BD342428-A0B5-8996-CAFC-3BE219E0508A}"/>
              </a:ext>
            </a:extLst>
          </p:cNvPr>
          <p:cNvSpPr>
            <a:spLocks noGrp="1"/>
          </p:cNvSpPr>
          <p:nvPr>
            <p:ph type="sldNum" sz="quarter" idx="12"/>
          </p:nvPr>
        </p:nvSpPr>
        <p:spPr/>
        <p:txBody>
          <a:bodyPr/>
          <a:lstStyle/>
          <a:p>
            <a:fld id="{EAFE7DC3-8061-DA4A-AC8E-F40965DD04F4}" type="slidenum">
              <a:rPr lang="en-US" smtClean="0"/>
              <a:pPr/>
              <a:t>5</a:t>
            </a:fld>
            <a:endParaRPr lang="en-US"/>
          </a:p>
        </p:txBody>
      </p:sp>
      <p:sp>
        <p:nvSpPr>
          <p:cNvPr id="30" name="TextBox 29">
            <a:extLst>
              <a:ext uri="{FF2B5EF4-FFF2-40B4-BE49-F238E27FC236}">
                <a16:creationId xmlns:a16="http://schemas.microsoft.com/office/drawing/2014/main" id="{8B619396-8E62-FC78-1E5A-F3D13491325F}"/>
              </a:ext>
            </a:extLst>
          </p:cNvPr>
          <p:cNvSpPr txBox="1"/>
          <p:nvPr/>
        </p:nvSpPr>
        <p:spPr>
          <a:xfrm>
            <a:off x="6005479" y="2463362"/>
            <a:ext cx="528651" cy="197994"/>
          </a:xfrm>
          <a:prstGeom prst="rect">
            <a:avLst/>
          </a:prstGeom>
          <a:noFill/>
        </p:spPr>
        <p:txBody>
          <a:bodyPr wrap="none" lIns="0" tIns="0" rIns="0" bIns="0" rtlCol="0">
            <a:noAutofit/>
          </a:bodyPr>
          <a:lstStyle/>
          <a:p>
            <a:pPr algn="ctr" fontAlgn="base">
              <a:lnSpc>
                <a:spcPct val="120000"/>
              </a:lnSpc>
              <a:spcAft>
                <a:spcPts val="600"/>
              </a:spcAft>
            </a:pPr>
            <a:r>
              <a:rPr lang="en-US" sz="1000" b="1">
                <a:ea typeface="Microsoft YaHei" charset="-122"/>
                <a:cs typeface="Microsoft YaHei" charset="-122"/>
              </a:rPr>
              <a:t>Pass (P&amp;S)</a:t>
            </a:r>
          </a:p>
        </p:txBody>
      </p:sp>
      <p:sp>
        <p:nvSpPr>
          <p:cNvPr id="31" name="Rectangle: Rounded Corners 30">
            <a:extLst>
              <a:ext uri="{FF2B5EF4-FFF2-40B4-BE49-F238E27FC236}">
                <a16:creationId xmlns:a16="http://schemas.microsoft.com/office/drawing/2014/main" id="{63694F08-A2AB-6407-50B1-B292A73F0B56}"/>
              </a:ext>
            </a:extLst>
          </p:cNvPr>
          <p:cNvSpPr/>
          <p:nvPr/>
        </p:nvSpPr>
        <p:spPr>
          <a:xfrm>
            <a:off x="361804" y="2637769"/>
            <a:ext cx="853196"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Release Planning</a:t>
            </a:r>
          </a:p>
        </p:txBody>
      </p:sp>
      <p:sp>
        <p:nvSpPr>
          <p:cNvPr id="34" name="Rectangle: Rounded Corners 33">
            <a:extLst>
              <a:ext uri="{FF2B5EF4-FFF2-40B4-BE49-F238E27FC236}">
                <a16:creationId xmlns:a16="http://schemas.microsoft.com/office/drawing/2014/main" id="{88B07BD4-9533-2214-0D77-9A608399DAD3}"/>
              </a:ext>
            </a:extLst>
          </p:cNvPr>
          <p:cNvSpPr/>
          <p:nvPr/>
        </p:nvSpPr>
        <p:spPr>
          <a:xfrm>
            <a:off x="1448665" y="2637769"/>
            <a:ext cx="853196"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Test Planning</a:t>
            </a:r>
          </a:p>
        </p:txBody>
      </p:sp>
      <p:sp>
        <p:nvSpPr>
          <p:cNvPr id="35" name="Rectangle: Rounded Corners 34">
            <a:extLst>
              <a:ext uri="{FF2B5EF4-FFF2-40B4-BE49-F238E27FC236}">
                <a16:creationId xmlns:a16="http://schemas.microsoft.com/office/drawing/2014/main" id="{BC2718FB-0D3E-106E-F9AE-51A11CD4B5B7}"/>
              </a:ext>
            </a:extLst>
          </p:cNvPr>
          <p:cNvSpPr/>
          <p:nvPr/>
        </p:nvSpPr>
        <p:spPr>
          <a:xfrm>
            <a:off x="6728836" y="2413649"/>
            <a:ext cx="998339"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Post</a:t>
            </a:r>
          </a:p>
          <a:p>
            <a:pPr algn="ctr"/>
            <a:r>
              <a:rPr lang="en-US" sz="1200">
                <a:solidFill>
                  <a:schemeClr val="tx1"/>
                </a:solidFill>
              </a:rPr>
              <a:t>Production Testing</a:t>
            </a:r>
          </a:p>
        </p:txBody>
      </p:sp>
      <p:sp>
        <p:nvSpPr>
          <p:cNvPr id="36" name="Rectangle: Rounded Corners 35">
            <a:extLst>
              <a:ext uri="{FF2B5EF4-FFF2-40B4-BE49-F238E27FC236}">
                <a16:creationId xmlns:a16="http://schemas.microsoft.com/office/drawing/2014/main" id="{042B5994-0D61-6351-25B9-620EEFB223CC}"/>
              </a:ext>
            </a:extLst>
          </p:cNvPr>
          <p:cNvSpPr/>
          <p:nvPr/>
        </p:nvSpPr>
        <p:spPr>
          <a:xfrm>
            <a:off x="4867832" y="2413649"/>
            <a:ext cx="998339"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UAT</a:t>
            </a:r>
          </a:p>
        </p:txBody>
      </p:sp>
      <p:sp>
        <p:nvSpPr>
          <p:cNvPr id="37" name="Rectangle: Rounded Corners 36">
            <a:extLst>
              <a:ext uri="{FF2B5EF4-FFF2-40B4-BE49-F238E27FC236}">
                <a16:creationId xmlns:a16="http://schemas.microsoft.com/office/drawing/2014/main" id="{008B0B4A-DF6D-5AD8-4392-71BBE12B1CFD}"/>
              </a:ext>
            </a:extLst>
          </p:cNvPr>
          <p:cNvSpPr/>
          <p:nvPr/>
        </p:nvSpPr>
        <p:spPr>
          <a:xfrm>
            <a:off x="3161422" y="2413649"/>
            <a:ext cx="998339"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Dev QA / Regression</a:t>
            </a:r>
          </a:p>
        </p:txBody>
      </p:sp>
      <p:sp>
        <p:nvSpPr>
          <p:cNvPr id="38" name="Rectangle: Rounded Corners 37">
            <a:extLst>
              <a:ext uri="{FF2B5EF4-FFF2-40B4-BE49-F238E27FC236}">
                <a16:creationId xmlns:a16="http://schemas.microsoft.com/office/drawing/2014/main" id="{A749BCAD-162F-B0B6-F7F4-9A11432BB7F2}"/>
              </a:ext>
            </a:extLst>
          </p:cNvPr>
          <p:cNvSpPr/>
          <p:nvPr/>
        </p:nvSpPr>
        <p:spPr>
          <a:xfrm>
            <a:off x="8616864" y="2551743"/>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Regular Monitoring</a:t>
            </a:r>
          </a:p>
        </p:txBody>
      </p:sp>
      <p:sp>
        <p:nvSpPr>
          <p:cNvPr id="39" name="Rectangle: Rounded Corners 38">
            <a:extLst>
              <a:ext uri="{FF2B5EF4-FFF2-40B4-BE49-F238E27FC236}">
                <a16:creationId xmlns:a16="http://schemas.microsoft.com/office/drawing/2014/main" id="{10061209-FF92-1343-C255-B4E95C51366D}"/>
              </a:ext>
            </a:extLst>
          </p:cNvPr>
          <p:cNvSpPr/>
          <p:nvPr/>
        </p:nvSpPr>
        <p:spPr>
          <a:xfrm>
            <a:off x="9993469" y="2192996"/>
            <a:ext cx="1099593"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AI Manager</a:t>
            </a:r>
          </a:p>
        </p:txBody>
      </p:sp>
      <p:sp>
        <p:nvSpPr>
          <p:cNvPr id="40" name="Rectangle: Rounded Corners 39">
            <a:extLst>
              <a:ext uri="{FF2B5EF4-FFF2-40B4-BE49-F238E27FC236}">
                <a16:creationId xmlns:a16="http://schemas.microsoft.com/office/drawing/2014/main" id="{FBCB962F-806D-E490-ED73-62F1F284455D}"/>
              </a:ext>
            </a:extLst>
          </p:cNvPr>
          <p:cNvSpPr/>
          <p:nvPr/>
        </p:nvSpPr>
        <p:spPr>
          <a:xfrm>
            <a:off x="10006915" y="3049383"/>
            <a:ext cx="1072700"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Internal Audit QA</a:t>
            </a:r>
          </a:p>
        </p:txBody>
      </p:sp>
      <p:sp>
        <p:nvSpPr>
          <p:cNvPr id="41" name="Rectangle: Rounded Corners 40">
            <a:extLst>
              <a:ext uri="{FF2B5EF4-FFF2-40B4-BE49-F238E27FC236}">
                <a16:creationId xmlns:a16="http://schemas.microsoft.com/office/drawing/2014/main" id="{B3A566E2-A4DB-CDBB-9B45-6B8253DFA750}"/>
              </a:ext>
            </a:extLst>
          </p:cNvPr>
          <p:cNvSpPr/>
          <p:nvPr/>
        </p:nvSpPr>
        <p:spPr>
          <a:xfrm>
            <a:off x="10006915" y="2619647"/>
            <a:ext cx="1072701" cy="33169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Assoc. QA</a:t>
            </a:r>
          </a:p>
        </p:txBody>
      </p:sp>
      <p:sp>
        <p:nvSpPr>
          <p:cNvPr id="42" name="Rectangle: Rounded Corners 41">
            <a:extLst>
              <a:ext uri="{FF2B5EF4-FFF2-40B4-BE49-F238E27FC236}">
                <a16:creationId xmlns:a16="http://schemas.microsoft.com/office/drawing/2014/main" id="{732BF6B8-6A77-5B43-0DE4-AEC40D24011A}"/>
              </a:ext>
            </a:extLst>
          </p:cNvPr>
          <p:cNvSpPr/>
          <p:nvPr/>
        </p:nvSpPr>
        <p:spPr>
          <a:xfrm>
            <a:off x="138393" y="1980178"/>
            <a:ext cx="2455007" cy="1726736"/>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38770EFF-EB47-E7CA-2696-9A4C532EDD99}"/>
              </a:ext>
            </a:extLst>
          </p:cNvPr>
          <p:cNvSpPr/>
          <p:nvPr/>
        </p:nvSpPr>
        <p:spPr>
          <a:xfrm>
            <a:off x="3042504" y="1980177"/>
            <a:ext cx="4864199" cy="1726737"/>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C538041D-1F1D-AB26-0517-762237856D71}"/>
              </a:ext>
            </a:extLst>
          </p:cNvPr>
          <p:cNvSpPr/>
          <p:nvPr/>
        </p:nvSpPr>
        <p:spPr>
          <a:xfrm>
            <a:off x="8438579" y="1980178"/>
            <a:ext cx="3418821" cy="1726736"/>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38A9E943-47C6-5D4A-9FB7-AAB85E6E8754}"/>
              </a:ext>
            </a:extLst>
          </p:cNvPr>
          <p:cNvCxnSpPr>
            <a:stCxn id="31" idx="3"/>
            <a:endCxn id="34" idx="1"/>
          </p:cNvCxnSpPr>
          <p:nvPr/>
        </p:nvCxnSpPr>
        <p:spPr>
          <a:xfrm>
            <a:off x="1215000" y="2873218"/>
            <a:ext cx="233665"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EEEFFE5-397C-F3B6-C3F0-6FB73FBF048A}"/>
              </a:ext>
            </a:extLst>
          </p:cNvPr>
          <p:cNvCxnSpPr>
            <a:stCxn id="37" idx="3"/>
            <a:endCxn id="36" idx="1"/>
          </p:cNvCxnSpPr>
          <p:nvPr/>
        </p:nvCxnSpPr>
        <p:spPr>
          <a:xfrm>
            <a:off x="4159761" y="2649098"/>
            <a:ext cx="708071"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B534999-8A16-13D0-B8FC-D3FA4A4598E2}"/>
              </a:ext>
            </a:extLst>
          </p:cNvPr>
          <p:cNvCxnSpPr>
            <a:cxnSpLocks/>
            <a:stCxn id="36" idx="3"/>
            <a:endCxn id="35" idx="1"/>
          </p:cNvCxnSpPr>
          <p:nvPr/>
        </p:nvCxnSpPr>
        <p:spPr>
          <a:xfrm>
            <a:off x="5866171" y="2649098"/>
            <a:ext cx="862665"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Rounded Corners 61">
            <a:extLst>
              <a:ext uri="{FF2B5EF4-FFF2-40B4-BE49-F238E27FC236}">
                <a16:creationId xmlns:a16="http://schemas.microsoft.com/office/drawing/2014/main" id="{12E248E6-55CD-5884-9B0B-F0545A9C8F94}"/>
              </a:ext>
            </a:extLst>
          </p:cNvPr>
          <p:cNvSpPr/>
          <p:nvPr/>
        </p:nvSpPr>
        <p:spPr>
          <a:xfrm>
            <a:off x="6737399" y="3084548"/>
            <a:ext cx="998339" cy="31824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Hyper Care</a:t>
            </a:r>
          </a:p>
        </p:txBody>
      </p:sp>
      <p:cxnSp>
        <p:nvCxnSpPr>
          <p:cNvPr id="64" name="Straight Arrow Connector 63">
            <a:extLst>
              <a:ext uri="{FF2B5EF4-FFF2-40B4-BE49-F238E27FC236}">
                <a16:creationId xmlns:a16="http://schemas.microsoft.com/office/drawing/2014/main" id="{821474A3-B60B-9DEC-98BD-838AFAA5697B}"/>
              </a:ext>
            </a:extLst>
          </p:cNvPr>
          <p:cNvCxnSpPr>
            <a:stCxn id="35" idx="2"/>
            <a:endCxn id="62" idx="0"/>
          </p:cNvCxnSpPr>
          <p:nvPr/>
        </p:nvCxnSpPr>
        <p:spPr>
          <a:xfrm>
            <a:off x="7228006" y="2884546"/>
            <a:ext cx="8563" cy="200002"/>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698707A5-809F-9F20-C358-8BB9F0F1D738}"/>
              </a:ext>
            </a:extLst>
          </p:cNvPr>
          <p:cNvCxnSpPr>
            <a:stCxn id="62" idx="1"/>
            <a:endCxn id="37" idx="2"/>
          </p:cNvCxnSpPr>
          <p:nvPr/>
        </p:nvCxnSpPr>
        <p:spPr>
          <a:xfrm rot="10800000">
            <a:off x="3660593" y="2884546"/>
            <a:ext cx="3076807" cy="359126"/>
          </a:xfrm>
          <a:prstGeom prst="bentConnector2">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99E2D411-2FF2-1887-FC3B-DB92BAA74C76}"/>
              </a:ext>
            </a:extLst>
          </p:cNvPr>
          <p:cNvCxnSpPr>
            <a:stCxn id="36" idx="2"/>
            <a:endCxn id="37" idx="2"/>
          </p:cNvCxnSpPr>
          <p:nvPr/>
        </p:nvCxnSpPr>
        <p:spPr>
          <a:xfrm rot="5400000">
            <a:off x="4513797" y="2031341"/>
            <a:ext cx="12700" cy="1706410"/>
          </a:xfrm>
          <a:prstGeom prst="bentConnector3">
            <a:avLst>
              <a:gd name="adj1" fmla="val 1800000"/>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BF46D78C-8883-6B36-5E54-B55F78131D61}"/>
              </a:ext>
            </a:extLst>
          </p:cNvPr>
          <p:cNvSpPr txBox="1"/>
          <p:nvPr/>
        </p:nvSpPr>
        <p:spPr>
          <a:xfrm>
            <a:off x="4159761" y="2918486"/>
            <a:ext cx="528651" cy="197994"/>
          </a:xfrm>
          <a:prstGeom prst="rect">
            <a:avLst/>
          </a:prstGeom>
          <a:noFill/>
        </p:spPr>
        <p:txBody>
          <a:bodyPr wrap="none" lIns="0" tIns="0" rIns="0" bIns="0" rtlCol="0">
            <a:noAutofit/>
          </a:bodyPr>
          <a:lstStyle/>
          <a:p>
            <a:pPr algn="ctr" fontAlgn="base">
              <a:lnSpc>
                <a:spcPct val="120000"/>
              </a:lnSpc>
              <a:spcAft>
                <a:spcPts val="600"/>
              </a:spcAft>
            </a:pPr>
            <a:r>
              <a:rPr lang="en-US" sz="1000" b="1">
                <a:ea typeface="Microsoft YaHei" charset="-122"/>
                <a:cs typeface="Microsoft YaHei" charset="-122"/>
              </a:rPr>
              <a:t>Fail (M&amp;N)</a:t>
            </a:r>
          </a:p>
        </p:txBody>
      </p:sp>
      <p:sp>
        <p:nvSpPr>
          <p:cNvPr id="72" name="TextBox 71">
            <a:extLst>
              <a:ext uri="{FF2B5EF4-FFF2-40B4-BE49-F238E27FC236}">
                <a16:creationId xmlns:a16="http://schemas.microsoft.com/office/drawing/2014/main" id="{CFBF401A-9338-BE85-4B88-60B5EDEEC7DD}"/>
              </a:ext>
            </a:extLst>
          </p:cNvPr>
          <p:cNvSpPr txBox="1"/>
          <p:nvPr/>
        </p:nvSpPr>
        <p:spPr>
          <a:xfrm>
            <a:off x="5903217" y="3040400"/>
            <a:ext cx="528651" cy="197994"/>
          </a:xfrm>
          <a:prstGeom prst="rect">
            <a:avLst/>
          </a:prstGeom>
          <a:noFill/>
        </p:spPr>
        <p:txBody>
          <a:bodyPr wrap="none" lIns="0" tIns="0" rIns="0" bIns="0" rtlCol="0">
            <a:noAutofit/>
          </a:bodyPr>
          <a:lstStyle/>
          <a:p>
            <a:pPr algn="ctr" fontAlgn="base">
              <a:lnSpc>
                <a:spcPct val="120000"/>
              </a:lnSpc>
              <a:spcAft>
                <a:spcPts val="600"/>
              </a:spcAft>
            </a:pPr>
            <a:r>
              <a:rPr lang="en-US" sz="1000" b="1">
                <a:ea typeface="Microsoft YaHei" charset="-122"/>
                <a:cs typeface="Microsoft YaHei" charset="-122"/>
              </a:rPr>
              <a:t>Fail (M&amp;N)</a:t>
            </a:r>
          </a:p>
        </p:txBody>
      </p:sp>
      <p:sp>
        <p:nvSpPr>
          <p:cNvPr id="74" name="Flowchart: Document 73">
            <a:extLst>
              <a:ext uri="{FF2B5EF4-FFF2-40B4-BE49-F238E27FC236}">
                <a16:creationId xmlns:a16="http://schemas.microsoft.com/office/drawing/2014/main" id="{B956B8E5-B0E5-0CA2-74E0-826E91EA85B5}"/>
              </a:ext>
            </a:extLst>
          </p:cNvPr>
          <p:cNvSpPr/>
          <p:nvPr/>
        </p:nvSpPr>
        <p:spPr>
          <a:xfrm>
            <a:off x="363469" y="2061561"/>
            <a:ext cx="824636" cy="470897"/>
          </a:xfrm>
          <a:prstGeom prst="flowChartDocumen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Back Log</a:t>
            </a:r>
          </a:p>
        </p:txBody>
      </p:sp>
      <p:cxnSp>
        <p:nvCxnSpPr>
          <p:cNvPr id="76" name="Straight Arrow Connector 75">
            <a:extLst>
              <a:ext uri="{FF2B5EF4-FFF2-40B4-BE49-F238E27FC236}">
                <a16:creationId xmlns:a16="http://schemas.microsoft.com/office/drawing/2014/main" id="{E96FEE0C-6DD1-6926-5ABD-9B066491C08A}"/>
              </a:ext>
            </a:extLst>
          </p:cNvPr>
          <p:cNvCxnSpPr>
            <a:stCxn id="74" idx="2"/>
            <a:endCxn id="31" idx="0"/>
          </p:cNvCxnSpPr>
          <p:nvPr/>
        </p:nvCxnSpPr>
        <p:spPr>
          <a:xfrm>
            <a:off x="775787" y="2501326"/>
            <a:ext cx="12615" cy="136443"/>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55BB0FEE-E48C-35BC-CE27-7F368B85838F}"/>
              </a:ext>
            </a:extLst>
          </p:cNvPr>
          <p:cNvCxnSpPr>
            <a:stCxn id="39" idx="1"/>
            <a:endCxn id="38" idx="3"/>
          </p:cNvCxnSpPr>
          <p:nvPr/>
        </p:nvCxnSpPr>
        <p:spPr>
          <a:xfrm rot="10800000" flipV="1">
            <a:off x="9622705" y="2358842"/>
            <a:ext cx="370765" cy="428349"/>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41D22C79-093D-FD6E-4E14-995C333B1A9D}"/>
              </a:ext>
            </a:extLst>
          </p:cNvPr>
          <p:cNvCxnSpPr>
            <a:stCxn id="41" idx="1"/>
            <a:endCxn id="38" idx="3"/>
          </p:cNvCxnSpPr>
          <p:nvPr/>
        </p:nvCxnSpPr>
        <p:spPr>
          <a:xfrm rot="10800000" flipV="1">
            <a:off x="9622705" y="2785494"/>
            <a:ext cx="384211" cy="1698"/>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0E09759E-5446-A887-9B6F-D594C5F1D0A5}"/>
              </a:ext>
            </a:extLst>
          </p:cNvPr>
          <p:cNvCxnSpPr>
            <a:stCxn id="40" idx="1"/>
            <a:endCxn id="38" idx="3"/>
          </p:cNvCxnSpPr>
          <p:nvPr/>
        </p:nvCxnSpPr>
        <p:spPr>
          <a:xfrm rot="10800000">
            <a:off x="9622705" y="2787192"/>
            <a:ext cx="384211" cy="428038"/>
          </a:xfrm>
          <a:prstGeom prst="bentConnector3">
            <a:avLst/>
          </a:prstGeom>
          <a:ln w="1270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Arrow: Right 82">
            <a:extLst>
              <a:ext uri="{FF2B5EF4-FFF2-40B4-BE49-F238E27FC236}">
                <a16:creationId xmlns:a16="http://schemas.microsoft.com/office/drawing/2014/main" id="{C19D29D4-DB25-B774-DB1B-B7B8E318BD4F}"/>
              </a:ext>
            </a:extLst>
          </p:cNvPr>
          <p:cNvSpPr/>
          <p:nvPr/>
        </p:nvSpPr>
        <p:spPr>
          <a:xfrm>
            <a:off x="2624699" y="2744571"/>
            <a:ext cx="365760" cy="182880"/>
          </a:xfrm>
          <a:prstGeom prst="rightArrow">
            <a:avLst/>
          </a:prstGeom>
          <a:gradFill>
            <a:gsLst>
              <a:gs pos="99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lowchart: Connector 86">
            <a:extLst>
              <a:ext uri="{FF2B5EF4-FFF2-40B4-BE49-F238E27FC236}">
                <a16:creationId xmlns:a16="http://schemas.microsoft.com/office/drawing/2014/main" id="{48862176-170D-372C-92A1-B00F7D3BD5D6}"/>
              </a:ext>
            </a:extLst>
          </p:cNvPr>
          <p:cNvSpPr/>
          <p:nvPr/>
        </p:nvSpPr>
        <p:spPr>
          <a:xfrm>
            <a:off x="11268075" y="2545535"/>
            <a:ext cx="457200" cy="457200"/>
          </a:xfrm>
          <a:prstGeom prst="flowChartConnector">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T</a:t>
            </a:r>
          </a:p>
        </p:txBody>
      </p:sp>
      <p:cxnSp>
        <p:nvCxnSpPr>
          <p:cNvPr id="91" name="Connector: Elbow 90">
            <a:extLst>
              <a:ext uri="{FF2B5EF4-FFF2-40B4-BE49-F238E27FC236}">
                <a16:creationId xmlns:a16="http://schemas.microsoft.com/office/drawing/2014/main" id="{3D3A38E7-FFD3-C174-5589-FEB0CAE9877B}"/>
              </a:ext>
            </a:extLst>
          </p:cNvPr>
          <p:cNvCxnSpPr>
            <a:stCxn id="39" idx="3"/>
            <a:endCxn id="87" idx="0"/>
          </p:cNvCxnSpPr>
          <p:nvPr/>
        </p:nvCxnSpPr>
        <p:spPr>
          <a:xfrm>
            <a:off x="11093062" y="2358843"/>
            <a:ext cx="403613" cy="186692"/>
          </a:xfrm>
          <a:prstGeom prst="bentConnector2">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3FEFA742-043B-7A39-F256-A425DEAAD754}"/>
              </a:ext>
            </a:extLst>
          </p:cNvPr>
          <p:cNvCxnSpPr>
            <a:stCxn id="40" idx="3"/>
            <a:endCxn id="87" idx="5"/>
          </p:cNvCxnSpPr>
          <p:nvPr/>
        </p:nvCxnSpPr>
        <p:spPr>
          <a:xfrm flipV="1">
            <a:off x="11079615" y="3002735"/>
            <a:ext cx="417060" cy="212495"/>
          </a:xfrm>
          <a:prstGeom prst="bentConnector2">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E0B14887-924A-2EF6-6FD3-9701438F6A36}"/>
              </a:ext>
            </a:extLst>
          </p:cNvPr>
          <p:cNvCxnSpPr>
            <a:stCxn id="41" idx="3"/>
            <a:endCxn id="87" idx="2"/>
          </p:cNvCxnSpPr>
          <p:nvPr/>
        </p:nvCxnSpPr>
        <p:spPr>
          <a:xfrm flipV="1">
            <a:off x="11079616" y="2774135"/>
            <a:ext cx="188459" cy="11359"/>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99C42917-62E8-231E-8A1B-31139EF472C8}"/>
              </a:ext>
            </a:extLst>
          </p:cNvPr>
          <p:cNvSpPr/>
          <p:nvPr/>
        </p:nvSpPr>
        <p:spPr>
          <a:xfrm>
            <a:off x="8438578" y="3843490"/>
            <a:ext cx="3418821"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Font typeface="Arial" panose="020B0604020202020204" pitchFamily="34" charset="0"/>
              <a:buChar char="•"/>
            </a:pPr>
            <a:r>
              <a:rPr lang="en-US" sz="1200">
                <a:solidFill>
                  <a:schemeClr val="tx1"/>
                </a:solidFill>
              </a:rPr>
              <a:t>FEP Manager performs </a:t>
            </a:r>
            <a:r>
              <a:rPr lang="en-US" sz="1200" err="1">
                <a:solidFill>
                  <a:schemeClr val="tx1"/>
                </a:solidFill>
              </a:rPr>
              <a:t>GenAgent</a:t>
            </a:r>
            <a:r>
              <a:rPr lang="en-US" sz="1200">
                <a:solidFill>
                  <a:schemeClr val="tx1"/>
                </a:solidFill>
              </a:rPr>
              <a:t> spot QA, runs manual simulations to validate scenarios, and combines opportunities from Audit and Assoc. for review with Product and Conversational Designer.</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Assoc. QA samples and audits based on current processing rules.</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Internal Audit / QA – Samples and provides feedback based on  interaction volume.</a:t>
            </a:r>
          </a:p>
          <a:p>
            <a:endParaRPr lang="en-US" sz="1200">
              <a:solidFill>
                <a:schemeClr val="tx1"/>
              </a:solidFill>
            </a:endParaRPr>
          </a:p>
        </p:txBody>
      </p:sp>
      <p:sp>
        <p:nvSpPr>
          <p:cNvPr id="97" name="Rectangle 96">
            <a:extLst>
              <a:ext uri="{FF2B5EF4-FFF2-40B4-BE49-F238E27FC236}">
                <a16:creationId xmlns:a16="http://schemas.microsoft.com/office/drawing/2014/main" id="{F777AE63-B22B-55BD-3F3D-AC4F0BC61C49}"/>
              </a:ext>
            </a:extLst>
          </p:cNvPr>
          <p:cNvSpPr/>
          <p:nvPr/>
        </p:nvSpPr>
        <p:spPr>
          <a:xfrm>
            <a:off x="3044983" y="3859046"/>
            <a:ext cx="4861719" cy="2849182"/>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Font typeface="Arial" panose="020B0604020202020204" pitchFamily="34" charset="0"/>
              <a:buChar char="•"/>
            </a:pPr>
            <a:r>
              <a:rPr lang="en-US" sz="1200">
                <a:solidFill>
                  <a:schemeClr val="tx1"/>
                </a:solidFill>
              </a:rPr>
              <a:t>Conversational Designer and or GA Engineer will test their updates. They will also complete prescribed Regression/Simulation testing prior to UAT.</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UAT testing is a combination of Simulation and Live agent interaction through voice or chat and is conducted by the business team(s) or delegates leveraging the Must/Never/Should framework.</a:t>
            </a:r>
            <a:endParaRPr lang="en-US" sz="1200">
              <a:solidFill>
                <a:schemeClr val="tx1"/>
              </a:solidFill>
              <a:cs typeface="Arial"/>
            </a:endParaRP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Post Production Testing duration and volume is determined in release planning based on the complexity of the release. Any Issues or Opportunities would be resolved through hyper care.</a:t>
            </a:r>
            <a:endParaRPr lang="en-US" sz="1200">
              <a:solidFill>
                <a:schemeClr val="tx1"/>
              </a:solidFill>
              <a:cs typeface="Arial"/>
            </a:endParaRPr>
          </a:p>
          <a:p>
            <a:endParaRPr lang="en-US" sz="1200">
              <a:solidFill>
                <a:schemeClr val="tx1"/>
              </a:solidFill>
            </a:endParaRPr>
          </a:p>
          <a:p>
            <a:pPr marL="171450" indent="-171450">
              <a:buFont typeface="Arial" panose="020B0604020202020204" pitchFamily="34" charset="0"/>
              <a:buChar char="•"/>
            </a:pPr>
            <a:r>
              <a:rPr lang="en-US" sz="1200">
                <a:solidFill>
                  <a:schemeClr val="tx1"/>
                </a:solidFill>
              </a:rPr>
              <a:t>Successful exit of Post- production testing would signal the start of BAU reviews by the relevant business teams.</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endParaRPr lang="en-US" sz="1200">
              <a:solidFill>
                <a:schemeClr val="tx1"/>
              </a:solidFill>
            </a:endParaRPr>
          </a:p>
        </p:txBody>
      </p:sp>
      <p:sp>
        <p:nvSpPr>
          <p:cNvPr id="98" name="Arrow: Right 97">
            <a:extLst>
              <a:ext uri="{FF2B5EF4-FFF2-40B4-BE49-F238E27FC236}">
                <a16:creationId xmlns:a16="http://schemas.microsoft.com/office/drawing/2014/main" id="{6FF081FA-12A2-A54C-D516-0016D0F78D5A}"/>
              </a:ext>
            </a:extLst>
          </p:cNvPr>
          <p:cNvSpPr/>
          <p:nvPr/>
        </p:nvSpPr>
        <p:spPr>
          <a:xfrm>
            <a:off x="7995365" y="2744571"/>
            <a:ext cx="365760" cy="182880"/>
          </a:xfrm>
          <a:prstGeom prst="rightArrow">
            <a:avLst/>
          </a:prstGeom>
          <a:gradFill>
            <a:gsLst>
              <a:gs pos="99000">
                <a:schemeClr val="accent1">
                  <a:alpha val="85000"/>
                </a:schemeClr>
              </a:gs>
              <a:gs pos="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Connector 4">
            <a:extLst>
              <a:ext uri="{FF2B5EF4-FFF2-40B4-BE49-F238E27FC236}">
                <a16:creationId xmlns:a16="http://schemas.microsoft.com/office/drawing/2014/main" id="{00BA21C7-A144-395C-3D90-D8A508E81FB5}"/>
              </a:ext>
            </a:extLst>
          </p:cNvPr>
          <p:cNvSpPr/>
          <p:nvPr/>
        </p:nvSpPr>
        <p:spPr>
          <a:xfrm>
            <a:off x="1103232" y="1899314"/>
            <a:ext cx="457200" cy="457200"/>
          </a:xfrm>
          <a:prstGeom prst="flowChartConnector">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tx1"/>
                </a:solidFill>
              </a:rPr>
              <a:t>T</a:t>
            </a:r>
          </a:p>
        </p:txBody>
      </p:sp>
      <p:sp>
        <p:nvSpPr>
          <p:cNvPr id="6" name="Rectangle 5">
            <a:extLst>
              <a:ext uri="{FF2B5EF4-FFF2-40B4-BE49-F238E27FC236}">
                <a16:creationId xmlns:a16="http://schemas.microsoft.com/office/drawing/2014/main" id="{9604FBCF-EB01-2062-C7C4-7BB9ED53F9FF}"/>
              </a:ext>
            </a:extLst>
          </p:cNvPr>
          <p:cNvSpPr/>
          <p:nvPr/>
        </p:nvSpPr>
        <p:spPr>
          <a:xfrm>
            <a:off x="138394" y="3868011"/>
            <a:ext cx="2455006"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Font typeface="Arial" panose="020B0604020202020204" pitchFamily="34" charset="0"/>
              <a:buChar char="•"/>
            </a:pPr>
            <a:r>
              <a:rPr lang="en-US" sz="1200">
                <a:solidFill>
                  <a:schemeClr val="tx1"/>
                </a:solidFill>
              </a:rPr>
              <a:t>Release Planning is a combined review by all relevant working parties to ensure value is added to the </a:t>
            </a:r>
            <a:r>
              <a:rPr lang="en-US" sz="1200" err="1">
                <a:solidFill>
                  <a:schemeClr val="tx1"/>
                </a:solidFill>
              </a:rPr>
              <a:t>GenAgent</a:t>
            </a:r>
            <a:r>
              <a:rPr lang="en-US" sz="1200">
                <a:solidFill>
                  <a:schemeClr val="tx1"/>
                </a:solidFill>
              </a:rPr>
              <a:t>.</a:t>
            </a:r>
            <a:endParaRPr lang="en-US" sz="1200">
              <a:solidFill>
                <a:schemeClr val="tx1"/>
              </a:solidFill>
              <a:cs typeface="Arial"/>
            </a:endParaRP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Test Planning is specific to the planned release as the complexity of the release will determine the complexity of the testing required.</a:t>
            </a:r>
            <a:endParaRPr lang="en-US" sz="1200">
              <a:solidFill>
                <a:schemeClr val="tx1"/>
              </a:solidFill>
              <a:cs typeface="Arial"/>
            </a:endParaRPr>
          </a:p>
          <a:p>
            <a:endParaRPr lang="en-US" sz="1200">
              <a:solidFill>
                <a:schemeClr val="tx1"/>
              </a:solidFill>
            </a:endParaRPr>
          </a:p>
        </p:txBody>
      </p:sp>
      <p:sp>
        <p:nvSpPr>
          <p:cNvPr id="7" name="TextBox 6">
            <a:extLst>
              <a:ext uri="{FF2B5EF4-FFF2-40B4-BE49-F238E27FC236}">
                <a16:creationId xmlns:a16="http://schemas.microsoft.com/office/drawing/2014/main" id="{9463EA43-A0B2-1F8C-D511-E1B02968CD56}"/>
              </a:ext>
            </a:extLst>
          </p:cNvPr>
          <p:cNvSpPr txBox="1"/>
          <p:nvPr/>
        </p:nvSpPr>
        <p:spPr>
          <a:xfrm>
            <a:off x="475129" y="1040226"/>
            <a:ext cx="10993337" cy="470899"/>
          </a:xfrm>
          <a:prstGeom prst="rect">
            <a:avLst/>
          </a:prstGeom>
          <a:noFill/>
        </p:spPr>
        <p:txBody>
          <a:bodyPr wrap="square" lIns="0" tIns="0" rIns="0" bIns="0" rtlCol="0" anchor="t">
            <a:noAutofit/>
          </a:bodyPr>
          <a:lstStyle/>
          <a:p>
            <a:pPr fontAlgn="base">
              <a:lnSpc>
                <a:spcPct val="120000"/>
              </a:lnSpc>
              <a:spcAft>
                <a:spcPts val="600"/>
              </a:spcAft>
            </a:pPr>
            <a:r>
              <a:rPr lang="en-US" sz="1200">
                <a:ea typeface="Microsoft YaHei"/>
                <a:cs typeface="Microsoft YaHei" charset="-122"/>
              </a:rPr>
              <a:t>As updates and changes made to the Gen Agent handoffs between teams are important.  Understanding when and what teams are responsible for reduces effort and ensures ongoing monitoring.</a:t>
            </a:r>
          </a:p>
        </p:txBody>
      </p:sp>
      <p:sp>
        <p:nvSpPr>
          <p:cNvPr id="8" name="TextBox 7">
            <a:extLst>
              <a:ext uri="{FF2B5EF4-FFF2-40B4-BE49-F238E27FC236}">
                <a16:creationId xmlns:a16="http://schemas.microsoft.com/office/drawing/2014/main" id="{349845B1-9C8B-BFE3-AB7C-B58EA8BC471D}"/>
              </a:ext>
            </a:extLst>
          </p:cNvPr>
          <p:cNvSpPr txBox="1"/>
          <p:nvPr/>
        </p:nvSpPr>
        <p:spPr>
          <a:xfrm>
            <a:off x="3886617" y="1656398"/>
            <a:ext cx="3341388" cy="314333"/>
          </a:xfrm>
          <a:prstGeom prst="rect">
            <a:avLst/>
          </a:prstGeom>
          <a:noFill/>
        </p:spPr>
        <p:txBody>
          <a:bodyPr wrap="none" lIns="0" tIns="0" rIns="0" bIns="0" rtlCol="0">
            <a:noAutofit/>
          </a:bodyPr>
          <a:lstStyle/>
          <a:p>
            <a:pPr fontAlgn="base">
              <a:lnSpc>
                <a:spcPct val="120000"/>
              </a:lnSpc>
              <a:spcAft>
                <a:spcPts val="600"/>
              </a:spcAft>
            </a:pPr>
            <a:r>
              <a:rPr lang="en-US" sz="1600">
                <a:ea typeface="Microsoft YaHei" charset="-122"/>
                <a:cs typeface="Microsoft YaHei" charset="-122"/>
              </a:rPr>
              <a:t>Testing Framework</a:t>
            </a:r>
          </a:p>
        </p:txBody>
      </p:sp>
      <p:sp>
        <p:nvSpPr>
          <p:cNvPr id="9" name="TextBox 8">
            <a:extLst>
              <a:ext uri="{FF2B5EF4-FFF2-40B4-BE49-F238E27FC236}">
                <a16:creationId xmlns:a16="http://schemas.microsoft.com/office/drawing/2014/main" id="{9B6139F3-F6A0-97E9-78CB-4FF77AB16FBA}"/>
              </a:ext>
            </a:extLst>
          </p:cNvPr>
          <p:cNvSpPr txBox="1"/>
          <p:nvPr/>
        </p:nvSpPr>
        <p:spPr>
          <a:xfrm>
            <a:off x="361804" y="1656398"/>
            <a:ext cx="2186558" cy="314333"/>
          </a:xfrm>
          <a:prstGeom prst="rect">
            <a:avLst/>
          </a:prstGeom>
          <a:noFill/>
        </p:spPr>
        <p:txBody>
          <a:bodyPr wrap="none" lIns="0" tIns="0" rIns="0" bIns="0" rtlCol="0">
            <a:noAutofit/>
          </a:bodyPr>
          <a:lstStyle/>
          <a:p>
            <a:pPr fontAlgn="base">
              <a:lnSpc>
                <a:spcPct val="120000"/>
              </a:lnSpc>
              <a:spcAft>
                <a:spcPts val="600"/>
              </a:spcAft>
            </a:pPr>
            <a:r>
              <a:rPr lang="en-US" sz="1600">
                <a:ea typeface="Microsoft YaHei" charset="-122"/>
                <a:cs typeface="Microsoft YaHei" charset="-122"/>
              </a:rPr>
              <a:t>Tuning &amp; Increments</a:t>
            </a:r>
          </a:p>
        </p:txBody>
      </p:sp>
      <p:sp>
        <p:nvSpPr>
          <p:cNvPr id="10" name="TextBox 9">
            <a:extLst>
              <a:ext uri="{FF2B5EF4-FFF2-40B4-BE49-F238E27FC236}">
                <a16:creationId xmlns:a16="http://schemas.microsoft.com/office/drawing/2014/main" id="{848A2C2A-DDC6-B43C-2A21-5EA504CFFB1F}"/>
              </a:ext>
            </a:extLst>
          </p:cNvPr>
          <p:cNvSpPr txBox="1"/>
          <p:nvPr/>
        </p:nvSpPr>
        <p:spPr>
          <a:xfrm>
            <a:off x="8750998" y="1675596"/>
            <a:ext cx="1867762" cy="314333"/>
          </a:xfrm>
          <a:prstGeom prst="rect">
            <a:avLst/>
          </a:prstGeom>
          <a:noFill/>
        </p:spPr>
        <p:txBody>
          <a:bodyPr wrap="none" lIns="0" tIns="0" rIns="0" bIns="0" rtlCol="0">
            <a:noAutofit/>
          </a:bodyPr>
          <a:lstStyle/>
          <a:p>
            <a:pPr fontAlgn="base">
              <a:lnSpc>
                <a:spcPct val="120000"/>
              </a:lnSpc>
              <a:spcAft>
                <a:spcPts val="600"/>
              </a:spcAft>
            </a:pPr>
            <a:r>
              <a:rPr lang="en-US" sz="1600">
                <a:ea typeface="Microsoft YaHei" charset="-122"/>
                <a:cs typeface="Microsoft YaHei" charset="-122"/>
              </a:rPr>
              <a:t>Business As Usual Monitoring</a:t>
            </a:r>
          </a:p>
        </p:txBody>
      </p:sp>
    </p:spTree>
    <p:extLst>
      <p:ext uri="{BB962C8B-B14F-4D97-AF65-F5344CB8AC3E}">
        <p14:creationId xmlns:p14="http://schemas.microsoft.com/office/powerpoint/2010/main" val="44797791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A6E20-E16E-A64D-BA88-45167848BD44}"/>
              </a:ext>
            </a:extLst>
          </p:cNvPr>
          <p:cNvSpPr>
            <a:spLocks noGrp="1"/>
          </p:cNvSpPr>
          <p:nvPr>
            <p:ph type="title"/>
          </p:nvPr>
        </p:nvSpPr>
        <p:spPr/>
        <p:txBody>
          <a:bodyPr/>
          <a:lstStyle/>
          <a:p>
            <a:r>
              <a:rPr lang="en-US"/>
              <a:t>Testing Framework – High-level</a:t>
            </a:r>
          </a:p>
        </p:txBody>
      </p:sp>
      <p:sp>
        <p:nvSpPr>
          <p:cNvPr id="3" name="Footer Placeholder 2">
            <a:extLst>
              <a:ext uri="{FF2B5EF4-FFF2-40B4-BE49-F238E27FC236}">
                <a16:creationId xmlns:a16="http://schemas.microsoft.com/office/drawing/2014/main" id="{77C0188C-EE8F-DF24-23EB-961E60FCC398}"/>
              </a:ext>
            </a:extLst>
          </p:cNvPr>
          <p:cNvSpPr>
            <a:spLocks noGrp="1"/>
          </p:cNvSpPr>
          <p:nvPr>
            <p:ph type="ftr" sz="quarter" idx="11"/>
          </p:nvPr>
        </p:nvSpPr>
        <p:spPr/>
        <p:txBody>
          <a:bodyPr/>
          <a:lstStyle/>
          <a:p>
            <a:r>
              <a:rPr lang="en-US"/>
              <a:t>© 2019 PTP. All rights reserved.</a:t>
            </a:r>
          </a:p>
        </p:txBody>
      </p:sp>
      <p:sp>
        <p:nvSpPr>
          <p:cNvPr id="4" name="Slide Number Placeholder 3">
            <a:extLst>
              <a:ext uri="{FF2B5EF4-FFF2-40B4-BE49-F238E27FC236}">
                <a16:creationId xmlns:a16="http://schemas.microsoft.com/office/drawing/2014/main" id="{F1D4C24C-6611-BFFA-8A6A-2F791E51E33C}"/>
              </a:ext>
            </a:extLst>
          </p:cNvPr>
          <p:cNvSpPr>
            <a:spLocks noGrp="1"/>
          </p:cNvSpPr>
          <p:nvPr>
            <p:ph type="sldNum" sz="quarter" idx="12"/>
          </p:nvPr>
        </p:nvSpPr>
        <p:spPr/>
        <p:txBody>
          <a:bodyPr/>
          <a:lstStyle/>
          <a:p>
            <a:fld id="{EAFE7DC3-8061-DA4A-AC8E-F40965DD04F4}" type="slidenum">
              <a:rPr lang="en-US" smtClean="0"/>
              <a:pPr/>
              <a:t>6</a:t>
            </a:fld>
            <a:endParaRPr lang="en-US"/>
          </a:p>
        </p:txBody>
      </p:sp>
      <p:sp>
        <p:nvSpPr>
          <p:cNvPr id="5" name="Rectangle: Rounded Corners 4">
            <a:extLst>
              <a:ext uri="{FF2B5EF4-FFF2-40B4-BE49-F238E27FC236}">
                <a16:creationId xmlns:a16="http://schemas.microsoft.com/office/drawing/2014/main" id="{A096A843-B550-702E-798A-C3DD11BD7D58}"/>
              </a:ext>
            </a:extLst>
          </p:cNvPr>
          <p:cNvSpPr/>
          <p:nvPr/>
        </p:nvSpPr>
        <p:spPr>
          <a:xfrm>
            <a:off x="569086" y="2263907"/>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tx1"/>
                </a:solidFill>
              </a:rPr>
              <a:t>Dev QA</a:t>
            </a:r>
          </a:p>
        </p:txBody>
      </p:sp>
      <p:sp>
        <p:nvSpPr>
          <p:cNvPr id="6" name="Rectangle: Rounded Corners 5">
            <a:extLst>
              <a:ext uri="{FF2B5EF4-FFF2-40B4-BE49-F238E27FC236}">
                <a16:creationId xmlns:a16="http://schemas.microsoft.com/office/drawing/2014/main" id="{F48633B6-B161-8938-CB7B-518BE97B7AC8}"/>
              </a:ext>
            </a:extLst>
          </p:cNvPr>
          <p:cNvSpPr/>
          <p:nvPr/>
        </p:nvSpPr>
        <p:spPr>
          <a:xfrm>
            <a:off x="2886646" y="2263907"/>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tx1"/>
                </a:solidFill>
              </a:rPr>
              <a:t>Simulation</a:t>
            </a:r>
          </a:p>
          <a:p>
            <a:pPr algn="ctr"/>
            <a:r>
              <a:rPr lang="en-US" sz="1000">
                <a:solidFill>
                  <a:schemeClr val="tx1"/>
                </a:solidFill>
              </a:rPr>
              <a:t>(Changes/</a:t>
            </a:r>
          </a:p>
          <a:p>
            <a:pPr algn="ctr"/>
            <a:r>
              <a:rPr lang="en-US" sz="1000">
                <a:solidFill>
                  <a:schemeClr val="tx1"/>
                </a:solidFill>
              </a:rPr>
              <a:t>Updates)</a:t>
            </a:r>
            <a:endParaRPr lang="en-US">
              <a:solidFill>
                <a:schemeClr val="tx1"/>
              </a:solidFill>
            </a:endParaRPr>
          </a:p>
        </p:txBody>
      </p:sp>
      <p:sp>
        <p:nvSpPr>
          <p:cNvPr id="7" name="Rectangle: Rounded Corners 6">
            <a:extLst>
              <a:ext uri="{FF2B5EF4-FFF2-40B4-BE49-F238E27FC236}">
                <a16:creationId xmlns:a16="http://schemas.microsoft.com/office/drawing/2014/main" id="{880DC92A-A138-4568-9EF9-7EEF41D9919A}"/>
              </a:ext>
            </a:extLst>
          </p:cNvPr>
          <p:cNvSpPr/>
          <p:nvPr/>
        </p:nvSpPr>
        <p:spPr>
          <a:xfrm>
            <a:off x="7521766" y="2263907"/>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User Acceptance</a:t>
            </a:r>
          </a:p>
          <a:p>
            <a:pPr algn="ctr"/>
            <a:r>
              <a:rPr lang="en-US" sz="1000">
                <a:solidFill>
                  <a:schemeClr val="tx1"/>
                </a:solidFill>
              </a:rPr>
              <a:t>(Voice/Chat)</a:t>
            </a:r>
          </a:p>
        </p:txBody>
      </p:sp>
      <p:sp>
        <p:nvSpPr>
          <p:cNvPr id="8" name="Rectangle: Rounded Corners 7">
            <a:extLst>
              <a:ext uri="{FF2B5EF4-FFF2-40B4-BE49-F238E27FC236}">
                <a16:creationId xmlns:a16="http://schemas.microsoft.com/office/drawing/2014/main" id="{B1AC115D-5DD4-33F2-B59D-39D9A87BE503}"/>
              </a:ext>
            </a:extLst>
          </p:cNvPr>
          <p:cNvSpPr/>
          <p:nvPr/>
        </p:nvSpPr>
        <p:spPr>
          <a:xfrm>
            <a:off x="9839325" y="2263907"/>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Post-production Testing</a:t>
            </a:r>
          </a:p>
        </p:txBody>
      </p:sp>
      <p:sp>
        <p:nvSpPr>
          <p:cNvPr id="9" name="Rectangle: Rounded Corners 8">
            <a:extLst>
              <a:ext uri="{FF2B5EF4-FFF2-40B4-BE49-F238E27FC236}">
                <a16:creationId xmlns:a16="http://schemas.microsoft.com/office/drawing/2014/main" id="{4007B1E0-2529-DAAB-2941-22F3ACA2BAB2}"/>
              </a:ext>
            </a:extLst>
          </p:cNvPr>
          <p:cNvSpPr/>
          <p:nvPr/>
        </p:nvSpPr>
        <p:spPr>
          <a:xfrm>
            <a:off x="5204206" y="2263907"/>
            <a:ext cx="1005840" cy="47089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Simulation</a:t>
            </a:r>
          </a:p>
          <a:p>
            <a:pPr algn="ctr"/>
            <a:r>
              <a:rPr lang="en-US" sz="1000">
                <a:solidFill>
                  <a:schemeClr val="tx1"/>
                </a:solidFill>
              </a:rPr>
              <a:t>(Regression)</a:t>
            </a:r>
          </a:p>
        </p:txBody>
      </p:sp>
      <p:sp>
        <p:nvSpPr>
          <p:cNvPr id="10" name="Rectangle 9">
            <a:extLst>
              <a:ext uri="{FF2B5EF4-FFF2-40B4-BE49-F238E27FC236}">
                <a16:creationId xmlns:a16="http://schemas.microsoft.com/office/drawing/2014/main" id="{21372FA4-96AE-393E-9546-5A8A98DE31A2}"/>
              </a:ext>
            </a:extLst>
          </p:cNvPr>
          <p:cNvSpPr/>
          <p:nvPr/>
        </p:nvSpPr>
        <p:spPr>
          <a:xfrm>
            <a:off x="320439" y="3348037"/>
            <a:ext cx="2013186"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200">
                <a:solidFill>
                  <a:schemeClr val="tx1"/>
                </a:solidFill>
              </a:rPr>
              <a:t>As GA Engineers and Conversational Designers make updates and changes, they simulate  conversations to validate their work.</a:t>
            </a:r>
          </a:p>
        </p:txBody>
      </p:sp>
      <p:sp>
        <p:nvSpPr>
          <p:cNvPr id="15" name="Rectangle 14">
            <a:extLst>
              <a:ext uri="{FF2B5EF4-FFF2-40B4-BE49-F238E27FC236}">
                <a16:creationId xmlns:a16="http://schemas.microsoft.com/office/drawing/2014/main" id="{341FD555-285C-02E9-960B-40097638B6DB}"/>
              </a:ext>
            </a:extLst>
          </p:cNvPr>
          <p:cNvSpPr/>
          <p:nvPr/>
        </p:nvSpPr>
        <p:spPr>
          <a:xfrm>
            <a:off x="2465730" y="3228973"/>
            <a:ext cx="2013186"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200">
                <a:solidFill>
                  <a:schemeClr val="tx1"/>
                </a:solidFill>
              </a:rPr>
              <a:t>All changes are grouped for a Release and Simulations are created to validate changes, updates, and connections as applicable.</a:t>
            </a:r>
          </a:p>
        </p:txBody>
      </p:sp>
      <p:sp>
        <p:nvSpPr>
          <p:cNvPr id="16" name="Rectangle 15">
            <a:extLst>
              <a:ext uri="{FF2B5EF4-FFF2-40B4-BE49-F238E27FC236}">
                <a16:creationId xmlns:a16="http://schemas.microsoft.com/office/drawing/2014/main" id="{DD2859B6-DC76-C103-AF90-717F563A02D1}"/>
              </a:ext>
            </a:extLst>
          </p:cNvPr>
          <p:cNvSpPr/>
          <p:nvPr/>
        </p:nvSpPr>
        <p:spPr>
          <a:xfrm>
            <a:off x="4611022" y="3228972"/>
            <a:ext cx="2176354"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200">
                <a:solidFill>
                  <a:schemeClr val="tx1"/>
                </a:solidFill>
              </a:rPr>
              <a:t>A set of business specified cases are simulated where both the interaction and the expected response are provided.  As simulations run, the GA responds and a different LLM reviews the output and groups them into Pass or Fail. Changes are made to the GA until all simulations pass.</a:t>
            </a:r>
          </a:p>
        </p:txBody>
      </p:sp>
      <p:sp>
        <p:nvSpPr>
          <p:cNvPr id="17" name="Rectangle 16">
            <a:extLst>
              <a:ext uri="{FF2B5EF4-FFF2-40B4-BE49-F238E27FC236}">
                <a16:creationId xmlns:a16="http://schemas.microsoft.com/office/drawing/2014/main" id="{D58FC98B-6953-C0EB-27F9-7BC4C71EAD54}"/>
              </a:ext>
            </a:extLst>
          </p:cNvPr>
          <p:cNvSpPr/>
          <p:nvPr/>
        </p:nvSpPr>
        <p:spPr>
          <a:xfrm>
            <a:off x="7270984" y="3228972"/>
            <a:ext cx="1965020"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200">
                <a:solidFill>
                  <a:schemeClr val="tx1"/>
                </a:solidFill>
              </a:rPr>
              <a:t>Business users complete a specific number of test cases through either or both channels.  The results are graded with Never, Must, or Should.  Must and Never issues are resolved and retested prior to release.</a:t>
            </a:r>
          </a:p>
        </p:txBody>
      </p:sp>
      <p:sp>
        <p:nvSpPr>
          <p:cNvPr id="18" name="Rectangle 17">
            <a:extLst>
              <a:ext uri="{FF2B5EF4-FFF2-40B4-BE49-F238E27FC236}">
                <a16:creationId xmlns:a16="http://schemas.microsoft.com/office/drawing/2014/main" id="{8F15BA8C-C95B-0707-C176-05AE5BC985A1}"/>
              </a:ext>
            </a:extLst>
          </p:cNvPr>
          <p:cNvSpPr/>
          <p:nvPr/>
        </p:nvSpPr>
        <p:spPr>
          <a:xfrm>
            <a:off x="9439276" y="3228972"/>
            <a:ext cx="1965020" cy="2530419"/>
          </a:xfrm>
          <a:prstGeom prst="rect">
            <a:avLst/>
          </a:prstGeom>
          <a:no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200">
                <a:solidFill>
                  <a:schemeClr val="tx1"/>
                </a:solidFill>
              </a:rPr>
              <a:t>Once the changes are moved to production, all interactions are monitored and reviewed for a pre-determined time to ensure no impacts prior to BAU QA and review.</a:t>
            </a:r>
          </a:p>
        </p:txBody>
      </p:sp>
      <p:cxnSp>
        <p:nvCxnSpPr>
          <p:cNvPr id="20" name="Straight Arrow Connector 19">
            <a:extLst>
              <a:ext uri="{FF2B5EF4-FFF2-40B4-BE49-F238E27FC236}">
                <a16:creationId xmlns:a16="http://schemas.microsoft.com/office/drawing/2014/main" id="{463258D9-D35E-3932-30B8-7DA2B2CF9D74}"/>
              </a:ext>
            </a:extLst>
          </p:cNvPr>
          <p:cNvCxnSpPr>
            <a:stCxn id="5" idx="3"/>
            <a:endCxn id="6" idx="1"/>
          </p:cNvCxnSpPr>
          <p:nvPr/>
        </p:nvCxnSpPr>
        <p:spPr>
          <a:xfrm>
            <a:off x="1574926" y="2499356"/>
            <a:ext cx="1311720"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2E172A8-B990-E571-2A59-D3BBB9B102CC}"/>
              </a:ext>
            </a:extLst>
          </p:cNvPr>
          <p:cNvCxnSpPr>
            <a:stCxn id="6" idx="3"/>
            <a:endCxn id="9" idx="1"/>
          </p:cNvCxnSpPr>
          <p:nvPr/>
        </p:nvCxnSpPr>
        <p:spPr>
          <a:xfrm>
            <a:off x="3892486" y="2499356"/>
            <a:ext cx="1311720" cy="0"/>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AAAF91-E26A-E6DB-D4D4-06C184681CBF}"/>
              </a:ext>
            </a:extLst>
          </p:cNvPr>
          <p:cNvCxnSpPr>
            <a:stCxn id="9" idx="3"/>
            <a:endCxn id="7" idx="1"/>
          </p:cNvCxnSpPr>
          <p:nvPr/>
        </p:nvCxnSpPr>
        <p:spPr>
          <a:xfrm>
            <a:off x="6210046" y="2499356"/>
            <a:ext cx="1311720" cy="0"/>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EC24F9B-434A-97C0-EBF5-9D01681C6A19}"/>
              </a:ext>
            </a:extLst>
          </p:cNvPr>
          <p:cNvCxnSpPr>
            <a:stCxn id="7" idx="3"/>
            <a:endCxn id="8" idx="1"/>
          </p:cNvCxnSpPr>
          <p:nvPr/>
        </p:nvCxnSpPr>
        <p:spPr>
          <a:xfrm>
            <a:off x="8527606" y="2499356"/>
            <a:ext cx="1311719" cy="0"/>
          </a:xfrm>
          <a:prstGeom prst="straightConnector1">
            <a:avLst/>
          </a:prstGeom>
          <a:ln w="127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B42A8D94-A71B-7724-F6D6-B7A3EBB5F45E}"/>
              </a:ext>
            </a:extLst>
          </p:cNvPr>
          <p:cNvSpPr/>
          <p:nvPr/>
        </p:nvSpPr>
        <p:spPr>
          <a:xfrm>
            <a:off x="509565" y="1989767"/>
            <a:ext cx="6277809" cy="1019175"/>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F9A3EE94-17F8-E3A7-E905-14FA6C5E91D3}"/>
              </a:ext>
            </a:extLst>
          </p:cNvPr>
          <p:cNvSpPr/>
          <p:nvPr/>
        </p:nvSpPr>
        <p:spPr>
          <a:xfrm>
            <a:off x="7010400" y="1989767"/>
            <a:ext cx="4057650" cy="1019175"/>
          </a:xfrm>
          <a:prstGeom prst="round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A914C4-124B-0131-24F0-F0065B34AD54}"/>
              </a:ext>
            </a:extLst>
          </p:cNvPr>
          <p:cNvSpPr txBox="1"/>
          <p:nvPr/>
        </p:nvSpPr>
        <p:spPr>
          <a:xfrm>
            <a:off x="475129" y="1040226"/>
            <a:ext cx="10993337" cy="470899"/>
          </a:xfrm>
          <a:prstGeom prst="rect">
            <a:avLst/>
          </a:prstGeom>
          <a:noFill/>
        </p:spPr>
        <p:txBody>
          <a:bodyPr wrap="square" lIns="0" tIns="0" rIns="0" bIns="0" rtlCol="0">
            <a:noAutofit/>
          </a:bodyPr>
          <a:lstStyle/>
          <a:p>
            <a:pPr fontAlgn="base">
              <a:lnSpc>
                <a:spcPct val="120000"/>
              </a:lnSpc>
              <a:spcAft>
                <a:spcPts val="600"/>
              </a:spcAft>
            </a:pPr>
            <a:r>
              <a:rPr lang="en-US" sz="1200">
                <a:ea typeface="Microsoft YaHei" charset="-122"/>
                <a:cs typeface="Microsoft YaHei" charset="-122"/>
              </a:rPr>
              <a:t>The testing framework for a Generative Agent is both similar and different.  User acceptance testing and prost production monitoring has the biggest changes </a:t>
            </a:r>
          </a:p>
        </p:txBody>
      </p:sp>
    </p:spTree>
    <p:extLst>
      <p:ext uri="{BB962C8B-B14F-4D97-AF65-F5344CB8AC3E}">
        <p14:creationId xmlns:p14="http://schemas.microsoft.com/office/powerpoint/2010/main" val="3891470106"/>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PTP New">
      <a:dk1>
        <a:srgbClr val="27262B"/>
      </a:dk1>
      <a:lt1>
        <a:srgbClr val="FFFFFF"/>
      </a:lt1>
      <a:dk2>
        <a:srgbClr val="636369"/>
      </a:dk2>
      <a:lt2>
        <a:srgbClr val="F3F4F3"/>
      </a:lt2>
      <a:accent1>
        <a:srgbClr val="FF4B00"/>
      </a:accent1>
      <a:accent2>
        <a:srgbClr val="009FCE"/>
      </a:accent2>
      <a:accent3>
        <a:srgbClr val="FF7D00"/>
      </a:accent3>
      <a:accent4>
        <a:srgbClr val="00CBEA"/>
      </a:accent4>
      <a:accent5>
        <a:srgbClr val="AC1000"/>
      </a:accent5>
      <a:accent6>
        <a:srgbClr val="005472"/>
      </a:accent6>
      <a:hlink>
        <a:srgbClr val="00B4DC"/>
      </a:hlink>
      <a:folHlink>
        <a:srgbClr val="00B4D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99000">
              <a:schemeClr val="accent1">
                <a:alpha val="85000"/>
              </a:schemeClr>
            </a:gs>
            <a:gs pos="0">
              <a:schemeClr val="accent3"/>
            </a:gs>
          </a:gsLst>
          <a:lin ang="2700000" scaled="1"/>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fontAlgn="base">
          <a:lnSpc>
            <a:spcPct val="120000"/>
          </a:lnSpc>
          <a:spcAft>
            <a:spcPts val="600"/>
          </a:spcAft>
          <a:defRPr sz="2000" dirty="0" err="1" smtClean="0">
            <a:ea typeface="Microsoft YaHei" charset="-122"/>
            <a:cs typeface="Microsoft YaHei"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11a9632-52d6-437d-a1bd-124fc413507c">
      <Terms xmlns="http://schemas.microsoft.com/office/infopath/2007/PartnerControls"/>
    </lcf76f155ced4ddcb4097134ff3c332f>
    <TaxCatchAll xmlns="17910cd5-70c1-4239-b9ff-d7613c60014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1B296DDBC80749A3D70731348000FD" ma:contentTypeVersion="15" ma:contentTypeDescription="Create a new document." ma:contentTypeScope="" ma:versionID="1959dc8844adca7e6e69c07297c427fc">
  <xsd:schema xmlns:xsd="http://www.w3.org/2001/XMLSchema" xmlns:xs="http://www.w3.org/2001/XMLSchema" xmlns:p="http://schemas.microsoft.com/office/2006/metadata/properties" xmlns:ns2="c11a9632-52d6-437d-a1bd-124fc413507c" xmlns:ns3="17910cd5-70c1-4239-b9ff-d7613c60014c" targetNamespace="http://schemas.microsoft.com/office/2006/metadata/properties" ma:root="true" ma:fieldsID="a1b3798e4eb7beb16df5505e6a583372" ns2:_="" ns3:_="">
    <xsd:import namespace="c11a9632-52d6-437d-a1bd-124fc413507c"/>
    <xsd:import namespace="17910cd5-70c1-4239-b9ff-d7613c60014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1a9632-52d6-437d-a1bd-124fc41350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4e2d374-62a2-4eb1-8bab-73f0d6e3530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910cd5-70c1-4239-b9ff-d7613c60014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93a9be7-1c91-4d7c-b968-f557ed4743f2}" ma:internalName="TaxCatchAll" ma:showField="CatchAllData" ma:web="17910cd5-70c1-4239-b9ff-d7613c6001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911B43-8C0B-4FF8-9BA8-6C58E20444B1}">
  <ds:schemaRefs>
    <ds:schemaRef ds:uri="http://schemas.microsoft.com/sharepoint/v3/contenttype/forms"/>
  </ds:schemaRefs>
</ds:datastoreItem>
</file>

<file path=customXml/itemProps2.xml><?xml version="1.0" encoding="utf-8"?>
<ds:datastoreItem xmlns:ds="http://schemas.openxmlformats.org/officeDocument/2006/customXml" ds:itemID="{0B98C300-2E7C-4D2F-8A5C-6EA2B6854B88}">
  <ds:schemaRefs>
    <ds:schemaRef ds:uri="17910cd5-70c1-4239-b9ff-d7613c60014c"/>
    <ds:schemaRef ds:uri="c11a9632-52d6-437d-a1bd-124fc413507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B224170-5C37-4C58-8244-15240EDD2339}">
  <ds:schemaRefs>
    <ds:schemaRef ds:uri="17910cd5-70c1-4239-b9ff-d7613c60014c"/>
    <ds:schemaRef ds:uri="c11a9632-52d6-437d-a1bd-124fc413507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1358</Words>
  <Application>Microsoft Macintosh PowerPoint</Application>
  <PresentationFormat>Widescreen</PresentationFormat>
  <Paragraphs>157</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Microsoft YaHei</vt:lpstr>
      <vt:lpstr>AppleSymbols</vt:lpstr>
      <vt:lpstr>Arial</vt:lpstr>
      <vt:lpstr>Calibri</vt:lpstr>
      <vt:lpstr>Office Theme</vt:lpstr>
      <vt:lpstr>Managing Generative Agent – Initial Phase</vt:lpstr>
      <vt:lpstr>Generative Agent and Business Governance</vt:lpstr>
      <vt:lpstr>Product Management and Delivery</vt:lpstr>
      <vt:lpstr>Tuning and Iterations - Recommendations</vt:lpstr>
      <vt:lpstr>Pre and Post Release - Gen Agent Monitoring</vt:lpstr>
      <vt:lpstr>Testing Framework – High-level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Sasha Radojevic</dc:creator>
  <cp:lastModifiedBy>Hughes, Julie</cp:lastModifiedBy>
  <cp:revision>2</cp:revision>
  <dcterms:created xsi:type="dcterms:W3CDTF">2017-03-27T21:56:44Z</dcterms:created>
  <dcterms:modified xsi:type="dcterms:W3CDTF">2026-03-30T19:10:15Z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0x010100021B296DDBC80749A3D70731348000FD</vt:lpwstr>
  </property>
</Properties>
</file>